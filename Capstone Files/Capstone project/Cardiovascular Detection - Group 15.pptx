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4" r:id="rId1"/>
    <p:sldMasterId id="2147483705" r:id="rId2"/>
  </p:sldMasterIdLst>
  <p:notesMasterIdLst>
    <p:notesMasterId r:id="rId15"/>
  </p:notesMasterIdLst>
  <p:sldIdLst>
    <p:sldId id="256" r:id="rId3"/>
    <p:sldId id="257" r:id="rId4"/>
    <p:sldId id="344" r:id="rId5"/>
    <p:sldId id="350" r:id="rId6"/>
    <p:sldId id="352" r:id="rId7"/>
    <p:sldId id="351" r:id="rId8"/>
    <p:sldId id="355" r:id="rId9"/>
    <p:sldId id="356" r:id="rId10"/>
    <p:sldId id="353" r:id="rId11"/>
    <p:sldId id="357" r:id="rId12"/>
    <p:sldId id="292" r:id="rId13"/>
    <p:sldId id="296" r:id="rId14"/>
  </p:sldIdLst>
  <p:sldSz cx="9144000" cy="5143500" type="screen16x9"/>
  <p:notesSz cx="6858000" cy="9144000"/>
  <p:embeddedFontLst>
    <p:embeddedFont>
      <p:font typeface="Nunito" pitchFamily="2" charset="0"/>
      <p:regular r:id="rId16"/>
      <p:bold r:id="rId17"/>
      <p:italic r:id="rId18"/>
      <p:boldItalic r:id="rId19"/>
    </p:embeddedFont>
    <p:embeddedFont>
      <p:font typeface="Nunito ExtraBold" pitchFamily="2" charset="0"/>
      <p:bold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DCB3F5-63DB-7D3C-5925-0BA0F1116934}" v="1154" dt="2025-09-24T06:14:30.186"/>
    <p1510:client id="{E330E439-B4B1-EC3F-EE80-9C11AAB088AB}" v="974" dt="2025-09-24T17:35:20.751"/>
  </p1510:revLst>
</p1510:revInfo>
</file>

<file path=ppt/tableStyles.xml><?xml version="1.0" encoding="utf-8"?>
<a:tblStyleLst xmlns:a="http://schemas.openxmlformats.org/drawingml/2006/main" def="{7FD6C3FD-E31A-4056-842D-D855D61DC2A7}">
  <a:tblStyle styleId="{7FD6C3FD-E31A-4056-842D-D855D61DC2A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3.fntdata"/><Relationship Id="rId26" Type="http://schemas.microsoft.com/office/2015/10/relationships/revisionInfo" Target="revisionInfo.xml"/><Relationship Id="rId3" Type="http://schemas.openxmlformats.org/officeDocument/2006/relationships/slide" Target="slides/slide1.xml"/><Relationship Id="rId21" Type="http://schemas.openxmlformats.org/officeDocument/2006/relationships/font" Target="fonts/font6.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notesMaster" Target="notesMasters/notesMaster1.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font" Target="fonts/font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A2474F-ADA5-41FF-AA09-4D838742E37E}" type="doc">
      <dgm:prSet loTypeId="urn:microsoft.com/office/officeart/2005/8/layout/bProcess3" loCatId="process" qsTypeId="urn:microsoft.com/office/officeart/2005/8/quickstyle/simple1" qsCatId="simple" csTypeId="urn:microsoft.com/office/officeart/2005/8/colors/accent3_2" csCatId="accent3" phldr="1"/>
      <dgm:spPr/>
      <dgm:t>
        <a:bodyPr/>
        <a:lstStyle/>
        <a:p>
          <a:endParaRPr lang="en-US"/>
        </a:p>
      </dgm:t>
    </dgm:pt>
    <dgm:pt modelId="{B4209D32-B409-453E-805E-81726849589C}">
      <dgm:prSet phldr="0"/>
      <dgm:spPr/>
      <dgm:t>
        <a:bodyPr/>
        <a:lstStyle/>
        <a:p>
          <a:r>
            <a:rPr lang="en-US" b="1" dirty="0"/>
            <a:t>Input</a:t>
          </a:r>
          <a:r>
            <a:rPr lang="en-US" dirty="0"/>
            <a:t> → Echocardiogram &amp; Chest X-ray Images</a:t>
          </a:r>
        </a:p>
      </dgm:t>
    </dgm:pt>
    <dgm:pt modelId="{D6D56A54-2A3B-45F6-99F4-D4E9619109DA}" type="parTrans" cxnId="{3B695E22-8753-42E8-B14E-FAC1CAC73040}">
      <dgm:prSet/>
      <dgm:spPr/>
    </dgm:pt>
    <dgm:pt modelId="{8B425A91-B2A2-4270-B25E-DB87D4C169DF}" type="sibTrans" cxnId="{3B695E22-8753-42E8-B14E-FAC1CAC73040}">
      <dgm:prSet/>
      <dgm:spPr/>
      <dgm:t>
        <a:bodyPr/>
        <a:lstStyle/>
        <a:p>
          <a:endParaRPr lang="en-US"/>
        </a:p>
      </dgm:t>
    </dgm:pt>
    <dgm:pt modelId="{C4C4D3D8-FA2D-4371-97B3-6C6FD96B89EF}">
      <dgm:prSet phldr="0"/>
      <dgm:spPr/>
      <dgm:t>
        <a:bodyPr/>
        <a:lstStyle/>
        <a:p>
          <a:pPr algn="l"/>
          <a:r>
            <a:rPr lang="en-US" b="1"/>
            <a:t>Preprocessing</a:t>
          </a:r>
          <a:r>
            <a:rPr lang="en-US"/>
            <a:t> → Normalization, Noise Removal, Image Enhancement</a:t>
          </a:r>
        </a:p>
      </dgm:t>
    </dgm:pt>
    <dgm:pt modelId="{B381AF25-4E46-4E89-A499-0B4D389C0EF6}" type="parTrans" cxnId="{C2CA7A32-99B3-4219-80B5-536B2835B5B9}">
      <dgm:prSet/>
      <dgm:spPr/>
    </dgm:pt>
    <dgm:pt modelId="{F4CE0F3C-3142-4548-916A-320DC7C7481E}" type="sibTrans" cxnId="{C2CA7A32-99B3-4219-80B5-536B2835B5B9}">
      <dgm:prSet/>
      <dgm:spPr/>
      <dgm:t>
        <a:bodyPr/>
        <a:lstStyle/>
        <a:p>
          <a:endParaRPr lang="en-US"/>
        </a:p>
      </dgm:t>
    </dgm:pt>
    <dgm:pt modelId="{84131C7B-641E-4F63-AD1B-DE506579262A}">
      <dgm:prSet phldr="0"/>
      <dgm:spPr/>
      <dgm:t>
        <a:bodyPr/>
        <a:lstStyle/>
        <a:p>
          <a:pPr algn="l"/>
          <a:r>
            <a:rPr lang="en-US" b="1"/>
            <a:t>Feature Extraction</a:t>
          </a:r>
          <a:r>
            <a:rPr lang="en-US"/>
            <a:t> → Convolutional Neural Networks (CNNs)</a:t>
          </a:r>
        </a:p>
      </dgm:t>
    </dgm:pt>
    <dgm:pt modelId="{3090DCD0-D271-492A-923C-866F286698FE}" type="parTrans" cxnId="{9A05F85E-C56B-4013-AAE7-D90A40EE0B83}">
      <dgm:prSet/>
      <dgm:spPr/>
    </dgm:pt>
    <dgm:pt modelId="{ECFAA7D0-769F-4075-9462-B3D4C04A06E0}" type="sibTrans" cxnId="{9A05F85E-C56B-4013-AAE7-D90A40EE0B83}">
      <dgm:prSet/>
      <dgm:spPr/>
      <dgm:t>
        <a:bodyPr/>
        <a:lstStyle/>
        <a:p>
          <a:endParaRPr lang="en-US"/>
        </a:p>
      </dgm:t>
    </dgm:pt>
    <dgm:pt modelId="{61433642-17F0-4BE2-A279-08C6252B7BF7}">
      <dgm:prSet phldr="0"/>
      <dgm:spPr/>
      <dgm:t>
        <a:bodyPr/>
        <a:lstStyle/>
        <a:p>
          <a:pPr algn="l"/>
          <a:r>
            <a:rPr lang="en-US" b="1"/>
            <a:t>Classification</a:t>
          </a:r>
          <a:r>
            <a:rPr lang="en-US"/>
            <a:t> → Cardiovascular Disorder Detection</a:t>
          </a:r>
        </a:p>
      </dgm:t>
    </dgm:pt>
    <dgm:pt modelId="{A595293A-A4F7-46D9-B1B4-E84F7E338566}" type="parTrans" cxnId="{F1057AA7-1A97-43EF-9BE4-1F7ABBA85F0A}">
      <dgm:prSet/>
      <dgm:spPr/>
    </dgm:pt>
    <dgm:pt modelId="{58836D51-8688-4B9B-9356-F6FE70DBC2BC}" type="sibTrans" cxnId="{F1057AA7-1A97-43EF-9BE4-1F7ABBA85F0A}">
      <dgm:prSet/>
      <dgm:spPr/>
      <dgm:t>
        <a:bodyPr/>
        <a:lstStyle/>
        <a:p>
          <a:endParaRPr lang="en-US"/>
        </a:p>
      </dgm:t>
    </dgm:pt>
    <dgm:pt modelId="{4842EF7D-2CB6-4777-B8AE-AAFE1DBFFC77}">
      <dgm:prSet phldr="0"/>
      <dgm:spPr/>
      <dgm:t>
        <a:bodyPr/>
        <a:lstStyle/>
        <a:p>
          <a:pPr algn="l"/>
          <a:r>
            <a:rPr lang="en-US" b="1" dirty="0"/>
            <a:t>Output</a:t>
          </a:r>
          <a:r>
            <a:rPr lang="en-US" dirty="0"/>
            <a:t> → Diagnosis &amp; Clinical Decision </a:t>
          </a:r>
          <a:r>
            <a:rPr lang="en-US" dirty="0">
              <a:latin typeface="Arial"/>
            </a:rPr>
            <a:t>Support</a:t>
          </a:r>
          <a:endParaRPr lang="en-US" dirty="0"/>
        </a:p>
      </dgm:t>
    </dgm:pt>
    <dgm:pt modelId="{3F30EB9C-E2B3-42AA-B283-3E5BE727B919}" type="parTrans" cxnId="{BF2FD65C-93C0-4C6D-8E2C-5A8677B8AB69}">
      <dgm:prSet/>
      <dgm:spPr/>
    </dgm:pt>
    <dgm:pt modelId="{2F3D53C2-9207-4E06-BED3-F41B51509867}" type="sibTrans" cxnId="{BF2FD65C-93C0-4C6D-8E2C-5A8677B8AB69}">
      <dgm:prSet/>
      <dgm:spPr/>
      <dgm:t>
        <a:bodyPr/>
        <a:lstStyle/>
        <a:p>
          <a:endParaRPr lang="en-US"/>
        </a:p>
      </dgm:t>
    </dgm:pt>
    <dgm:pt modelId="{50680532-E3D9-481E-9A83-EECE0C68977B}" type="pres">
      <dgm:prSet presAssocID="{18A2474F-ADA5-41FF-AA09-4D838742E37E}" presName="Name0" presStyleCnt="0">
        <dgm:presLayoutVars>
          <dgm:dir/>
          <dgm:resizeHandles val="exact"/>
        </dgm:presLayoutVars>
      </dgm:prSet>
      <dgm:spPr/>
    </dgm:pt>
    <dgm:pt modelId="{13C6D8E7-4025-4471-B5D7-88B3B0DDDE1D}" type="pres">
      <dgm:prSet presAssocID="{B4209D32-B409-453E-805E-81726849589C}" presName="node" presStyleLbl="node1" presStyleIdx="0" presStyleCnt="5">
        <dgm:presLayoutVars>
          <dgm:bulletEnabled val="1"/>
        </dgm:presLayoutVars>
      </dgm:prSet>
      <dgm:spPr/>
    </dgm:pt>
    <dgm:pt modelId="{8A1E19E7-E995-448B-A87E-C9218339ABF4}" type="pres">
      <dgm:prSet presAssocID="{8B425A91-B2A2-4270-B25E-DB87D4C169DF}" presName="sibTrans" presStyleLbl="sibTrans1D1" presStyleIdx="0" presStyleCnt="4"/>
      <dgm:spPr/>
    </dgm:pt>
    <dgm:pt modelId="{54BE3172-0E69-479A-84A8-BE56DFD72DC5}" type="pres">
      <dgm:prSet presAssocID="{8B425A91-B2A2-4270-B25E-DB87D4C169DF}" presName="connectorText" presStyleLbl="sibTrans1D1" presStyleIdx="0" presStyleCnt="4"/>
      <dgm:spPr/>
    </dgm:pt>
    <dgm:pt modelId="{4E9AA6D0-1420-4A8C-BFCD-7A4D8ECAC001}" type="pres">
      <dgm:prSet presAssocID="{C4C4D3D8-FA2D-4371-97B3-6C6FD96B89EF}" presName="node" presStyleLbl="node1" presStyleIdx="1" presStyleCnt="5">
        <dgm:presLayoutVars>
          <dgm:bulletEnabled val="1"/>
        </dgm:presLayoutVars>
      </dgm:prSet>
      <dgm:spPr/>
    </dgm:pt>
    <dgm:pt modelId="{2F9D9ED5-1EFE-467B-8BFF-6980E3A2510B}" type="pres">
      <dgm:prSet presAssocID="{F4CE0F3C-3142-4548-916A-320DC7C7481E}" presName="sibTrans" presStyleLbl="sibTrans1D1" presStyleIdx="1" presStyleCnt="4"/>
      <dgm:spPr/>
    </dgm:pt>
    <dgm:pt modelId="{E533728E-985D-4594-85E6-73F86FECAFB3}" type="pres">
      <dgm:prSet presAssocID="{F4CE0F3C-3142-4548-916A-320DC7C7481E}" presName="connectorText" presStyleLbl="sibTrans1D1" presStyleIdx="1" presStyleCnt="4"/>
      <dgm:spPr/>
    </dgm:pt>
    <dgm:pt modelId="{2C28ADE4-3D98-45B5-99D3-AB2EEEE4DA69}" type="pres">
      <dgm:prSet presAssocID="{84131C7B-641E-4F63-AD1B-DE506579262A}" presName="node" presStyleLbl="node1" presStyleIdx="2" presStyleCnt="5">
        <dgm:presLayoutVars>
          <dgm:bulletEnabled val="1"/>
        </dgm:presLayoutVars>
      </dgm:prSet>
      <dgm:spPr/>
    </dgm:pt>
    <dgm:pt modelId="{CB2F5B3C-3BC5-4B6A-B17C-4EBE60B664CE}" type="pres">
      <dgm:prSet presAssocID="{ECFAA7D0-769F-4075-9462-B3D4C04A06E0}" presName="sibTrans" presStyleLbl="sibTrans1D1" presStyleIdx="2" presStyleCnt="4"/>
      <dgm:spPr/>
    </dgm:pt>
    <dgm:pt modelId="{BD991495-DBF8-4D7F-A55B-A65089242917}" type="pres">
      <dgm:prSet presAssocID="{ECFAA7D0-769F-4075-9462-B3D4C04A06E0}" presName="connectorText" presStyleLbl="sibTrans1D1" presStyleIdx="2" presStyleCnt="4"/>
      <dgm:spPr/>
    </dgm:pt>
    <dgm:pt modelId="{4E61B8F8-0EF6-499C-A79F-875B4D6A94CA}" type="pres">
      <dgm:prSet presAssocID="{61433642-17F0-4BE2-A279-08C6252B7BF7}" presName="node" presStyleLbl="node1" presStyleIdx="3" presStyleCnt="5">
        <dgm:presLayoutVars>
          <dgm:bulletEnabled val="1"/>
        </dgm:presLayoutVars>
      </dgm:prSet>
      <dgm:spPr/>
    </dgm:pt>
    <dgm:pt modelId="{4E1032B7-D4BD-442E-8B8B-469AFCEF7BA5}" type="pres">
      <dgm:prSet presAssocID="{58836D51-8688-4B9B-9356-F6FE70DBC2BC}" presName="sibTrans" presStyleLbl="sibTrans1D1" presStyleIdx="3" presStyleCnt="4"/>
      <dgm:spPr/>
    </dgm:pt>
    <dgm:pt modelId="{FA2A6542-94D6-4CB2-868E-BC104C7C485E}" type="pres">
      <dgm:prSet presAssocID="{58836D51-8688-4B9B-9356-F6FE70DBC2BC}" presName="connectorText" presStyleLbl="sibTrans1D1" presStyleIdx="3" presStyleCnt="4"/>
      <dgm:spPr/>
    </dgm:pt>
    <dgm:pt modelId="{ED7CC177-6CC9-4ABC-AD2B-9FE0C087E972}" type="pres">
      <dgm:prSet presAssocID="{4842EF7D-2CB6-4777-B8AE-AAFE1DBFFC77}" presName="node" presStyleLbl="node1" presStyleIdx="4" presStyleCnt="5">
        <dgm:presLayoutVars>
          <dgm:bulletEnabled val="1"/>
        </dgm:presLayoutVars>
      </dgm:prSet>
      <dgm:spPr/>
    </dgm:pt>
  </dgm:ptLst>
  <dgm:cxnLst>
    <dgm:cxn modelId="{5C352F08-2B04-4A2F-9449-8D103F87E24C}" type="presOf" srcId="{ECFAA7D0-769F-4075-9462-B3D4C04A06E0}" destId="{BD991495-DBF8-4D7F-A55B-A65089242917}" srcOrd="1" destOrd="0" presId="urn:microsoft.com/office/officeart/2005/8/layout/bProcess3"/>
    <dgm:cxn modelId="{BEA78A18-9A20-404E-9AB9-BE8BE9A39348}" type="presOf" srcId="{84131C7B-641E-4F63-AD1B-DE506579262A}" destId="{2C28ADE4-3D98-45B5-99D3-AB2EEEE4DA69}" srcOrd="0" destOrd="0" presId="urn:microsoft.com/office/officeart/2005/8/layout/bProcess3"/>
    <dgm:cxn modelId="{EE315D1E-FB7D-4A9D-BC89-8DA670276E98}" type="presOf" srcId="{B4209D32-B409-453E-805E-81726849589C}" destId="{13C6D8E7-4025-4471-B5D7-88B3B0DDDE1D}" srcOrd="0" destOrd="0" presId="urn:microsoft.com/office/officeart/2005/8/layout/bProcess3"/>
    <dgm:cxn modelId="{3B695E22-8753-42E8-B14E-FAC1CAC73040}" srcId="{18A2474F-ADA5-41FF-AA09-4D838742E37E}" destId="{B4209D32-B409-453E-805E-81726849589C}" srcOrd="0" destOrd="0" parTransId="{D6D56A54-2A3B-45F6-99F4-D4E9619109DA}" sibTransId="{8B425A91-B2A2-4270-B25E-DB87D4C169DF}"/>
    <dgm:cxn modelId="{C2CA7A32-99B3-4219-80B5-536B2835B5B9}" srcId="{18A2474F-ADA5-41FF-AA09-4D838742E37E}" destId="{C4C4D3D8-FA2D-4371-97B3-6C6FD96B89EF}" srcOrd="1" destOrd="0" parTransId="{B381AF25-4E46-4E89-A499-0B4D389C0EF6}" sibTransId="{F4CE0F3C-3142-4548-916A-320DC7C7481E}"/>
    <dgm:cxn modelId="{BF2FD65C-93C0-4C6D-8E2C-5A8677B8AB69}" srcId="{18A2474F-ADA5-41FF-AA09-4D838742E37E}" destId="{4842EF7D-2CB6-4777-B8AE-AAFE1DBFFC77}" srcOrd="4" destOrd="0" parTransId="{3F30EB9C-E2B3-42AA-B283-3E5BE727B919}" sibTransId="{2F3D53C2-9207-4E06-BED3-F41B51509867}"/>
    <dgm:cxn modelId="{9A05F85E-C56B-4013-AAE7-D90A40EE0B83}" srcId="{18A2474F-ADA5-41FF-AA09-4D838742E37E}" destId="{84131C7B-641E-4F63-AD1B-DE506579262A}" srcOrd="2" destOrd="0" parTransId="{3090DCD0-D271-492A-923C-866F286698FE}" sibTransId="{ECFAA7D0-769F-4075-9462-B3D4C04A06E0}"/>
    <dgm:cxn modelId="{D784CB46-D0ED-4CCC-B407-31FA23A06CB0}" type="presOf" srcId="{F4CE0F3C-3142-4548-916A-320DC7C7481E}" destId="{E533728E-985D-4594-85E6-73F86FECAFB3}" srcOrd="1" destOrd="0" presId="urn:microsoft.com/office/officeart/2005/8/layout/bProcess3"/>
    <dgm:cxn modelId="{E1016D86-1CBC-432D-B487-A8D5992AD358}" type="presOf" srcId="{61433642-17F0-4BE2-A279-08C6252B7BF7}" destId="{4E61B8F8-0EF6-499C-A79F-875B4D6A94CA}" srcOrd="0" destOrd="0" presId="urn:microsoft.com/office/officeart/2005/8/layout/bProcess3"/>
    <dgm:cxn modelId="{6ABEFF8A-3503-40C6-A0B8-7BD6A74EB98D}" type="presOf" srcId="{58836D51-8688-4B9B-9356-F6FE70DBC2BC}" destId="{4E1032B7-D4BD-442E-8B8B-469AFCEF7BA5}" srcOrd="0" destOrd="0" presId="urn:microsoft.com/office/officeart/2005/8/layout/bProcess3"/>
    <dgm:cxn modelId="{9BBE509A-0423-4603-9558-41E70BFF43DA}" type="presOf" srcId="{C4C4D3D8-FA2D-4371-97B3-6C6FD96B89EF}" destId="{4E9AA6D0-1420-4A8C-BFCD-7A4D8ECAC001}" srcOrd="0" destOrd="0" presId="urn:microsoft.com/office/officeart/2005/8/layout/bProcess3"/>
    <dgm:cxn modelId="{F66D26A3-B2EE-4DD9-8404-069107DF9F86}" type="presOf" srcId="{8B425A91-B2A2-4270-B25E-DB87D4C169DF}" destId="{54BE3172-0E69-479A-84A8-BE56DFD72DC5}" srcOrd="1" destOrd="0" presId="urn:microsoft.com/office/officeart/2005/8/layout/bProcess3"/>
    <dgm:cxn modelId="{F1057AA7-1A97-43EF-9BE4-1F7ABBA85F0A}" srcId="{18A2474F-ADA5-41FF-AA09-4D838742E37E}" destId="{61433642-17F0-4BE2-A279-08C6252B7BF7}" srcOrd="3" destOrd="0" parTransId="{A595293A-A4F7-46D9-B1B4-E84F7E338566}" sibTransId="{58836D51-8688-4B9B-9356-F6FE70DBC2BC}"/>
    <dgm:cxn modelId="{AE384DAB-D09E-4FAB-B00C-BF4297B78F4A}" type="presOf" srcId="{ECFAA7D0-769F-4075-9462-B3D4C04A06E0}" destId="{CB2F5B3C-3BC5-4B6A-B17C-4EBE60B664CE}" srcOrd="0" destOrd="0" presId="urn:microsoft.com/office/officeart/2005/8/layout/bProcess3"/>
    <dgm:cxn modelId="{8FCE0DBA-0DB8-4051-B060-90BFB1E9B9CD}" type="presOf" srcId="{8B425A91-B2A2-4270-B25E-DB87D4C169DF}" destId="{8A1E19E7-E995-448B-A87E-C9218339ABF4}" srcOrd="0" destOrd="0" presId="urn:microsoft.com/office/officeart/2005/8/layout/bProcess3"/>
    <dgm:cxn modelId="{1ABFE3DA-D346-41B2-A15E-0C881500D72B}" type="presOf" srcId="{58836D51-8688-4B9B-9356-F6FE70DBC2BC}" destId="{FA2A6542-94D6-4CB2-868E-BC104C7C485E}" srcOrd="1" destOrd="0" presId="urn:microsoft.com/office/officeart/2005/8/layout/bProcess3"/>
    <dgm:cxn modelId="{C45216E7-5B62-4E8F-84B1-BC786547947B}" type="presOf" srcId="{F4CE0F3C-3142-4548-916A-320DC7C7481E}" destId="{2F9D9ED5-1EFE-467B-8BFF-6980E3A2510B}" srcOrd="0" destOrd="0" presId="urn:microsoft.com/office/officeart/2005/8/layout/bProcess3"/>
    <dgm:cxn modelId="{7A5B5EF0-4548-451B-B471-CA86939FFADA}" type="presOf" srcId="{4842EF7D-2CB6-4777-B8AE-AAFE1DBFFC77}" destId="{ED7CC177-6CC9-4ABC-AD2B-9FE0C087E972}" srcOrd="0" destOrd="0" presId="urn:microsoft.com/office/officeart/2005/8/layout/bProcess3"/>
    <dgm:cxn modelId="{11368DFA-A7C4-4EF8-A1BA-C125E46995EF}" type="presOf" srcId="{18A2474F-ADA5-41FF-AA09-4D838742E37E}" destId="{50680532-E3D9-481E-9A83-EECE0C68977B}" srcOrd="0" destOrd="0" presId="urn:microsoft.com/office/officeart/2005/8/layout/bProcess3"/>
    <dgm:cxn modelId="{C7452C8C-EFE8-49CB-84F2-C89263291CE9}" type="presParOf" srcId="{50680532-E3D9-481E-9A83-EECE0C68977B}" destId="{13C6D8E7-4025-4471-B5D7-88B3B0DDDE1D}" srcOrd="0" destOrd="0" presId="urn:microsoft.com/office/officeart/2005/8/layout/bProcess3"/>
    <dgm:cxn modelId="{AD935123-D8DB-43E3-AFDA-B09FDAB64931}" type="presParOf" srcId="{50680532-E3D9-481E-9A83-EECE0C68977B}" destId="{8A1E19E7-E995-448B-A87E-C9218339ABF4}" srcOrd="1" destOrd="0" presId="urn:microsoft.com/office/officeart/2005/8/layout/bProcess3"/>
    <dgm:cxn modelId="{22410AD7-B829-4018-A0F2-8933C62034E9}" type="presParOf" srcId="{8A1E19E7-E995-448B-A87E-C9218339ABF4}" destId="{54BE3172-0E69-479A-84A8-BE56DFD72DC5}" srcOrd="0" destOrd="0" presId="urn:microsoft.com/office/officeart/2005/8/layout/bProcess3"/>
    <dgm:cxn modelId="{D82C35C2-19FE-403B-871B-CCC0CC823C42}" type="presParOf" srcId="{50680532-E3D9-481E-9A83-EECE0C68977B}" destId="{4E9AA6D0-1420-4A8C-BFCD-7A4D8ECAC001}" srcOrd="2" destOrd="0" presId="urn:microsoft.com/office/officeart/2005/8/layout/bProcess3"/>
    <dgm:cxn modelId="{1723AAFD-EE79-4254-8BC2-3287443BE54C}" type="presParOf" srcId="{50680532-E3D9-481E-9A83-EECE0C68977B}" destId="{2F9D9ED5-1EFE-467B-8BFF-6980E3A2510B}" srcOrd="3" destOrd="0" presId="urn:microsoft.com/office/officeart/2005/8/layout/bProcess3"/>
    <dgm:cxn modelId="{7560EFED-E82F-4BEA-999E-E3D276C73D1C}" type="presParOf" srcId="{2F9D9ED5-1EFE-467B-8BFF-6980E3A2510B}" destId="{E533728E-985D-4594-85E6-73F86FECAFB3}" srcOrd="0" destOrd="0" presId="urn:microsoft.com/office/officeart/2005/8/layout/bProcess3"/>
    <dgm:cxn modelId="{23D88D7A-5631-402F-8909-D5185A9E06E0}" type="presParOf" srcId="{50680532-E3D9-481E-9A83-EECE0C68977B}" destId="{2C28ADE4-3D98-45B5-99D3-AB2EEEE4DA69}" srcOrd="4" destOrd="0" presId="urn:microsoft.com/office/officeart/2005/8/layout/bProcess3"/>
    <dgm:cxn modelId="{4AB620E9-8551-41F9-8D97-8568878A06A2}" type="presParOf" srcId="{50680532-E3D9-481E-9A83-EECE0C68977B}" destId="{CB2F5B3C-3BC5-4B6A-B17C-4EBE60B664CE}" srcOrd="5" destOrd="0" presId="urn:microsoft.com/office/officeart/2005/8/layout/bProcess3"/>
    <dgm:cxn modelId="{9893FCEF-D714-46EA-99A5-D83988D77166}" type="presParOf" srcId="{CB2F5B3C-3BC5-4B6A-B17C-4EBE60B664CE}" destId="{BD991495-DBF8-4D7F-A55B-A65089242917}" srcOrd="0" destOrd="0" presId="urn:microsoft.com/office/officeart/2005/8/layout/bProcess3"/>
    <dgm:cxn modelId="{392EE5AE-5214-48F5-8E9F-ACD65E5E4062}" type="presParOf" srcId="{50680532-E3D9-481E-9A83-EECE0C68977B}" destId="{4E61B8F8-0EF6-499C-A79F-875B4D6A94CA}" srcOrd="6" destOrd="0" presId="urn:microsoft.com/office/officeart/2005/8/layout/bProcess3"/>
    <dgm:cxn modelId="{2628B796-9DB4-4420-B298-B3925D1D2222}" type="presParOf" srcId="{50680532-E3D9-481E-9A83-EECE0C68977B}" destId="{4E1032B7-D4BD-442E-8B8B-469AFCEF7BA5}" srcOrd="7" destOrd="0" presId="urn:microsoft.com/office/officeart/2005/8/layout/bProcess3"/>
    <dgm:cxn modelId="{5860B1EA-886C-47A5-8180-C83927380AA3}" type="presParOf" srcId="{4E1032B7-D4BD-442E-8B8B-469AFCEF7BA5}" destId="{FA2A6542-94D6-4CB2-868E-BC104C7C485E}" srcOrd="0" destOrd="0" presId="urn:microsoft.com/office/officeart/2005/8/layout/bProcess3"/>
    <dgm:cxn modelId="{9BA55FC6-3814-498B-B963-AAE90FA53661}" type="presParOf" srcId="{50680532-E3D9-481E-9A83-EECE0C68977B}" destId="{ED7CC177-6CC9-4ABC-AD2B-9FE0C087E972}" srcOrd="8"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1E19E7-E995-448B-A87E-C9218339ABF4}">
      <dsp:nvSpPr>
        <dsp:cNvPr id="0" name=""/>
        <dsp:cNvSpPr/>
      </dsp:nvSpPr>
      <dsp:spPr>
        <a:xfrm>
          <a:off x="1898687" y="996467"/>
          <a:ext cx="405353" cy="91440"/>
        </a:xfrm>
        <a:custGeom>
          <a:avLst/>
          <a:gdLst/>
          <a:ahLst/>
          <a:cxnLst/>
          <a:rect l="0" t="0" r="0" b="0"/>
          <a:pathLst>
            <a:path>
              <a:moveTo>
                <a:pt x="0" y="45720"/>
              </a:moveTo>
              <a:lnTo>
                <a:pt x="405353" y="45720"/>
              </a:lnTo>
            </a:path>
          </a:pathLst>
        </a:custGeom>
        <a:noFill/>
        <a:ln w="9525"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90465" y="1040007"/>
        <a:ext cx="21797" cy="4359"/>
      </dsp:txXfrm>
    </dsp:sp>
    <dsp:sp modelId="{13C6D8E7-4025-4471-B5D7-88B3B0DDDE1D}">
      <dsp:nvSpPr>
        <dsp:cNvPr id="0" name=""/>
        <dsp:cNvSpPr/>
      </dsp:nvSpPr>
      <dsp:spPr>
        <a:xfrm>
          <a:off x="5035" y="473551"/>
          <a:ext cx="1895452" cy="1137271"/>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b="1" kern="1200" dirty="0"/>
            <a:t>Input</a:t>
          </a:r>
          <a:r>
            <a:rPr lang="en-US" sz="1400" kern="1200" dirty="0"/>
            <a:t> → Echocardiogram &amp; Chest X-ray Images</a:t>
          </a:r>
        </a:p>
      </dsp:txBody>
      <dsp:txXfrm>
        <a:off x="5035" y="473551"/>
        <a:ext cx="1895452" cy="1137271"/>
      </dsp:txXfrm>
    </dsp:sp>
    <dsp:sp modelId="{2F9D9ED5-1EFE-467B-8BFF-6980E3A2510B}">
      <dsp:nvSpPr>
        <dsp:cNvPr id="0" name=""/>
        <dsp:cNvSpPr/>
      </dsp:nvSpPr>
      <dsp:spPr>
        <a:xfrm>
          <a:off x="4230093" y="996467"/>
          <a:ext cx="405353" cy="91440"/>
        </a:xfrm>
        <a:custGeom>
          <a:avLst/>
          <a:gdLst/>
          <a:ahLst/>
          <a:cxnLst/>
          <a:rect l="0" t="0" r="0" b="0"/>
          <a:pathLst>
            <a:path>
              <a:moveTo>
                <a:pt x="0" y="45720"/>
              </a:moveTo>
              <a:lnTo>
                <a:pt x="405353" y="45720"/>
              </a:lnTo>
            </a:path>
          </a:pathLst>
        </a:custGeom>
        <a:noFill/>
        <a:ln w="9525"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21871" y="1040007"/>
        <a:ext cx="21797" cy="4359"/>
      </dsp:txXfrm>
    </dsp:sp>
    <dsp:sp modelId="{4E9AA6D0-1420-4A8C-BFCD-7A4D8ECAC001}">
      <dsp:nvSpPr>
        <dsp:cNvPr id="0" name=""/>
        <dsp:cNvSpPr/>
      </dsp:nvSpPr>
      <dsp:spPr>
        <a:xfrm>
          <a:off x="2336441" y="473551"/>
          <a:ext cx="1895452" cy="1137271"/>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b="1" kern="1200"/>
            <a:t>Preprocessing</a:t>
          </a:r>
          <a:r>
            <a:rPr lang="en-US" sz="1400" kern="1200"/>
            <a:t> → Normalization, Noise Removal, Image Enhancement</a:t>
          </a:r>
        </a:p>
      </dsp:txBody>
      <dsp:txXfrm>
        <a:off x="2336441" y="473551"/>
        <a:ext cx="1895452" cy="1137271"/>
      </dsp:txXfrm>
    </dsp:sp>
    <dsp:sp modelId="{CB2F5B3C-3BC5-4B6A-B17C-4EBE60B664CE}">
      <dsp:nvSpPr>
        <dsp:cNvPr id="0" name=""/>
        <dsp:cNvSpPr/>
      </dsp:nvSpPr>
      <dsp:spPr>
        <a:xfrm>
          <a:off x="952761" y="1609023"/>
          <a:ext cx="4662812" cy="405353"/>
        </a:xfrm>
        <a:custGeom>
          <a:avLst/>
          <a:gdLst/>
          <a:ahLst/>
          <a:cxnLst/>
          <a:rect l="0" t="0" r="0" b="0"/>
          <a:pathLst>
            <a:path>
              <a:moveTo>
                <a:pt x="4662812" y="0"/>
              </a:moveTo>
              <a:lnTo>
                <a:pt x="4662812" y="219776"/>
              </a:lnTo>
              <a:lnTo>
                <a:pt x="0" y="219776"/>
              </a:lnTo>
              <a:lnTo>
                <a:pt x="0" y="405353"/>
              </a:lnTo>
            </a:path>
          </a:pathLst>
        </a:custGeom>
        <a:noFill/>
        <a:ln w="9525"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67088" y="1809520"/>
        <a:ext cx="234157" cy="4359"/>
      </dsp:txXfrm>
    </dsp:sp>
    <dsp:sp modelId="{2C28ADE4-3D98-45B5-99D3-AB2EEEE4DA69}">
      <dsp:nvSpPr>
        <dsp:cNvPr id="0" name=""/>
        <dsp:cNvSpPr/>
      </dsp:nvSpPr>
      <dsp:spPr>
        <a:xfrm>
          <a:off x="4667847" y="473551"/>
          <a:ext cx="1895452" cy="1137271"/>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b="1" kern="1200"/>
            <a:t>Feature Extraction</a:t>
          </a:r>
          <a:r>
            <a:rPr lang="en-US" sz="1400" kern="1200"/>
            <a:t> → Convolutional Neural Networks (CNNs)</a:t>
          </a:r>
        </a:p>
      </dsp:txBody>
      <dsp:txXfrm>
        <a:off x="4667847" y="473551"/>
        <a:ext cx="1895452" cy="1137271"/>
      </dsp:txXfrm>
    </dsp:sp>
    <dsp:sp modelId="{4E1032B7-D4BD-442E-8B8B-469AFCEF7BA5}">
      <dsp:nvSpPr>
        <dsp:cNvPr id="0" name=""/>
        <dsp:cNvSpPr/>
      </dsp:nvSpPr>
      <dsp:spPr>
        <a:xfrm>
          <a:off x="1898687" y="2569692"/>
          <a:ext cx="405353" cy="91440"/>
        </a:xfrm>
        <a:custGeom>
          <a:avLst/>
          <a:gdLst/>
          <a:ahLst/>
          <a:cxnLst/>
          <a:rect l="0" t="0" r="0" b="0"/>
          <a:pathLst>
            <a:path>
              <a:moveTo>
                <a:pt x="0" y="45720"/>
              </a:moveTo>
              <a:lnTo>
                <a:pt x="405353" y="45720"/>
              </a:lnTo>
            </a:path>
          </a:pathLst>
        </a:custGeom>
        <a:noFill/>
        <a:ln w="9525"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90465" y="2613232"/>
        <a:ext cx="21797" cy="4359"/>
      </dsp:txXfrm>
    </dsp:sp>
    <dsp:sp modelId="{4E61B8F8-0EF6-499C-A79F-875B4D6A94CA}">
      <dsp:nvSpPr>
        <dsp:cNvPr id="0" name=""/>
        <dsp:cNvSpPr/>
      </dsp:nvSpPr>
      <dsp:spPr>
        <a:xfrm>
          <a:off x="5035" y="2046776"/>
          <a:ext cx="1895452" cy="1137271"/>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b="1" kern="1200"/>
            <a:t>Classification</a:t>
          </a:r>
          <a:r>
            <a:rPr lang="en-US" sz="1400" kern="1200"/>
            <a:t> → Cardiovascular Disorder Detection</a:t>
          </a:r>
        </a:p>
      </dsp:txBody>
      <dsp:txXfrm>
        <a:off x="5035" y="2046776"/>
        <a:ext cx="1895452" cy="1137271"/>
      </dsp:txXfrm>
    </dsp:sp>
    <dsp:sp modelId="{ED7CC177-6CC9-4ABC-AD2B-9FE0C087E972}">
      <dsp:nvSpPr>
        <dsp:cNvPr id="0" name=""/>
        <dsp:cNvSpPr/>
      </dsp:nvSpPr>
      <dsp:spPr>
        <a:xfrm>
          <a:off x="2336441" y="2046776"/>
          <a:ext cx="1895452" cy="1137271"/>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b="1" kern="1200" dirty="0"/>
            <a:t>Output</a:t>
          </a:r>
          <a:r>
            <a:rPr lang="en-US" sz="1400" kern="1200" dirty="0"/>
            <a:t> → Diagnosis &amp; Clinical Decision </a:t>
          </a:r>
          <a:r>
            <a:rPr lang="en-US" sz="1400" kern="1200" dirty="0">
              <a:latin typeface="Arial"/>
            </a:rPr>
            <a:t>Support</a:t>
          </a:r>
          <a:endParaRPr lang="en-US" sz="1400" kern="1200" dirty="0"/>
        </a:p>
      </dsp:txBody>
      <dsp:txXfrm>
        <a:off x="2336441" y="2046776"/>
        <a:ext cx="1895452" cy="1137271"/>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0"/>
        <p:cNvGrpSpPr/>
        <p:nvPr/>
      </p:nvGrpSpPr>
      <p:grpSpPr>
        <a:xfrm>
          <a:off x="0" y="0"/>
          <a:ext cx="0" cy="0"/>
          <a:chOff x="0" y="0"/>
          <a:chExt cx="0" cy="0"/>
        </a:xfrm>
      </p:grpSpPr>
      <p:sp>
        <p:nvSpPr>
          <p:cNvPr id="2601" name="Google Shape;260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2" name="Google Shape;260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4"/>
        <p:cNvGrpSpPr/>
        <p:nvPr/>
      </p:nvGrpSpPr>
      <p:grpSpPr>
        <a:xfrm>
          <a:off x="0" y="0"/>
          <a:ext cx="0" cy="0"/>
          <a:chOff x="0" y="0"/>
          <a:chExt cx="0" cy="0"/>
        </a:xfrm>
      </p:grpSpPr>
      <p:sp>
        <p:nvSpPr>
          <p:cNvPr id="2675" name="Google Shape;2675;g8c453551a3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6" name="Google Shape;2676;g8c453551a3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4">
          <a:extLst>
            <a:ext uri="{FF2B5EF4-FFF2-40B4-BE49-F238E27FC236}">
              <a16:creationId xmlns:a16="http://schemas.microsoft.com/office/drawing/2014/main" id="{58344803-F927-A927-ADE4-06AD299AFBAC}"/>
            </a:ext>
          </a:extLst>
        </p:cNvPr>
        <p:cNvGrpSpPr/>
        <p:nvPr/>
      </p:nvGrpSpPr>
      <p:grpSpPr>
        <a:xfrm>
          <a:off x="0" y="0"/>
          <a:ext cx="0" cy="0"/>
          <a:chOff x="0" y="0"/>
          <a:chExt cx="0" cy="0"/>
        </a:xfrm>
      </p:grpSpPr>
      <p:sp>
        <p:nvSpPr>
          <p:cNvPr id="2675" name="Google Shape;2675;g8c453551a3_0_4:notes">
            <a:extLst>
              <a:ext uri="{FF2B5EF4-FFF2-40B4-BE49-F238E27FC236}">
                <a16:creationId xmlns:a16="http://schemas.microsoft.com/office/drawing/2014/main" id="{CF398386-C6EB-C2EF-2A4A-D61736C60A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6" name="Google Shape;2676;g8c453551a3_0_4:notes">
            <a:extLst>
              <a:ext uri="{FF2B5EF4-FFF2-40B4-BE49-F238E27FC236}">
                <a16:creationId xmlns:a16="http://schemas.microsoft.com/office/drawing/2014/main" id="{8BDE5678-E4DB-B7B6-CC21-8B73022862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4533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4">
          <a:extLst>
            <a:ext uri="{FF2B5EF4-FFF2-40B4-BE49-F238E27FC236}">
              <a16:creationId xmlns:a16="http://schemas.microsoft.com/office/drawing/2014/main" id="{EC758C41-5018-245C-8A90-38998FAE2A03}"/>
            </a:ext>
          </a:extLst>
        </p:cNvPr>
        <p:cNvGrpSpPr/>
        <p:nvPr/>
      </p:nvGrpSpPr>
      <p:grpSpPr>
        <a:xfrm>
          <a:off x="0" y="0"/>
          <a:ext cx="0" cy="0"/>
          <a:chOff x="0" y="0"/>
          <a:chExt cx="0" cy="0"/>
        </a:xfrm>
      </p:grpSpPr>
      <p:sp>
        <p:nvSpPr>
          <p:cNvPr id="2675" name="Google Shape;2675;g8c453551a3_0_4:notes">
            <a:extLst>
              <a:ext uri="{FF2B5EF4-FFF2-40B4-BE49-F238E27FC236}">
                <a16:creationId xmlns:a16="http://schemas.microsoft.com/office/drawing/2014/main" id="{70E69AFD-214E-8259-06EC-6E3574945D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6" name="Google Shape;2676;g8c453551a3_0_4:notes">
            <a:extLst>
              <a:ext uri="{FF2B5EF4-FFF2-40B4-BE49-F238E27FC236}">
                <a16:creationId xmlns:a16="http://schemas.microsoft.com/office/drawing/2014/main" id="{03AD3B0E-6E45-E68A-A591-B891854172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7368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7">
          <a:extLst>
            <a:ext uri="{FF2B5EF4-FFF2-40B4-BE49-F238E27FC236}">
              <a16:creationId xmlns:a16="http://schemas.microsoft.com/office/drawing/2014/main" id="{9A28D2A0-D8C8-FEA1-EEF6-36B304D399A1}"/>
            </a:ext>
          </a:extLst>
        </p:cNvPr>
        <p:cNvGrpSpPr/>
        <p:nvPr/>
      </p:nvGrpSpPr>
      <p:grpSpPr>
        <a:xfrm>
          <a:off x="0" y="0"/>
          <a:ext cx="0" cy="0"/>
          <a:chOff x="0" y="0"/>
          <a:chExt cx="0" cy="0"/>
        </a:xfrm>
      </p:grpSpPr>
      <p:sp>
        <p:nvSpPr>
          <p:cNvPr id="2858" name="Google Shape;2858;g11ed4d9bfa4_0_0:notes">
            <a:extLst>
              <a:ext uri="{FF2B5EF4-FFF2-40B4-BE49-F238E27FC236}">
                <a16:creationId xmlns:a16="http://schemas.microsoft.com/office/drawing/2014/main" id="{5359BA3A-72A3-AF10-EC2D-FF4F9FEEAF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9" name="Google Shape;2859;g11ed4d9bfa4_0_0:notes">
            <a:extLst>
              <a:ext uri="{FF2B5EF4-FFF2-40B4-BE49-F238E27FC236}">
                <a16:creationId xmlns:a16="http://schemas.microsoft.com/office/drawing/2014/main" id="{11A15C26-6FA8-ACFB-8653-F1C532E6BC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6541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7">
          <a:extLst>
            <a:ext uri="{FF2B5EF4-FFF2-40B4-BE49-F238E27FC236}">
              <a16:creationId xmlns:a16="http://schemas.microsoft.com/office/drawing/2014/main" id="{59A207CA-CA04-3B95-2C91-29DFDFCFFF1A}"/>
            </a:ext>
          </a:extLst>
        </p:cNvPr>
        <p:cNvGrpSpPr/>
        <p:nvPr/>
      </p:nvGrpSpPr>
      <p:grpSpPr>
        <a:xfrm>
          <a:off x="0" y="0"/>
          <a:ext cx="0" cy="0"/>
          <a:chOff x="0" y="0"/>
          <a:chExt cx="0" cy="0"/>
        </a:xfrm>
      </p:grpSpPr>
      <p:sp>
        <p:nvSpPr>
          <p:cNvPr id="2858" name="Google Shape;2858;g11ed4d9bfa4_0_0:notes">
            <a:extLst>
              <a:ext uri="{FF2B5EF4-FFF2-40B4-BE49-F238E27FC236}">
                <a16:creationId xmlns:a16="http://schemas.microsoft.com/office/drawing/2014/main" id="{C53847E4-25F2-020B-F0FD-AF1905DB45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9" name="Google Shape;2859;g11ed4d9bfa4_0_0:notes">
            <a:extLst>
              <a:ext uri="{FF2B5EF4-FFF2-40B4-BE49-F238E27FC236}">
                <a16:creationId xmlns:a16="http://schemas.microsoft.com/office/drawing/2014/main" id="{0FED70E7-711A-0C81-5600-37B3A6DE86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1770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7">
          <a:extLst>
            <a:ext uri="{FF2B5EF4-FFF2-40B4-BE49-F238E27FC236}">
              <a16:creationId xmlns:a16="http://schemas.microsoft.com/office/drawing/2014/main" id="{386FD036-576E-0BF4-5289-0CF8AE02CE45}"/>
            </a:ext>
          </a:extLst>
        </p:cNvPr>
        <p:cNvGrpSpPr/>
        <p:nvPr/>
      </p:nvGrpSpPr>
      <p:grpSpPr>
        <a:xfrm>
          <a:off x="0" y="0"/>
          <a:ext cx="0" cy="0"/>
          <a:chOff x="0" y="0"/>
          <a:chExt cx="0" cy="0"/>
        </a:xfrm>
      </p:grpSpPr>
      <p:sp>
        <p:nvSpPr>
          <p:cNvPr id="2858" name="Google Shape;2858;g11ed4d9bfa4_0_0:notes">
            <a:extLst>
              <a:ext uri="{FF2B5EF4-FFF2-40B4-BE49-F238E27FC236}">
                <a16:creationId xmlns:a16="http://schemas.microsoft.com/office/drawing/2014/main" id="{DB5DC419-C28C-8636-9978-7BEAE39417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9" name="Google Shape;2859;g11ed4d9bfa4_0_0:notes">
            <a:extLst>
              <a:ext uri="{FF2B5EF4-FFF2-40B4-BE49-F238E27FC236}">
                <a16:creationId xmlns:a16="http://schemas.microsoft.com/office/drawing/2014/main" id="{960BA621-5AE2-FFB4-8E22-D39EC9C74F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10039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7">
          <a:extLst>
            <a:ext uri="{FF2B5EF4-FFF2-40B4-BE49-F238E27FC236}">
              <a16:creationId xmlns:a16="http://schemas.microsoft.com/office/drawing/2014/main" id="{E55CDFE5-EB08-F3B1-7AF1-BE2B7F909F21}"/>
            </a:ext>
          </a:extLst>
        </p:cNvPr>
        <p:cNvGrpSpPr/>
        <p:nvPr/>
      </p:nvGrpSpPr>
      <p:grpSpPr>
        <a:xfrm>
          <a:off x="0" y="0"/>
          <a:ext cx="0" cy="0"/>
          <a:chOff x="0" y="0"/>
          <a:chExt cx="0" cy="0"/>
        </a:xfrm>
      </p:grpSpPr>
      <p:sp>
        <p:nvSpPr>
          <p:cNvPr id="2858" name="Google Shape;2858;g11ed4d9bfa4_0_0:notes">
            <a:extLst>
              <a:ext uri="{FF2B5EF4-FFF2-40B4-BE49-F238E27FC236}">
                <a16:creationId xmlns:a16="http://schemas.microsoft.com/office/drawing/2014/main" id="{D6DC4DBE-A993-A2F4-40FB-610AF6B3D1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9" name="Google Shape;2859;g11ed4d9bfa4_0_0:notes">
            <a:extLst>
              <a:ext uri="{FF2B5EF4-FFF2-40B4-BE49-F238E27FC236}">
                <a16:creationId xmlns:a16="http://schemas.microsoft.com/office/drawing/2014/main" id="{C629ECF2-3ABC-716E-264B-67857DB87B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18274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7">
          <a:extLst>
            <a:ext uri="{FF2B5EF4-FFF2-40B4-BE49-F238E27FC236}">
              <a16:creationId xmlns:a16="http://schemas.microsoft.com/office/drawing/2014/main" id="{C70B66A5-4727-79B7-B943-491A4A4FBA3F}"/>
            </a:ext>
          </a:extLst>
        </p:cNvPr>
        <p:cNvGrpSpPr/>
        <p:nvPr/>
      </p:nvGrpSpPr>
      <p:grpSpPr>
        <a:xfrm>
          <a:off x="0" y="0"/>
          <a:ext cx="0" cy="0"/>
          <a:chOff x="0" y="0"/>
          <a:chExt cx="0" cy="0"/>
        </a:xfrm>
      </p:grpSpPr>
      <p:sp>
        <p:nvSpPr>
          <p:cNvPr id="2858" name="Google Shape;2858;g11ed4d9bfa4_0_0:notes">
            <a:extLst>
              <a:ext uri="{FF2B5EF4-FFF2-40B4-BE49-F238E27FC236}">
                <a16:creationId xmlns:a16="http://schemas.microsoft.com/office/drawing/2014/main" id="{73CC3E60-4B58-0603-413D-36584E5867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9" name="Google Shape;2859;g11ed4d9bfa4_0_0:notes">
            <a:extLst>
              <a:ext uri="{FF2B5EF4-FFF2-40B4-BE49-F238E27FC236}">
                <a16:creationId xmlns:a16="http://schemas.microsoft.com/office/drawing/2014/main" id="{44A40415-0C27-1A6A-7971-9D0E39F7B1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892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7">
          <a:extLst>
            <a:ext uri="{FF2B5EF4-FFF2-40B4-BE49-F238E27FC236}">
              <a16:creationId xmlns:a16="http://schemas.microsoft.com/office/drawing/2014/main" id="{1ABDC1DE-4CCF-DFDD-00C5-F0DF2EDE2119}"/>
            </a:ext>
          </a:extLst>
        </p:cNvPr>
        <p:cNvGrpSpPr/>
        <p:nvPr/>
      </p:nvGrpSpPr>
      <p:grpSpPr>
        <a:xfrm>
          <a:off x="0" y="0"/>
          <a:ext cx="0" cy="0"/>
          <a:chOff x="0" y="0"/>
          <a:chExt cx="0" cy="0"/>
        </a:xfrm>
      </p:grpSpPr>
      <p:sp>
        <p:nvSpPr>
          <p:cNvPr id="2858" name="Google Shape;2858;g11ed4d9bfa4_0_0:notes">
            <a:extLst>
              <a:ext uri="{FF2B5EF4-FFF2-40B4-BE49-F238E27FC236}">
                <a16:creationId xmlns:a16="http://schemas.microsoft.com/office/drawing/2014/main" id="{FC5D7C81-4BBD-D915-7B77-AD53BD0F9A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9" name="Google Shape;2859;g11ed4d9bfa4_0_0:notes">
            <a:extLst>
              <a:ext uri="{FF2B5EF4-FFF2-40B4-BE49-F238E27FC236}">
                <a16:creationId xmlns:a16="http://schemas.microsoft.com/office/drawing/2014/main" id="{43EDEA99-D1E5-B35A-7E77-51700A1B1E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19032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5"/>
        <p:cNvGrpSpPr/>
        <p:nvPr/>
      </p:nvGrpSpPr>
      <p:grpSpPr>
        <a:xfrm>
          <a:off x="0" y="0"/>
          <a:ext cx="0" cy="0"/>
          <a:chOff x="0" y="0"/>
          <a:chExt cx="0" cy="0"/>
        </a:xfrm>
      </p:grpSpPr>
      <p:sp>
        <p:nvSpPr>
          <p:cNvPr id="4516" name="Google Shape;4516;g11ed4d9bfa4_0_5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7" name="Google Shape;4517;g11ed4d9bfa4_0_5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9"/>
        <p:cNvGrpSpPr/>
        <p:nvPr/>
      </p:nvGrpSpPr>
      <p:grpSpPr>
        <a:xfrm>
          <a:off x="0" y="0"/>
          <a:ext cx="0" cy="0"/>
          <a:chOff x="0" y="0"/>
          <a:chExt cx="0" cy="0"/>
        </a:xfrm>
      </p:grpSpPr>
      <p:sp>
        <p:nvSpPr>
          <p:cNvPr id="5390" name="Google Shape;5390;g11ed4d9bfa4_0_13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1" name="Google Shape;5391;g11ed4d9bfa4_0_13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4" Type="http://schemas.openxmlformats.org/officeDocument/2006/relationships/hyperlink" Target="https://www.freepik.com/" TargetMode="Externa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325" y="1242425"/>
            <a:ext cx="4425900" cy="205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Font typeface="Lilita One"/>
              <a:buNone/>
              <a:defRPr sz="5200">
                <a:latin typeface="Lilita One"/>
                <a:ea typeface="Lilita One"/>
                <a:cs typeface="Lilita One"/>
                <a:sym typeface="Lilita One"/>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396725" y="3157475"/>
            <a:ext cx="3059100" cy="717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1" name="Google Shape;11;p2"/>
          <p:cNvSpPr/>
          <p:nvPr/>
        </p:nvSpPr>
        <p:spPr>
          <a:xfrm>
            <a:off x="0" y="0"/>
            <a:ext cx="3330303" cy="4665197"/>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 name="Google Shape;12;p2"/>
          <p:cNvGrpSpPr/>
          <p:nvPr/>
        </p:nvGrpSpPr>
        <p:grpSpPr>
          <a:xfrm>
            <a:off x="446475" y="3874475"/>
            <a:ext cx="996175" cy="685800"/>
            <a:chOff x="1379925" y="685000"/>
            <a:chExt cx="996175" cy="685800"/>
          </a:xfrm>
        </p:grpSpPr>
        <p:sp>
          <p:nvSpPr>
            <p:cNvPr id="13" name="Google Shape;13;p2"/>
            <p:cNvSpPr/>
            <p:nvPr/>
          </p:nvSpPr>
          <p:spPr>
            <a:xfrm>
              <a:off x="1379925" y="685000"/>
              <a:ext cx="996175" cy="685800"/>
            </a:xfrm>
            <a:custGeom>
              <a:avLst/>
              <a:gdLst/>
              <a:ahLst/>
              <a:cxnLst/>
              <a:rect l="l" t="t" r="r" b="b"/>
              <a:pathLst>
                <a:path w="39847" h="27432" extrusionOk="0">
                  <a:moveTo>
                    <a:pt x="7049" y="1"/>
                  </a:moveTo>
                  <a:cubicBezTo>
                    <a:pt x="6004" y="1"/>
                    <a:pt x="5047" y="612"/>
                    <a:pt x="4594" y="1668"/>
                  </a:cubicBezTo>
                  <a:lnTo>
                    <a:pt x="614" y="11370"/>
                  </a:lnTo>
                  <a:cubicBezTo>
                    <a:pt x="1" y="12800"/>
                    <a:pt x="712" y="14435"/>
                    <a:pt x="2044" y="14950"/>
                  </a:cubicBezTo>
                  <a:lnTo>
                    <a:pt x="31673" y="27210"/>
                  </a:lnTo>
                  <a:cubicBezTo>
                    <a:pt x="32026" y="27361"/>
                    <a:pt x="32384" y="27431"/>
                    <a:pt x="32734" y="27431"/>
                  </a:cubicBezTo>
                  <a:cubicBezTo>
                    <a:pt x="33802" y="27431"/>
                    <a:pt x="34783" y="26777"/>
                    <a:pt x="35245" y="25779"/>
                  </a:cubicBezTo>
                  <a:lnTo>
                    <a:pt x="39233" y="15971"/>
                  </a:lnTo>
                  <a:cubicBezTo>
                    <a:pt x="39846" y="14639"/>
                    <a:pt x="39127" y="13004"/>
                    <a:pt x="37803" y="12391"/>
                  </a:cubicBezTo>
                  <a:lnTo>
                    <a:pt x="8174" y="238"/>
                  </a:lnTo>
                  <a:cubicBezTo>
                    <a:pt x="7800" y="77"/>
                    <a:pt x="7419" y="1"/>
                    <a:pt x="70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1530525" y="760450"/>
              <a:ext cx="132850" cy="129725"/>
            </a:xfrm>
            <a:custGeom>
              <a:avLst/>
              <a:gdLst/>
              <a:ahLst/>
              <a:cxnLst/>
              <a:rect l="l" t="t" r="r" b="b"/>
              <a:pathLst>
                <a:path w="5314" h="5189" extrusionOk="0">
                  <a:moveTo>
                    <a:pt x="2604" y="0"/>
                  </a:moveTo>
                  <a:cubicBezTo>
                    <a:pt x="2144" y="0"/>
                    <a:pt x="1672" y="125"/>
                    <a:pt x="1227" y="383"/>
                  </a:cubicBezTo>
                  <a:cubicBezTo>
                    <a:pt x="1227" y="383"/>
                    <a:pt x="1129" y="383"/>
                    <a:pt x="1129" y="489"/>
                  </a:cubicBezTo>
                  <a:lnTo>
                    <a:pt x="924" y="489"/>
                  </a:lnTo>
                  <a:lnTo>
                    <a:pt x="924" y="587"/>
                  </a:lnTo>
                  <a:lnTo>
                    <a:pt x="818" y="587"/>
                  </a:lnTo>
                  <a:lnTo>
                    <a:pt x="818" y="693"/>
                  </a:lnTo>
                  <a:cubicBezTo>
                    <a:pt x="614" y="791"/>
                    <a:pt x="516" y="996"/>
                    <a:pt x="409" y="1200"/>
                  </a:cubicBezTo>
                  <a:lnTo>
                    <a:pt x="311" y="1200"/>
                  </a:lnTo>
                  <a:lnTo>
                    <a:pt x="311" y="1404"/>
                  </a:lnTo>
                  <a:lnTo>
                    <a:pt x="205" y="1404"/>
                  </a:lnTo>
                  <a:lnTo>
                    <a:pt x="205" y="1609"/>
                  </a:lnTo>
                  <a:lnTo>
                    <a:pt x="107" y="1609"/>
                  </a:lnTo>
                  <a:lnTo>
                    <a:pt x="107" y="1813"/>
                  </a:lnTo>
                  <a:lnTo>
                    <a:pt x="1" y="1919"/>
                  </a:lnTo>
                  <a:lnTo>
                    <a:pt x="1" y="2124"/>
                  </a:lnTo>
                  <a:lnTo>
                    <a:pt x="1" y="2328"/>
                  </a:lnTo>
                  <a:lnTo>
                    <a:pt x="1" y="2630"/>
                  </a:lnTo>
                  <a:lnTo>
                    <a:pt x="1" y="2835"/>
                  </a:lnTo>
                  <a:lnTo>
                    <a:pt x="1" y="2941"/>
                  </a:lnTo>
                  <a:lnTo>
                    <a:pt x="1" y="3039"/>
                  </a:lnTo>
                  <a:lnTo>
                    <a:pt x="1" y="3145"/>
                  </a:lnTo>
                  <a:cubicBezTo>
                    <a:pt x="1" y="3243"/>
                    <a:pt x="1" y="3243"/>
                    <a:pt x="107" y="3350"/>
                  </a:cubicBezTo>
                  <a:lnTo>
                    <a:pt x="107" y="3554"/>
                  </a:lnTo>
                  <a:lnTo>
                    <a:pt x="205" y="3652"/>
                  </a:lnTo>
                  <a:lnTo>
                    <a:pt x="205" y="3758"/>
                  </a:lnTo>
                  <a:cubicBezTo>
                    <a:pt x="311" y="3758"/>
                    <a:pt x="311" y="3856"/>
                    <a:pt x="311" y="3856"/>
                  </a:cubicBezTo>
                  <a:cubicBezTo>
                    <a:pt x="311" y="3963"/>
                    <a:pt x="409" y="3963"/>
                    <a:pt x="409" y="4061"/>
                  </a:cubicBezTo>
                  <a:cubicBezTo>
                    <a:pt x="614" y="4469"/>
                    <a:pt x="1022" y="4674"/>
                    <a:pt x="1333" y="4878"/>
                  </a:cubicBezTo>
                  <a:cubicBezTo>
                    <a:pt x="1431" y="4984"/>
                    <a:pt x="1537" y="4984"/>
                    <a:pt x="1635" y="4984"/>
                  </a:cubicBezTo>
                  <a:cubicBezTo>
                    <a:pt x="1635" y="5082"/>
                    <a:pt x="1742" y="5082"/>
                    <a:pt x="1840" y="5082"/>
                  </a:cubicBezTo>
                  <a:cubicBezTo>
                    <a:pt x="1946" y="5082"/>
                    <a:pt x="1946" y="5082"/>
                    <a:pt x="2044" y="5189"/>
                  </a:cubicBezTo>
                  <a:lnTo>
                    <a:pt x="2559" y="5189"/>
                  </a:lnTo>
                  <a:cubicBezTo>
                    <a:pt x="2968" y="5189"/>
                    <a:pt x="3376" y="5082"/>
                    <a:pt x="3679" y="4878"/>
                  </a:cubicBezTo>
                  <a:lnTo>
                    <a:pt x="3883" y="4878"/>
                  </a:lnTo>
                  <a:lnTo>
                    <a:pt x="3883" y="4780"/>
                  </a:lnTo>
                  <a:lnTo>
                    <a:pt x="3989" y="4780"/>
                  </a:lnTo>
                  <a:cubicBezTo>
                    <a:pt x="4087" y="4674"/>
                    <a:pt x="4087" y="4674"/>
                    <a:pt x="4194" y="4674"/>
                  </a:cubicBezTo>
                  <a:lnTo>
                    <a:pt x="4194" y="4576"/>
                  </a:lnTo>
                  <a:lnTo>
                    <a:pt x="4292" y="4576"/>
                  </a:lnTo>
                  <a:cubicBezTo>
                    <a:pt x="4292" y="4469"/>
                    <a:pt x="4398" y="4469"/>
                    <a:pt x="4398" y="4469"/>
                  </a:cubicBezTo>
                  <a:cubicBezTo>
                    <a:pt x="4398" y="4371"/>
                    <a:pt x="4398" y="4371"/>
                    <a:pt x="4496" y="4371"/>
                  </a:cubicBezTo>
                  <a:cubicBezTo>
                    <a:pt x="4496" y="4371"/>
                    <a:pt x="4496" y="4265"/>
                    <a:pt x="4602" y="4265"/>
                  </a:cubicBezTo>
                  <a:lnTo>
                    <a:pt x="4602" y="4167"/>
                  </a:lnTo>
                  <a:cubicBezTo>
                    <a:pt x="4700" y="4167"/>
                    <a:pt x="4700" y="4061"/>
                    <a:pt x="4700" y="4061"/>
                  </a:cubicBezTo>
                  <a:cubicBezTo>
                    <a:pt x="4700" y="3963"/>
                    <a:pt x="4807" y="3963"/>
                    <a:pt x="4807" y="3963"/>
                  </a:cubicBezTo>
                  <a:lnTo>
                    <a:pt x="4807" y="3856"/>
                  </a:lnTo>
                  <a:lnTo>
                    <a:pt x="4905" y="3758"/>
                  </a:lnTo>
                  <a:lnTo>
                    <a:pt x="4905" y="3652"/>
                  </a:lnTo>
                  <a:lnTo>
                    <a:pt x="5011" y="3554"/>
                  </a:lnTo>
                  <a:lnTo>
                    <a:pt x="5011" y="3448"/>
                  </a:lnTo>
                  <a:cubicBezTo>
                    <a:pt x="5313" y="2737"/>
                    <a:pt x="5215" y="1813"/>
                    <a:pt x="4700" y="1102"/>
                  </a:cubicBezTo>
                  <a:cubicBezTo>
                    <a:pt x="4180" y="384"/>
                    <a:pt x="3410" y="0"/>
                    <a:pt x="2604"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1515200" y="747700"/>
              <a:ext cx="145725" cy="130475"/>
            </a:xfrm>
            <a:custGeom>
              <a:avLst/>
              <a:gdLst/>
              <a:ahLst/>
              <a:cxnLst/>
              <a:rect l="l" t="t" r="r" b="b"/>
              <a:pathLst>
                <a:path w="5829" h="5219" extrusionOk="0">
                  <a:moveTo>
                    <a:pt x="2916" y="0"/>
                  </a:moveTo>
                  <a:cubicBezTo>
                    <a:pt x="1884" y="0"/>
                    <a:pt x="901" y="598"/>
                    <a:pt x="516" y="1612"/>
                  </a:cubicBezTo>
                  <a:cubicBezTo>
                    <a:pt x="1" y="2936"/>
                    <a:pt x="614" y="4473"/>
                    <a:pt x="1946" y="4979"/>
                  </a:cubicBezTo>
                  <a:cubicBezTo>
                    <a:pt x="2296" y="5142"/>
                    <a:pt x="2662" y="5218"/>
                    <a:pt x="3019" y="5218"/>
                  </a:cubicBezTo>
                  <a:cubicBezTo>
                    <a:pt x="4011" y="5218"/>
                    <a:pt x="4941" y="4629"/>
                    <a:pt x="5313" y="3655"/>
                  </a:cubicBezTo>
                  <a:cubicBezTo>
                    <a:pt x="5828" y="2323"/>
                    <a:pt x="5215" y="795"/>
                    <a:pt x="3883" y="182"/>
                  </a:cubicBezTo>
                  <a:cubicBezTo>
                    <a:pt x="3567" y="59"/>
                    <a:pt x="3239" y="0"/>
                    <a:pt x="2916"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1522975" y="798200"/>
              <a:ext cx="130175" cy="79975"/>
            </a:xfrm>
            <a:custGeom>
              <a:avLst/>
              <a:gdLst/>
              <a:ahLst/>
              <a:cxnLst/>
              <a:rect l="l" t="t" r="r" b="b"/>
              <a:pathLst>
                <a:path w="5207" h="3199" extrusionOk="0">
                  <a:moveTo>
                    <a:pt x="5109" y="1"/>
                  </a:moveTo>
                  <a:cubicBezTo>
                    <a:pt x="5109" y="303"/>
                    <a:pt x="5109" y="712"/>
                    <a:pt x="4904" y="1022"/>
                  </a:cubicBezTo>
                  <a:cubicBezTo>
                    <a:pt x="4511" y="2033"/>
                    <a:pt x="3527" y="2630"/>
                    <a:pt x="2491" y="2630"/>
                  </a:cubicBezTo>
                  <a:cubicBezTo>
                    <a:pt x="2170" y="2630"/>
                    <a:pt x="1844" y="2573"/>
                    <a:pt x="1529" y="2453"/>
                  </a:cubicBezTo>
                  <a:cubicBezTo>
                    <a:pt x="711" y="2044"/>
                    <a:pt x="205" y="1325"/>
                    <a:pt x="0" y="614"/>
                  </a:cubicBezTo>
                  <a:lnTo>
                    <a:pt x="0" y="614"/>
                  </a:lnTo>
                  <a:cubicBezTo>
                    <a:pt x="0" y="1635"/>
                    <a:pt x="613" y="2551"/>
                    <a:pt x="1635" y="2959"/>
                  </a:cubicBezTo>
                  <a:cubicBezTo>
                    <a:pt x="1985" y="3122"/>
                    <a:pt x="2351" y="3198"/>
                    <a:pt x="2708" y="3198"/>
                  </a:cubicBezTo>
                  <a:cubicBezTo>
                    <a:pt x="3700" y="3198"/>
                    <a:pt x="4630" y="2609"/>
                    <a:pt x="5002" y="1635"/>
                  </a:cubicBezTo>
                  <a:cubicBezTo>
                    <a:pt x="5207" y="1022"/>
                    <a:pt x="5207" y="507"/>
                    <a:pt x="5109"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1525425" y="788000"/>
              <a:ext cx="122625" cy="58650"/>
            </a:xfrm>
            <a:custGeom>
              <a:avLst/>
              <a:gdLst/>
              <a:ahLst/>
              <a:cxnLst/>
              <a:rect l="l" t="t" r="r" b="b"/>
              <a:pathLst>
                <a:path w="4905" h="2346" extrusionOk="0">
                  <a:moveTo>
                    <a:pt x="107" y="0"/>
                  </a:moveTo>
                  <a:lnTo>
                    <a:pt x="107" y="98"/>
                  </a:lnTo>
                  <a:cubicBezTo>
                    <a:pt x="0" y="98"/>
                    <a:pt x="0" y="204"/>
                    <a:pt x="0" y="302"/>
                  </a:cubicBezTo>
                  <a:lnTo>
                    <a:pt x="4700" y="2346"/>
                  </a:lnTo>
                  <a:cubicBezTo>
                    <a:pt x="4806" y="2248"/>
                    <a:pt x="4806" y="2141"/>
                    <a:pt x="4904" y="2043"/>
                  </a:cubicBezTo>
                  <a:lnTo>
                    <a:pt x="107"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1525425" y="782875"/>
              <a:ext cx="125275" cy="58675"/>
            </a:xfrm>
            <a:custGeom>
              <a:avLst/>
              <a:gdLst/>
              <a:ahLst/>
              <a:cxnLst/>
              <a:rect l="l" t="t" r="r" b="b"/>
              <a:pathLst>
                <a:path w="5011" h="2347" extrusionOk="0">
                  <a:moveTo>
                    <a:pt x="205" y="1"/>
                  </a:moveTo>
                  <a:cubicBezTo>
                    <a:pt x="107" y="99"/>
                    <a:pt x="107" y="99"/>
                    <a:pt x="107" y="205"/>
                  </a:cubicBezTo>
                  <a:cubicBezTo>
                    <a:pt x="107" y="205"/>
                    <a:pt x="107" y="303"/>
                    <a:pt x="0" y="303"/>
                  </a:cubicBezTo>
                  <a:lnTo>
                    <a:pt x="4806" y="2346"/>
                  </a:lnTo>
                  <a:cubicBezTo>
                    <a:pt x="4904" y="2346"/>
                    <a:pt x="4904" y="2248"/>
                    <a:pt x="4904" y="2248"/>
                  </a:cubicBezTo>
                  <a:cubicBezTo>
                    <a:pt x="4904" y="2142"/>
                    <a:pt x="4904" y="2142"/>
                    <a:pt x="5011" y="2044"/>
                  </a:cubicBezTo>
                  <a:lnTo>
                    <a:pt x="2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1691550" y="826850"/>
              <a:ext cx="132850" cy="129750"/>
            </a:xfrm>
            <a:custGeom>
              <a:avLst/>
              <a:gdLst/>
              <a:ahLst/>
              <a:cxnLst/>
              <a:rect l="l" t="t" r="r" b="b"/>
              <a:pathLst>
                <a:path w="5314" h="5190" extrusionOk="0">
                  <a:moveTo>
                    <a:pt x="2628" y="0"/>
                  </a:moveTo>
                  <a:cubicBezTo>
                    <a:pt x="2156" y="0"/>
                    <a:pt x="1671" y="125"/>
                    <a:pt x="1226" y="383"/>
                  </a:cubicBezTo>
                  <a:cubicBezTo>
                    <a:pt x="1226" y="383"/>
                    <a:pt x="1120" y="383"/>
                    <a:pt x="1120" y="489"/>
                  </a:cubicBezTo>
                  <a:lnTo>
                    <a:pt x="1022" y="489"/>
                  </a:lnTo>
                  <a:lnTo>
                    <a:pt x="1022" y="587"/>
                  </a:lnTo>
                  <a:cubicBezTo>
                    <a:pt x="916" y="587"/>
                    <a:pt x="916" y="587"/>
                    <a:pt x="916" y="694"/>
                  </a:cubicBezTo>
                  <a:lnTo>
                    <a:pt x="818" y="694"/>
                  </a:lnTo>
                  <a:cubicBezTo>
                    <a:pt x="711" y="792"/>
                    <a:pt x="507" y="996"/>
                    <a:pt x="409" y="1200"/>
                  </a:cubicBezTo>
                  <a:cubicBezTo>
                    <a:pt x="303" y="1307"/>
                    <a:pt x="303" y="1307"/>
                    <a:pt x="303" y="1405"/>
                  </a:cubicBezTo>
                  <a:cubicBezTo>
                    <a:pt x="205" y="1511"/>
                    <a:pt x="205" y="1511"/>
                    <a:pt x="205" y="1609"/>
                  </a:cubicBezTo>
                  <a:lnTo>
                    <a:pt x="205" y="1715"/>
                  </a:lnTo>
                  <a:cubicBezTo>
                    <a:pt x="98" y="1715"/>
                    <a:pt x="98" y="1813"/>
                    <a:pt x="98" y="1920"/>
                  </a:cubicBezTo>
                  <a:cubicBezTo>
                    <a:pt x="98" y="1920"/>
                    <a:pt x="98" y="2018"/>
                    <a:pt x="0" y="2124"/>
                  </a:cubicBezTo>
                  <a:lnTo>
                    <a:pt x="0" y="2328"/>
                  </a:lnTo>
                  <a:lnTo>
                    <a:pt x="0" y="2426"/>
                  </a:lnTo>
                  <a:lnTo>
                    <a:pt x="0" y="2631"/>
                  </a:lnTo>
                  <a:lnTo>
                    <a:pt x="0" y="2835"/>
                  </a:lnTo>
                  <a:lnTo>
                    <a:pt x="0" y="2941"/>
                  </a:lnTo>
                  <a:lnTo>
                    <a:pt x="0" y="3039"/>
                  </a:lnTo>
                  <a:lnTo>
                    <a:pt x="0" y="3146"/>
                  </a:lnTo>
                  <a:cubicBezTo>
                    <a:pt x="98" y="3244"/>
                    <a:pt x="98" y="3244"/>
                    <a:pt x="98" y="3350"/>
                  </a:cubicBezTo>
                  <a:cubicBezTo>
                    <a:pt x="98" y="3448"/>
                    <a:pt x="98" y="3554"/>
                    <a:pt x="205" y="3554"/>
                  </a:cubicBezTo>
                  <a:lnTo>
                    <a:pt x="205" y="3652"/>
                  </a:lnTo>
                  <a:cubicBezTo>
                    <a:pt x="205" y="3652"/>
                    <a:pt x="205" y="3759"/>
                    <a:pt x="303" y="3759"/>
                  </a:cubicBezTo>
                  <a:lnTo>
                    <a:pt x="303" y="3857"/>
                  </a:lnTo>
                  <a:cubicBezTo>
                    <a:pt x="303" y="3963"/>
                    <a:pt x="409" y="3963"/>
                    <a:pt x="409" y="4061"/>
                  </a:cubicBezTo>
                  <a:cubicBezTo>
                    <a:pt x="711" y="4470"/>
                    <a:pt x="1022" y="4780"/>
                    <a:pt x="1431" y="4878"/>
                  </a:cubicBezTo>
                  <a:cubicBezTo>
                    <a:pt x="1431" y="4985"/>
                    <a:pt x="1529" y="4985"/>
                    <a:pt x="1635" y="4985"/>
                  </a:cubicBezTo>
                  <a:cubicBezTo>
                    <a:pt x="1733" y="5083"/>
                    <a:pt x="1733" y="5083"/>
                    <a:pt x="1839" y="5083"/>
                  </a:cubicBezTo>
                  <a:cubicBezTo>
                    <a:pt x="1937" y="5083"/>
                    <a:pt x="2044" y="5189"/>
                    <a:pt x="2142" y="5189"/>
                  </a:cubicBezTo>
                  <a:lnTo>
                    <a:pt x="2550" y="5189"/>
                  </a:lnTo>
                  <a:cubicBezTo>
                    <a:pt x="2959" y="5189"/>
                    <a:pt x="3368" y="5083"/>
                    <a:pt x="3776" y="4985"/>
                  </a:cubicBezTo>
                  <a:lnTo>
                    <a:pt x="3776" y="4878"/>
                  </a:lnTo>
                  <a:lnTo>
                    <a:pt x="3883" y="4878"/>
                  </a:lnTo>
                  <a:cubicBezTo>
                    <a:pt x="3883" y="4878"/>
                    <a:pt x="3981" y="4878"/>
                    <a:pt x="3981" y="4780"/>
                  </a:cubicBezTo>
                  <a:lnTo>
                    <a:pt x="4087" y="4780"/>
                  </a:lnTo>
                  <a:lnTo>
                    <a:pt x="4185" y="4674"/>
                  </a:lnTo>
                  <a:lnTo>
                    <a:pt x="4291" y="4576"/>
                  </a:lnTo>
                  <a:cubicBezTo>
                    <a:pt x="4389" y="4576"/>
                    <a:pt x="4389" y="4470"/>
                    <a:pt x="4389" y="4470"/>
                  </a:cubicBezTo>
                  <a:cubicBezTo>
                    <a:pt x="4496" y="4470"/>
                    <a:pt x="4496" y="4372"/>
                    <a:pt x="4496" y="4372"/>
                  </a:cubicBezTo>
                  <a:lnTo>
                    <a:pt x="4594" y="4265"/>
                  </a:lnTo>
                  <a:lnTo>
                    <a:pt x="4594" y="4167"/>
                  </a:lnTo>
                  <a:cubicBezTo>
                    <a:pt x="4700" y="4167"/>
                    <a:pt x="4700" y="4061"/>
                    <a:pt x="4798" y="4061"/>
                  </a:cubicBezTo>
                  <a:lnTo>
                    <a:pt x="4798" y="3963"/>
                  </a:lnTo>
                  <a:lnTo>
                    <a:pt x="4904" y="3857"/>
                  </a:lnTo>
                  <a:lnTo>
                    <a:pt x="4904" y="3759"/>
                  </a:lnTo>
                  <a:lnTo>
                    <a:pt x="5002" y="3652"/>
                  </a:lnTo>
                  <a:lnTo>
                    <a:pt x="5002" y="3554"/>
                  </a:lnTo>
                  <a:cubicBezTo>
                    <a:pt x="5313" y="2737"/>
                    <a:pt x="5207" y="1920"/>
                    <a:pt x="4700" y="1102"/>
                  </a:cubicBezTo>
                  <a:cubicBezTo>
                    <a:pt x="4242" y="384"/>
                    <a:pt x="3455" y="0"/>
                    <a:pt x="262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676225" y="814100"/>
              <a:ext cx="148175" cy="130475"/>
            </a:xfrm>
            <a:custGeom>
              <a:avLst/>
              <a:gdLst/>
              <a:ahLst/>
              <a:cxnLst/>
              <a:rect l="l" t="t" r="r" b="b"/>
              <a:pathLst>
                <a:path w="5927" h="5219" extrusionOk="0">
                  <a:moveTo>
                    <a:pt x="3012" y="1"/>
                  </a:moveTo>
                  <a:cubicBezTo>
                    <a:pt x="1976" y="1"/>
                    <a:pt x="974" y="598"/>
                    <a:pt x="507" y="1612"/>
                  </a:cubicBezTo>
                  <a:cubicBezTo>
                    <a:pt x="0" y="2936"/>
                    <a:pt x="613" y="4473"/>
                    <a:pt x="1937" y="4980"/>
                  </a:cubicBezTo>
                  <a:cubicBezTo>
                    <a:pt x="2290" y="5142"/>
                    <a:pt x="2657" y="5218"/>
                    <a:pt x="3014" y="5218"/>
                  </a:cubicBezTo>
                  <a:cubicBezTo>
                    <a:pt x="4008" y="5218"/>
                    <a:pt x="4934" y="4629"/>
                    <a:pt x="5313" y="3656"/>
                  </a:cubicBezTo>
                  <a:cubicBezTo>
                    <a:pt x="5926" y="2323"/>
                    <a:pt x="5313" y="795"/>
                    <a:pt x="3981" y="182"/>
                  </a:cubicBezTo>
                  <a:cubicBezTo>
                    <a:pt x="3665" y="59"/>
                    <a:pt x="3337" y="1"/>
                    <a:pt x="3012"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683775" y="864625"/>
              <a:ext cx="132850" cy="79950"/>
            </a:xfrm>
            <a:custGeom>
              <a:avLst/>
              <a:gdLst/>
              <a:ahLst/>
              <a:cxnLst/>
              <a:rect l="l" t="t" r="r" b="b"/>
              <a:pathLst>
                <a:path w="5314" h="3198" extrusionOk="0">
                  <a:moveTo>
                    <a:pt x="5215" y="0"/>
                  </a:moveTo>
                  <a:cubicBezTo>
                    <a:pt x="5215" y="409"/>
                    <a:pt x="5109" y="711"/>
                    <a:pt x="5011" y="1022"/>
                  </a:cubicBezTo>
                  <a:cubicBezTo>
                    <a:pt x="4543" y="2033"/>
                    <a:pt x="3537" y="2629"/>
                    <a:pt x="2497" y="2629"/>
                  </a:cubicBezTo>
                  <a:cubicBezTo>
                    <a:pt x="2175" y="2629"/>
                    <a:pt x="1850" y="2572"/>
                    <a:pt x="1537" y="2452"/>
                  </a:cubicBezTo>
                  <a:cubicBezTo>
                    <a:pt x="720" y="2043"/>
                    <a:pt x="205" y="1430"/>
                    <a:pt x="1" y="613"/>
                  </a:cubicBezTo>
                  <a:lnTo>
                    <a:pt x="1" y="613"/>
                  </a:lnTo>
                  <a:cubicBezTo>
                    <a:pt x="1" y="1635"/>
                    <a:pt x="614" y="2550"/>
                    <a:pt x="1635" y="2959"/>
                  </a:cubicBezTo>
                  <a:cubicBezTo>
                    <a:pt x="1988" y="3121"/>
                    <a:pt x="2355" y="3197"/>
                    <a:pt x="2712" y="3197"/>
                  </a:cubicBezTo>
                  <a:cubicBezTo>
                    <a:pt x="3706" y="3197"/>
                    <a:pt x="4632" y="2608"/>
                    <a:pt x="5011" y="1635"/>
                  </a:cubicBezTo>
                  <a:cubicBezTo>
                    <a:pt x="5215" y="1120"/>
                    <a:pt x="5313" y="507"/>
                    <a:pt x="5215"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1686450" y="854400"/>
              <a:ext cx="122625" cy="58675"/>
            </a:xfrm>
            <a:custGeom>
              <a:avLst/>
              <a:gdLst/>
              <a:ahLst/>
              <a:cxnLst/>
              <a:rect l="l" t="t" r="r" b="b"/>
              <a:pathLst>
                <a:path w="4905" h="2347" extrusionOk="0">
                  <a:moveTo>
                    <a:pt x="98" y="0"/>
                  </a:moveTo>
                  <a:lnTo>
                    <a:pt x="98" y="98"/>
                  </a:lnTo>
                  <a:cubicBezTo>
                    <a:pt x="98" y="205"/>
                    <a:pt x="0" y="205"/>
                    <a:pt x="0" y="303"/>
                  </a:cubicBezTo>
                  <a:lnTo>
                    <a:pt x="4798" y="2346"/>
                  </a:lnTo>
                  <a:cubicBezTo>
                    <a:pt x="4798" y="2248"/>
                    <a:pt x="4904" y="2142"/>
                    <a:pt x="4904" y="2142"/>
                  </a:cubicBezTo>
                  <a:lnTo>
                    <a:pt x="4904" y="2044"/>
                  </a:lnTo>
                  <a:lnTo>
                    <a:pt x="98"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688900" y="851750"/>
              <a:ext cx="122625" cy="56200"/>
            </a:xfrm>
            <a:custGeom>
              <a:avLst/>
              <a:gdLst/>
              <a:ahLst/>
              <a:cxnLst/>
              <a:rect l="l" t="t" r="r" b="b"/>
              <a:pathLst>
                <a:path w="4905" h="2248" extrusionOk="0">
                  <a:moveTo>
                    <a:pt x="106" y="0"/>
                  </a:moveTo>
                  <a:cubicBezTo>
                    <a:pt x="106" y="0"/>
                    <a:pt x="106" y="106"/>
                    <a:pt x="0" y="106"/>
                  </a:cubicBezTo>
                  <a:lnTo>
                    <a:pt x="0" y="311"/>
                  </a:lnTo>
                  <a:lnTo>
                    <a:pt x="4806" y="2248"/>
                  </a:lnTo>
                  <a:lnTo>
                    <a:pt x="4806" y="2150"/>
                  </a:lnTo>
                  <a:cubicBezTo>
                    <a:pt x="4904" y="2043"/>
                    <a:pt x="4904" y="2043"/>
                    <a:pt x="4904" y="1945"/>
                  </a:cubicBezTo>
                  <a:lnTo>
                    <a:pt x="10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1852350" y="893375"/>
              <a:ext cx="132850" cy="129625"/>
            </a:xfrm>
            <a:custGeom>
              <a:avLst/>
              <a:gdLst/>
              <a:ahLst/>
              <a:cxnLst/>
              <a:rect l="l" t="t" r="r" b="b"/>
              <a:pathLst>
                <a:path w="5314" h="5185" extrusionOk="0">
                  <a:moveTo>
                    <a:pt x="2638" y="0"/>
                  </a:moveTo>
                  <a:cubicBezTo>
                    <a:pt x="2184" y="0"/>
                    <a:pt x="1732" y="125"/>
                    <a:pt x="1333" y="378"/>
                  </a:cubicBezTo>
                  <a:cubicBezTo>
                    <a:pt x="1227" y="378"/>
                    <a:pt x="1227" y="485"/>
                    <a:pt x="1129" y="485"/>
                  </a:cubicBezTo>
                  <a:lnTo>
                    <a:pt x="1022" y="583"/>
                  </a:lnTo>
                  <a:lnTo>
                    <a:pt x="924" y="689"/>
                  </a:lnTo>
                  <a:lnTo>
                    <a:pt x="409" y="1196"/>
                  </a:lnTo>
                  <a:cubicBezTo>
                    <a:pt x="409" y="1302"/>
                    <a:pt x="409" y="1302"/>
                    <a:pt x="311" y="1400"/>
                  </a:cubicBezTo>
                  <a:lnTo>
                    <a:pt x="311" y="1506"/>
                  </a:lnTo>
                  <a:lnTo>
                    <a:pt x="205" y="1604"/>
                  </a:lnTo>
                  <a:lnTo>
                    <a:pt x="205" y="1711"/>
                  </a:lnTo>
                  <a:cubicBezTo>
                    <a:pt x="205" y="1711"/>
                    <a:pt x="107" y="1809"/>
                    <a:pt x="107" y="1915"/>
                  </a:cubicBezTo>
                  <a:lnTo>
                    <a:pt x="107" y="2119"/>
                  </a:lnTo>
                  <a:lnTo>
                    <a:pt x="107" y="2217"/>
                  </a:lnTo>
                  <a:lnTo>
                    <a:pt x="1" y="2324"/>
                  </a:lnTo>
                  <a:lnTo>
                    <a:pt x="1" y="2422"/>
                  </a:lnTo>
                  <a:lnTo>
                    <a:pt x="1" y="2626"/>
                  </a:lnTo>
                  <a:lnTo>
                    <a:pt x="1" y="2830"/>
                  </a:lnTo>
                  <a:lnTo>
                    <a:pt x="1" y="2937"/>
                  </a:lnTo>
                  <a:cubicBezTo>
                    <a:pt x="1" y="3035"/>
                    <a:pt x="107" y="3035"/>
                    <a:pt x="107" y="3141"/>
                  </a:cubicBezTo>
                  <a:lnTo>
                    <a:pt x="107" y="3345"/>
                  </a:lnTo>
                  <a:cubicBezTo>
                    <a:pt x="205" y="3443"/>
                    <a:pt x="205" y="3550"/>
                    <a:pt x="205" y="3648"/>
                  </a:cubicBezTo>
                  <a:cubicBezTo>
                    <a:pt x="311" y="3754"/>
                    <a:pt x="311" y="3754"/>
                    <a:pt x="311" y="3852"/>
                  </a:cubicBezTo>
                  <a:cubicBezTo>
                    <a:pt x="409" y="3958"/>
                    <a:pt x="409" y="4056"/>
                    <a:pt x="516" y="4056"/>
                  </a:cubicBezTo>
                  <a:cubicBezTo>
                    <a:pt x="720" y="4465"/>
                    <a:pt x="1022" y="4776"/>
                    <a:pt x="1431" y="4980"/>
                  </a:cubicBezTo>
                  <a:cubicBezTo>
                    <a:pt x="1537" y="4980"/>
                    <a:pt x="1635" y="4980"/>
                    <a:pt x="1635" y="5078"/>
                  </a:cubicBezTo>
                  <a:lnTo>
                    <a:pt x="1946" y="5078"/>
                  </a:lnTo>
                  <a:cubicBezTo>
                    <a:pt x="1946" y="5184"/>
                    <a:pt x="2044" y="5184"/>
                    <a:pt x="2150" y="5184"/>
                  </a:cubicBezTo>
                  <a:lnTo>
                    <a:pt x="2657" y="5184"/>
                  </a:lnTo>
                  <a:cubicBezTo>
                    <a:pt x="3066" y="5184"/>
                    <a:pt x="3475" y="5184"/>
                    <a:pt x="3785" y="4980"/>
                  </a:cubicBezTo>
                  <a:cubicBezTo>
                    <a:pt x="3883" y="4874"/>
                    <a:pt x="3883" y="4874"/>
                    <a:pt x="3989" y="4874"/>
                  </a:cubicBezTo>
                  <a:lnTo>
                    <a:pt x="3989" y="4776"/>
                  </a:lnTo>
                  <a:lnTo>
                    <a:pt x="4088" y="4776"/>
                  </a:lnTo>
                  <a:cubicBezTo>
                    <a:pt x="4194" y="4776"/>
                    <a:pt x="4194" y="4669"/>
                    <a:pt x="4194" y="4669"/>
                  </a:cubicBezTo>
                  <a:lnTo>
                    <a:pt x="4292" y="4669"/>
                  </a:lnTo>
                  <a:cubicBezTo>
                    <a:pt x="4292" y="4571"/>
                    <a:pt x="4292" y="4571"/>
                    <a:pt x="4398" y="4571"/>
                  </a:cubicBezTo>
                  <a:cubicBezTo>
                    <a:pt x="4398" y="4571"/>
                    <a:pt x="4398" y="4465"/>
                    <a:pt x="4496" y="4465"/>
                  </a:cubicBezTo>
                  <a:lnTo>
                    <a:pt x="4496" y="4367"/>
                  </a:lnTo>
                  <a:cubicBezTo>
                    <a:pt x="4602" y="4367"/>
                    <a:pt x="4602" y="4367"/>
                    <a:pt x="4602" y="4261"/>
                  </a:cubicBezTo>
                  <a:lnTo>
                    <a:pt x="4701" y="4261"/>
                  </a:lnTo>
                  <a:cubicBezTo>
                    <a:pt x="4701" y="4163"/>
                    <a:pt x="4807" y="4163"/>
                    <a:pt x="4807" y="4056"/>
                  </a:cubicBezTo>
                  <a:lnTo>
                    <a:pt x="4807" y="3958"/>
                  </a:lnTo>
                  <a:cubicBezTo>
                    <a:pt x="4905" y="3958"/>
                    <a:pt x="4905" y="3852"/>
                    <a:pt x="4905" y="3852"/>
                  </a:cubicBezTo>
                  <a:cubicBezTo>
                    <a:pt x="4905" y="3852"/>
                    <a:pt x="4905" y="3754"/>
                    <a:pt x="5011" y="3754"/>
                  </a:cubicBezTo>
                  <a:lnTo>
                    <a:pt x="5011" y="3648"/>
                  </a:lnTo>
                  <a:cubicBezTo>
                    <a:pt x="5011" y="3648"/>
                    <a:pt x="5011" y="3550"/>
                    <a:pt x="5109" y="3550"/>
                  </a:cubicBezTo>
                  <a:cubicBezTo>
                    <a:pt x="5314" y="2732"/>
                    <a:pt x="5314" y="1915"/>
                    <a:pt x="4807" y="1196"/>
                  </a:cubicBezTo>
                  <a:cubicBezTo>
                    <a:pt x="4281" y="407"/>
                    <a:pt x="3457"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1837025" y="881525"/>
              <a:ext cx="148175" cy="130575"/>
            </a:xfrm>
            <a:custGeom>
              <a:avLst/>
              <a:gdLst/>
              <a:ahLst/>
              <a:cxnLst/>
              <a:rect l="l" t="t" r="r" b="b"/>
              <a:pathLst>
                <a:path w="5927" h="5223" extrusionOk="0">
                  <a:moveTo>
                    <a:pt x="2914" y="1"/>
                  </a:moveTo>
                  <a:cubicBezTo>
                    <a:pt x="1920" y="1"/>
                    <a:pt x="993" y="592"/>
                    <a:pt x="614" y="1572"/>
                  </a:cubicBezTo>
                  <a:cubicBezTo>
                    <a:pt x="1" y="2896"/>
                    <a:pt x="614" y="4432"/>
                    <a:pt x="1946" y="5045"/>
                  </a:cubicBezTo>
                  <a:cubicBezTo>
                    <a:pt x="2259" y="5165"/>
                    <a:pt x="2584" y="5222"/>
                    <a:pt x="2906" y="5222"/>
                  </a:cubicBezTo>
                  <a:cubicBezTo>
                    <a:pt x="3945" y="5222"/>
                    <a:pt x="4952" y="4626"/>
                    <a:pt x="5420" y="3615"/>
                  </a:cubicBezTo>
                  <a:cubicBezTo>
                    <a:pt x="5927" y="2283"/>
                    <a:pt x="5314" y="754"/>
                    <a:pt x="3989" y="239"/>
                  </a:cubicBezTo>
                  <a:cubicBezTo>
                    <a:pt x="3637" y="77"/>
                    <a:pt x="3271" y="1"/>
                    <a:pt x="2914"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847250" y="931025"/>
              <a:ext cx="130400" cy="81075"/>
            </a:xfrm>
            <a:custGeom>
              <a:avLst/>
              <a:gdLst/>
              <a:ahLst/>
              <a:cxnLst/>
              <a:rect l="l" t="t" r="r" b="b"/>
              <a:pathLst>
                <a:path w="5216" h="3243" extrusionOk="0">
                  <a:moveTo>
                    <a:pt x="5109" y="0"/>
                  </a:moveTo>
                  <a:cubicBezTo>
                    <a:pt x="5109" y="409"/>
                    <a:pt x="5011" y="711"/>
                    <a:pt x="4905" y="1022"/>
                  </a:cubicBezTo>
                  <a:cubicBezTo>
                    <a:pt x="4518" y="2033"/>
                    <a:pt x="3530" y="2629"/>
                    <a:pt x="2496" y="2629"/>
                  </a:cubicBezTo>
                  <a:cubicBezTo>
                    <a:pt x="2175" y="2629"/>
                    <a:pt x="1850" y="2572"/>
                    <a:pt x="1537" y="2452"/>
                  </a:cubicBezTo>
                  <a:cubicBezTo>
                    <a:pt x="720" y="2142"/>
                    <a:pt x="107" y="1431"/>
                    <a:pt x="0" y="613"/>
                  </a:cubicBezTo>
                  <a:lnTo>
                    <a:pt x="0" y="613"/>
                  </a:lnTo>
                  <a:cubicBezTo>
                    <a:pt x="0" y="1635"/>
                    <a:pt x="613" y="2550"/>
                    <a:pt x="1537" y="3065"/>
                  </a:cubicBezTo>
                  <a:cubicBezTo>
                    <a:pt x="1850" y="3185"/>
                    <a:pt x="2175" y="3242"/>
                    <a:pt x="2497" y="3242"/>
                  </a:cubicBezTo>
                  <a:cubicBezTo>
                    <a:pt x="3536" y="3242"/>
                    <a:pt x="4543" y="2646"/>
                    <a:pt x="5011" y="1635"/>
                  </a:cubicBezTo>
                  <a:cubicBezTo>
                    <a:pt x="5215" y="1120"/>
                    <a:pt x="5215" y="507"/>
                    <a:pt x="5109"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1849900" y="920800"/>
              <a:ext cx="122625" cy="58675"/>
            </a:xfrm>
            <a:custGeom>
              <a:avLst/>
              <a:gdLst/>
              <a:ahLst/>
              <a:cxnLst/>
              <a:rect l="l" t="t" r="r" b="b"/>
              <a:pathLst>
                <a:path w="4905" h="2347" extrusionOk="0">
                  <a:moveTo>
                    <a:pt x="99" y="1"/>
                  </a:moveTo>
                  <a:cubicBezTo>
                    <a:pt x="99" y="99"/>
                    <a:pt x="1" y="99"/>
                    <a:pt x="1" y="99"/>
                  </a:cubicBezTo>
                  <a:lnTo>
                    <a:pt x="1" y="303"/>
                  </a:lnTo>
                  <a:lnTo>
                    <a:pt x="4700" y="2346"/>
                  </a:lnTo>
                  <a:cubicBezTo>
                    <a:pt x="4799" y="2248"/>
                    <a:pt x="4799" y="2248"/>
                    <a:pt x="4799" y="2142"/>
                  </a:cubicBezTo>
                  <a:lnTo>
                    <a:pt x="4905" y="2044"/>
                  </a:lnTo>
                  <a:lnTo>
                    <a:pt x="99"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1849900" y="918150"/>
              <a:ext cx="122625" cy="56225"/>
            </a:xfrm>
            <a:custGeom>
              <a:avLst/>
              <a:gdLst/>
              <a:ahLst/>
              <a:cxnLst/>
              <a:rect l="l" t="t" r="r" b="b"/>
              <a:pathLst>
                <a:path w="4905" h="2249" extrusionOk="0">
                  <a:moveTo>
                    <a:pt x="99" y="0"/>
                  </a:moveTo>
                  <a:lnTo>
                    <a:pt x="99" y="107"/>
                  </a:lnTo>
                  <a:cubicBezTo>
                    <a:pt x="1" y="205"/>
                    <a:pt x="1" y="205"/>
                    <a:pt x="1" y="311"/>
                  </a:cubicBezTo>
                  <a:lnTo>
                    <a:pt x="4799" y="2248"/>
                  </a:lnTo>
                  <a:cubicBezTo>
                    <a:pt x="4799" y="2248"/>
                    <a:pt x="4799" y="2150"/>
                    <a:pt x="4905" y="2150"/>
                  </a:cubicBezTo>
                  <a:lnTo>
                    <a:pt x="4905" y="1946"/>
                  </a:lnTo>
                  <a:lnTo>
                    <a:pt x="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2015825" y="960400"/>
              <a:ext cx="132850" cy="131450"/>
            </a:xfrm>
            <a:custGeom>
              <a:avLst/>
              <a:gdLst/>
              <a:ahLst/>
              <a:cxnLst/>
              <a:rect l="l" t="t" r="r" b="b"/>
              <a:pathLst>
                <a:path w="5314" h="5258" extrusionOk="0">
                  <a:moveTo>
                    <a:pt x="2534" y="1"/>
                  </a:moveTo>
                  <a:cubicBezTo>
                    <a:pt x="2092" y="1"/>
                    <a:pt x="1641" y="113"/>
                    <a:pt x="1227" y="354"/>
                  </a:cubicBezTo>
                  <a:cubicBezTo>
                    <a:pt x="1227" y="460"/>
                    <a:pt x="1128" y="460"/>
                    <a:pt x="1128" y="460"/>
                  </a:cubicBezTo>
                  <a:cubicBezTo>
                    <a:pt x="1022" y="460"/>
                    <a:pt x="1022" y="460"/>
                    <a:pt x="1022" y="558"/>
                  </a:cubicBezTo>
                  <a:lnTo>
                    <a:pt x="924" y="558"/>
                  </a:lnTo>
                  <a:cubicBezTo>
                    <a:pt x="924" y="558"/>
                    <a:pt x="924" y="664"/>
                    <a:pt x="818" y="664"/>
                  </a:cubicBezTo>
                  <a:cubicBezTo>
                    <a:pt x="614" y="869"/>
                    <a:pt x="515" y="967"/>
                    <a:pt x="409" y="1171"/>
                  </a:cubicBezTo>
                  <a:lnTo>
                    <a:pt x="409" y="1277"/>
                  </a:lnTo>
                  <a:cubicBezTo>
                    <a:pt x="311" y="1277"/>
                    <a:pt x="311" y="1375"/>
                    <a:pt x="311" y="1375"/>
                  </a:cubicBezTo>
                  <a:cubicBezTo>
                    <a:pt x="205" y="1375"/>
                    <a:pt x="205" y="1482"/>
                    <a:pt x="205" y="1482"/>
                  </a:cubicBezTo>
                  <a:lnTo>
                    <a:pt x="205" y="1580"/>
                  </a:lnTo>
                  <a:cubicBezTo>
                    <a:pt x="205" y="1686"/>
                    <a:pt x="107" y="1686"/>
                    <a:pt x="107" y="1686"/>
                  </a:cubicBezTo>
                  <a:lnTo>
                    <a:pt x="107" y="1890"/>
                  </a:lnTo>
                  <a:cubicBezTo>
                    <a:pt x="1" y="1988"/>
                    <a:pt x="1" y="2095"/>
                    <a:pt x="1" y="2095"/>
                  </a:cubicBezTo>
                  <a:lnTo>
                    <a:pt x="1" y="2193"/>
                  </a:lnTo>
                  <a:lnTo>
                    <a:pt x="1" y="2299"/>
                  </a:lnTo>
                  <a:lnTo>
                    <a:pt x="1" y="2397"/>
                  </a:lnTo>
                  <a:lnTo>
                    <a:pt x="1" y="2601"/>
                  </a:lnTo>
                  <a:lnTo>
                    <a:pt x="1" y="2806"/>
                  </a:lnTo>
                  <a:lnTo>
                    <a:pt x="1" y="2912"/>
                  </a:lnTo>
                  <a:lnTo>
                    <a:pt x="1" y="3116"/>
                  </a:lnTo>
                  <a:cubicBezTo>
                    <a:pt x="1" y="3214"/>
                    <a:pt x="1" y="3321"/>
                    <a:pt x="107" y="3419"/>
                  </a:cubicBezTo>
                  <a:lnTo>
                    <a:pt x="107" y="3623"/>
                  </a:lnTo>
                  <a:lnTo>
                    <a:pt x="205" y="3623"/>
                  </a:lnTo>
                  <a:lnTo>
                    <a:pt x="205" y="3827"/>
                  </a:lnTo>
                  <a:cubicBezTo>
                    <a:pt x="311" y="3827"/>
                    <a:pt x="311" y="3827"/>
                    <a:pt x="311" y="3934"/>
                  </a:cubicBezTo>
                  <a:cubicBezTo>
                    <a:pt x="311" y="3934"/>
                    <a:pt x="409" y="4032"/>
                    <a:pt x="409" y="4138"/>
                  </a:cubicBezTo>
                  <a:cubicBezTo>
                    <a:pt x="614" y="4440"/>
                    <a:pt x="1022" y="4751"/>
                    <a:pt x="1333" y="4955"/>
                  </a:cubicBezTo>
                  <a:cubicBezTo>
                    <a:pt x="1431" y="4955"/>
                    <a:pt x="1537" y="5053"/>
                    <a:pt x="1635" y="5053"/>
                  </a:cubicBezTo>
                  <a:cubicBezTo>
                    <a:pt x="1635" y="5053"/>
                    <a:pt x="1741" y="5053"/>
                    <a:pt x="1840" y="5160"/>
                  </a:cubicBezTo>
                  <a:lnTo>
                    <a:pt x="2044" y="5160"/>
                  </a:lnTo>
                  <a:cubicBezTo>
                    <a:pt x="2248" y="5258"/>
                    <a:pt x="2453" y="5258"/>
                    <a:pt x="2559" y="5258"/>
                  </a:cubicBezTo>
                  <a:cubicBezTo>
                    <a:pt x="2967" y="5258"/>
                    <a:pt x="3376" y="5160"/>
                    <a:pt x="3785" y="4955"/>
                  </a:cubicBezTo>
                  <a:lnTo>
                    <a:pt x="3883" y="4849"/>
                  </a:lnTo>
                  <a:lnTo>
                    <a:pt x="3989" y="4849"/>
                  </a:lnTo>
                  <a:lnTo>
                    <a:pt x="3989" y="4751"/>
                  </a:lnTo>
                  <a:cubicBezTo>
                    <a:pt x="4087" y="4751"/>
                    <a:pt x="4087" y="4751"/>
                    <a:pt x="4193" y="4645"/>
                  </a:cubicBezTo>
                  <a:lnTo>
                    <a:pt x="4292" y="4547"/>
                  </a:lnTo>
                  <a:cubicBezTo>
                    <a:pt x="4292" y="4547"/>
                    <a:pt x="4398" y="4547"/>
                    <a:pt x="4398" y="4440"/>
                  </a:cubicBezTo>
                  <a:lnTo>
                    <a:pt x="4496" y="4440"/>
                  </a:lnTo>
                  <a:cubicBezTo>
                    <a:pt x="4496" y="4342"/>
                    <a:pt x="4496" y="4342"/>
                    <a:pt x="4602" y="4236"/>
                  </a:cubicBezTo>
                  <a:cubicBezTo>
                    <a:pt x="4700" y="4138"/>
                    <a:pt x="4700" y="4138"/>
                    <a:pt x="4700" y="4032"/>
                  </a:cubicBezTo>
                  <a:cubicBezTo>
                    <a:pt x="4806" y="4032"/>
                    <a:pt x="4806" y="4032"/>
                    <a:pt x="4806" y="3934"/>
                  </a:cubicBezTo>
                  <a:lnTo>
                    <a:pt x="4905" y="3827"/>
                  </a:lnTo>
                  <a:lnTo>
                    <a:pt x="4905" y="3729"/>
                  </a:lnTo>
                  <a:lnTo>
                    <a:pt x="4905" y="3623"/>
                  </a:lnTo>
                  <a:cubicBezTo>
                    <a:pt x="5011" y="3623"/>
                    <a:pt x="5011" y="3623"/>
                    <a:pt x="5011" y="3525"/>
                  </a:cubicBezTo>
                  <a:cubicBezTo>
                    <a:pt x="5313" y="2806"/>
                    <a:pt x="5215" y="1890"/>
                    <a:pt x="4700" y="1171"/>
                  </a:cubicBezTo>
                  <a:cubicBezTo>
                    <a:pt x="4230" y="430"/>
                    <a:pt x="3398" y="1"/>
                    <a:pt x="253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2000500" y="947950"/>
              <a:ext cx="145725" cy="130550"/>
            </a:xfrm>
            <a:custGeom>
              <a:avLst/>
              <a:gdLst/>
              <a:ahLst/>
              <a:cxnLst/>
              <a:rect l="l" t="t" r="r" b="b"/>
              <a:pathLst>
                <a:path w="5829" h="5222" extrusionOk="0">
                  <a:moveTo>
                    <a:pt x="2811" y="0"/>
                  </a:moveTo>
                  <a:cubicBezTo>
                    <a:pt x="1818" y="0"/>
                    <a:pt x="888" y="591"/>
                    <a:pt x="515" y="1571"/>
                  </a:cubicBezTo>
                  <a:cubicBezTo>
                    <a:pt x="1" y="2895"/>
                    <a:pt x="614" y="4432"/>
                    <a:pt x="1946" y="5045"/>
                  </a:cubicBezTo>
                  <a:cubicBezTo>
                    <a:pt x="2259" y="5165"/>
                    <a:pt x="2584" y="5222"/>
                    <a:pt x="2904" y="5222"/>
                  </a:cubicBezTo>
                  <a:cubicBezTo>
                    <a:pt x="3939" y="5222"/>
                    <a:pt x="4926" y="4625"/>
                    <a:pt x="5313" y="3614"/>
                  </a:cubicBezTo>
                  <a:cubicBezTo>
                    <a:pt x="5828" y="2282"/>
                    <a:pt x="5215" y="754"/>
                    <a:pt x="3883" y="239"/>
                  </a:cubicBezTo>
                  <a:cubicBezTo>
                    <a:pt x="3533" y="77"/>
                    <a:pt x="3168" y="0"/>
                    <a:pt x="2811"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2008275" y="999875"/>
              <a:ext cx="132825" cy="78625"/>
            </a:xfrm>
            <a:custGeom>
              <a:avLst/>
              <a:gdLst/>
              <a:ahLst/>
              <a:cxnLst/>
              <a:rect l="l" t="t" r="r" b="b"/>
              <a:pathLst>
                <a:path w="5313" h="3145" extrusionOk="0">
                  <a:moveTo>
                    <a:pt x="5108" y="1"/>
                  </a:moveTo>
                  <a:cubicBezTo>
                    <a:pt x="5108" y="311"/>
                    <a:pt x="5108" y="614"/>
                    <a:pt x="4904" y="1022"/>
                  </a:cubicBezTo>
                  <a:cubicBezTo>
                    <a:pt x="4525" y="2002"/>
                    <a:pt x="3598" y="2593"/>
                    <a:pt x="2604" y="2593"/>
                  </a:cubicBezTo>
                  <a:cubicBezTo>
                    <a:pt x="2247" y="2593"/>
                    <a:pt x="1881" y="2517"/>
                    <a:pt x="1529" y="2355"/>
                  </a:cubicBezTo>
                  <a:cubicBezTo>
                    <a:pt x="711" y="2044"/>
                    <a:pt x="204" y="1333"/>
                    <a:pt x="0" y="516"/>
                  </a:cubicBezTo>
                  <a:lnTo>
                    <a:pt x="0" y="516"/>
                  </a:lnTo>
                  <a:cubicBezTo>
                    <a:pt x="0" y="1537"/>
                    <a:pt x="613" y="2559"/>
                    <a:pt x="1635" y="2968"/>
                  </a:cubicBezTo>
                  <a:cubicBezTo>
                    <a:pt x="1948" y="3088"/>
                    <a:pt x="2273" y="3145"/>
                    <a:pt x="2593" y="3145"/>
                  </a:cubicBezTo>
                  <a:cubicBezTo>
                    <a:pt x="3628" y="3145"/>
                    <a:pt x="4615" y="2548"/>
                    <a:pt x="5002" y="1537"/>
                  </a:cubicBezTo>
                  <a:cubicBezTo>
                    <a:pt x="5207" y="1022"/>
                    <a:pt x="5313" y="516"/>
                    <a:pt x="5108"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2010725" y="987225"/>
              <a:ext cx="122625" cy="58650"/>
            </a:xfrm>
            <a:custGeom>
              <a:avLst/>
              <a:gdLst/>
              <a:ahLst/>
              <a:cxnLst/>
              <a:rect l="l" t="t" r="r" b="b"/>
              <a:pathLst>
                <a:path w="4905" h="2346" extrusionOk="0">
                  <a:moveTo>
                    <a:pt x="106" y="0"/>
                  </a:moveTo>
                  <a:lnTo>
                    <a:pt x="106" y="98"/>
                  </a:lnTo>
                  <a:cubicBezTo>
                    <a:pt x="0" y="204"/>
                    <a:pt x="0" y="302"/>
                    <a:pt x="0" y="409"/>
                  </a:cubicBezTo>
                  <a:lnTo>
                    <a:pt x="4806" y="2346"/>
                  </a:lnTo>
                  <a:cubicBezTo>
                    <a:pt x="4806" y="2248"/>
                    <a:pt x="4806" y="2248"/>
                    <a:pt x="4904" y="2141"/>
                  </a:cubicBezTo>
                  <a:lnTo>
                    <a:pt x="4904" y="2043"/>
                  </a:lnTo>
                  <a:lnTo>
                    <a:pt x="106"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2010725" y="984550"/>
              <a:ext cx="125275" cy="58875"/>
            </a:xfrm>
            <a:custGeom>
              <a:avLst/>
              <a:gdLst/>
              <a:ahLst/>
              <a:cxnLst/>
              <a:rect l="l" t="t" r="r" b="b"/>
              <a:pathLst>
                <a:path w="5011" h="2355" extrusionOk="0">
                  <a:moveTo>
                    <a:pt x="205" y="1"/>
                  </a:moveTo>
                  <a:cubicBezTo>
                    <a:pt x="106" y="1"/>
                    <a:pt x="106" y="107"/>
                    <a:pt x="106" y="107"/>
                  </a:cubicBezTo>
                  <a:cubicBezTo>
                    <a:pt x="106" y="205"/>
                    <a:pt x="106" y="205"/>
                    <a:pt x="0" y="311"/>
                  </a:cubicBezTo>
                  <a:lnTo>
                    <a:pt x="4806" y="2355"/>
                  </a:lnTo>
                  <a:cubicBezTo>
                    <a:pt x="4904" y="2248"/>
                    <a:pt x="4904" y="2248"/>
                    <a:pt x="4904" y="2150"/>
                  </a:cubicBezTo>
                  <a:cubicBezTo>
                    <a:pt x="4904" y="2150"/>
                    <a:pt x="4904" y="2044"/>
                    <a:pt x="5010" y="2044"/>
                  </a:cubicBezTo>
                  <a:lnTo>
                    <a:pt x="2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2176850" y="1027900"/>
              <a:ext cx="132825" cy="130375"/>
            </a:xfrm>
            <a:custGeom>
              <a:avLst/>
              <a:gdLst/>
              <a:ahLst/>
              <a:cxnLst/>
              <a:rect l="l" t="t" r="r" b="b"/>
              <a:pathLst>
                <a:path w="5313" h="5215" extrusionOk="0">
                  <a:moveTo>
                    <a:pt x="2562" y="1"/>
                  </a:moveTo>
                  <a:cubicBezTo>
                    <a:pt x="2135" y="1"/>
                    <a:pt x="1707" y="102"/>
                    <a:pt x="1324" y="310"/>
                  </a:cubicBezTo>
                  <a:lnTo>
                    <a:pt x="1226" y="310"/>
                  </a:lnTo>
                  <a:cubicBezTo>
                    <a:pt x="1226" y="416"/>
                    <a:pt x="1226" y="416"/>
                    <a:pt x="1120" y="416"/>
                  </a:cubicBezTo>
                  <a:cubicBezTo>
                    <a:pt x="1120" y="416"/>
                    <a:pt x="1120" y="514"/>
                    <a:pt x="1022" y="514"/>
                  </a:cubicBezTo>
                  <a:lnTo>
                    <a:pt x="916" y="621"/>
                  </a:lnTo>
                  <a:lnTo>
                    <a:pt x="817" y="621"/>
                  </a:lnTo>
                  <a:cubicBezTo>
                    <a:pt x="711" y="825"/>
                    <a:pt x="507" y="1029"/>
                    <a:pt x="409" y="1234"/>
                  </a:cubicBezTo>
                  <a:lnTo>
                    <a:pt x="303" y="1332"/>
                  </a:lnTo>
                  <a:lnTo>
                    <a:pt x="303" y="1438"/>
                  </a:lnTo>
                  <a:cubicBezTo>
                    <a:pt x="204" y="1536"/>
                    <a:pt x="204" y="1536"/>
                    <a:pt x="204" y="1642"/>
                  </a:cubicBezTo>
                  <a:cubicBezTo>
                    <a:pt x="98" y="1740"/>
                    <a:pt x="98" y="1847"/>
                    <a:pt x="98" y="1847"/>
                  </a:cubicBezTo>
                  <a:cubicBezTo>
                    <a:pt x="98" y="1945"/>
                    <a:pt x="98" y="2051"/>
                    <a:pt x="0" y="2051"/>
                  </a:cubicBezTo>
                  <a:lnTo>
                    <a:pt x="0" y="2149"/>
                  </a:lnTo>
                  <a:lnTo>
                    <a:pt x="0" y="2353"/>
                  </a:lnTo>
                  <a:lnTo>
                    <a:pt x="0" y="2558"/>
                  </a:lnTo>
                  <a:lnTo>
                    <a:pt x="0" y="2664"/>
                  </a:lnTo>
                  <a:lnTo>
                    <a:pt x="0" y="2868"/>
                  </a:lnTo>
                  <a:lnTo>
                    <a:pt x="0" y="3073"/>
                  </a:lnTo>
                  <a:lnTo>
                    <a:pt x="0" y="3171"/>
                  </a:lnTo>
                  <a:cubicBezTo>
                    <a:pt x="98" y="3171"/>
                    <a:pt x="98" y="3277"/>
                    <a:pt x="98" y="3375"/>
                  </a:cubicBezTo>
                  <a:cubicBezTo>
                    <a:pt x="98" y="3481"/>
                    <a:pt x="204" y="3481"/>
                    <a:pt x="204" y="3580"/>
                  </a:cubicBezTo>
                  <a:lnTo>
                    <a:pt x="204" y="3686"/>
                  </a:lnTo>
                  <a:lnTo>
                    <a:pt x="303" y="3784"/>
                  </a:lnTo>
                  <a:lnTo>
                    <a:pt x="303" y="3890"/>
                  </a:lnTo>
                  <a:cubicBezTo>
                    <a:pt x="409" y="3890"/>
                    <a:pt x="409" y="3988"/>
                    <a:pt x="409" y="4094"/>
                  </a:cubicBezTo>
                  <a:cubicBezTo>
                    <a:pt x="711" y="4397"/>
                    <a:pt x="1022" y="4707"/>
                    <a:pt x="1431" y="4912"/>
                  </a:cubicBezTo>
                  <a:cubicBezTo>
                    <a:pt x="1431" y="4912"/>
                    <a:pt x="1529" y="5010"/>
                    <a:pt x="1635" y="5010"/>
                  </a:cubicBezTo>
                  <a:cubicBezTo>
                    <a:pt x="1733" y="5010"/>
                    <a:pt x="1839" y="5116"/>
                    <a:pt x="1839" y="5116"/>
                  </a:cubicBezTo>
                  <a:lnTo>
                    <a:pt x="2142" y="5116"/>
                  </a:lnTo>
                  <a:cubicBezTo>
                    <a:pt x="2248" y="5214"/>
                    <a:pt x="2452" y="5214"/>
                    <a:pt x="2657" y="5214"/>
                  </a:cubicBezTo>
                  <a:cubicBezTo>
                    <a:pt x="2959" y="5214"/>
                    <a:pt x="3368" y="5116"/>
                    <a:pt x="3776" y="4912"/>
                  </a:cubicBezTo>
                  <a:cubicBezTo>
                    <a:pt x="3883" y="4912"/>
                    <a:pt x="3883" y="4912"/>
                    <a:pt x="3883" y="4806"/>
                  </a:cubicBezTo>
                  <a:lnTo>
                    <a:pt x="3981" y="4806"/>
                  </a:lnTo>
                  <a:cubicBezTo>
                    <a:pt x="3981" y="4806"/>
                    <a:pt x="4087" y="4806"/>
                    <a:pt x="4087" y="4707"/>
                  </a:cubicBezTo>
                  <a:cubicBezTo>
                    <a:pt x="4087" y="4707"/>
                    <a:pt x="4185" y="4707"/>
                    <a:pt x="4185" y="4601"/>
                  </a:cubicBezTo>
                  <a:lnTo>
                    <a:pt x="4291" y="4601"/>
                  </a:lnTo>
                  <a:cubicBezTo>
                    <a:pt x="4389" y="4503"/>
                    <a:pt x="4389" y="4503"/>
                    <a:pt x="4389" y="4397"/>
                  </a:cubicBezTo>
                  <a:lnTo>
                    <a:pt x="4496" y="4397"/>
                  </a:lnTo>
                  <a:cubicBezTo>
                    <a:pt x="4496" y="4299"/>
                    <a:pt x="4594" y="4299"/>
                    <a:pt x="4594" y="4299"/>
                  </a:cubicBezTo>
                  <a:cubicBezTo>
                    <a:pt x="4594" y="4193"/>
                    <a:pt x="4594" y="4193"/>
                    <a:pt x="4700" y="4193"/>
                  </a:cubicBezTo>
                  <a:cubicBezTo>
                    <a:pt x="4700" y="4193"/>
                    <a:pt x="4700" y="4094"/>
                    <a:pt x="4798" y="3988"/>
                  </a:cubicBezTo>
                  <a:cubicBezTo>
                    <a:pt x="4798" y="3890"/>
                    <a:pt x="4904" y="3890"/>
                    <a:pt x="4904" y="3784"/>
                  </a:cubicBezTo>
                  <a:cubicBezTo>
                    <a:pt x="5002" y="3686"/>
                    <a:pt x="5002" y="3686"/>
                    <a:pt x="5002" y="3580"/>
                  </a:cubicBezTo>
                  <a:lnTo>
                    <a:pt x="5002" y="3481"/>
                  </a:lnTo>
                  <a:cubicBezTo>
                    <a:pt x="5313" y="2762"/>
                    <a:pt x="5207" y="1847"/>
                    <a:pt x="4700" y="1127"/>
                  </a:cubicBezTo>
                  <a:cubicBezTo>
                    <a:pt x="4224" y="387"/>
                    <a:pt x="3395" y="1"/>
                    <a:pt x="2562"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2161525" y="1015900"/>
              <a:ext cx="148150" cy="129025"/>
            </a:xfrm>
            <a:custGeom>
              <a:avLst/>
              <a:gdLst/>
              <a:ahLst/>
              <a:cxnLst/>
              <a:rect l="l" t="t" r="r" b="b"/>
              <a:pathLst>
                <a:path w="5926" h="5161" extrusionOk="0">
                  <a:moveTo>
                    <a:pt x="3021" y="0"/>
                  </a:moveTo>
                  <a:cubicBezTo>
                    <a:pt x="1981" y="0"/>
                    <a:pt x="975" y="597"/>
                    <a:pt x="507" y="1607"/>
                  </a:cubicBezTo>
                  <a:cubicBezTo>
                    <a:pt x="0" y="2940"/>
                    <a:pt x="613" y="4468"/>
                    <a:pt x="1937" y="4983"/>
                  </a:cubicBezTo>
                  <a:cubicBezTo>
                    <a:pt x="2252" y="5103"/>
                    <a:pt x="2578" y="5160"/>
                    <a:pt x="2899" y="5160"/>
                  </a:cubicBezTo>
                  <a:cubicBezTo>
                    <a:pt x="3936" y="5160"/>
                    <a:pt x="4920" y="4564"/>
                    <a:pt x="5313" y="3553"/>
                  </a:cubicBezTo>
                  <a:cubicBezTo>
                    <a:pt x="5926" y="2220"/>
                    <a:pt x="5313" y="692"/>
                    <a:pt x="3981" y="177"/>
                  </a:cubicBezTo>
                  <a:cubicBezTo>
                    <a:pt x="3667" y="57"/>
                    <a:pt x="3342" y="0"/>
                    <a:pt x="3021"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2169075" y="1066300"/>
              <a:ext cx="132850" cy="78625"/>
            </a:xfrm>
            <a:custGeom>
              <a:avLst/>
              <a:gdLst/>
              <a:ahLst/>
              <a:cxnLst/>
              <a:rect l="l" t="t" r="r" b="b"/>
              <a:pathLst>
                <a:path w="5314" h="3145" extrusionOk="0">
                  <a:moveTo>
                    <a:pt x="5215" y="0"/>
                  </a:moveTo>
                  <a:cubicBezTo>
                    <a:pt x="5215" y="311"/>
                    <a:pt x="5109" y="719"/>
                    <a:pt x="5011" y="1022"/>
                  </a:cubicBezTo>
                  <a:cubicBezTo>
                    <a:pt x="4560" y="2002"/>
                    <a:pt x="3609" y="2593"/>
                    <a:pt x="2611" y="2593"/>
                  </a:cubicBezTo>
                  <a:cubicBezTo>
                    <a:pt x="2252" y="2593"/>
                    <a:pt x="1887" y="2516"/>
                    <a:pt x="1537" y="2354"/>
                  </a:cubicBezTo>
                  <a:cubicBezTo>
                    <a:pt x="818" y="2044"/>
                    <a:pt x="205" y="1332"/>
                    <a:pt x="1" y="515"/>
                  </a:cubicBezTo>
                  <a:lnTo>
                    <a:pt x="1" y="515"/>
                  </a:lnTo>
                  <a:cubicBezTo>
                    <a:pt x="1" y="1537"/>
                    <a:pt x="614" y="2558"/>
                    <a:pt x="1635" y="2967"/>
                  </a:cubicBezTo>
                  <a:cubicBezTo>
                    <a:pt x="1950" y="3087"/>
                    <a:pt x="2276" y="3144"/>
                    <a:pt x="2597" y="3144"/>
                  </a:cubicBezTo>
                  <a:cubicBezTo>
                    <a:pt x="3634" y="3144"/>
                    <a:pt x="4618" y="2548"/>
                    <a:pt x="5011" y="1537"/>
                  </a:cubicBezTo>
                  <a:cubicBezTo>
                    <a:pt x="5313" y="1022"/>
                    <a:pt x="5313" y="515"/>
                    <a:pt x="5215"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2171725" y="1056075"/>
              <a:ext cx="122625" cy="56225"/>
            </a:xfrm>
            <a:custGeom>
              <a:avLst/>
              <a:gdLst/>
              <a:ahLst/>
              <a:cxnLst/>
              <a:rect l="l" t="t" r="r" b="b"/>
              <a:pathLst>
                <a:path w="4905" h="2249" extrusionOk="0">
                  <a:moveTo>
                    <a:pt x="99" y="0"/>
                  </a:moveTo>
                  <a:lnTo>
                    <a:pt x="99" y="107"/>
                  </a:lnTo>
                  <a:cubicBezTo>
                    <a:pt x="99" y="107"/>
                    <a:pt x="99" y="205"/>
                    <a:pt x="1" y="311"/>
                  </a:cubicBezTo>
                  <a:lnTo>
                    <a:pt x="4799" y="2248"/>
                  </a:lnTo>
                  <a:cubicBezTo>
                    <a:pt x="4799" y="2248"/>
                    <a:pt x="4905" y="2150"/>
                    <a:pt x="4905" y="2044"/>
                  </a:cubicBezTo>
                  <a:lnTo>
                    <a:pt x="4905" y="1946"/>
                  </a:lnTo>
                  <a:lnTo>
                    <a:pt x="99"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2174175" y="1050975"/>
              <a:ext cx="122625" cy="58875"/>
            </a:xfrm>
            <a:custGeom>
              <a:avLst/>
              <a:gdLst/>
              <a:ahLst/>
              <a:cxnLst/>
              <a:rect l="l" t="t" r="r" b="b"/>
              <a:pathLst>
                <a:path w="4905" h="2355" extrusionOk="0">
                  <a:moveTo>
                    <a:pt x="107" y="0"/>
                  </a:moveTo>
                  <a:cubicBezTo>
                    <a:pt x="107" y="106"/>
                    <a:pt x="107" y="106"/>
                    <a:pt x="1" y="204"/>
                  </a:cubicBezTo>
                  <a:lnTo>
                    <a:pt x="1" y="311"/>
                  </a:lnTo>
                  <a:lnTo>
                    <a:pt x="4807" y="2354"/>
                  </a:lnTo>
                  <a:lnTo>
                    <a:pt x="4807" y="2150"/>
                  </a:lnTo>
                  <a:cubicBezTo>
                    <a:pt x="4905" y="2150"/>
                    <a:pt x="4905" y="2043"/>
                    <a:pt x="4905" y="2043"/>
                  </a:cubicBezTo>
                  <a:lnTo>
                    <a:pt x="10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1466775" y="908700"/>
              <a:ext cx="132850" cy="130700"/>
            </a:xfrm>
            <a:custGeom>
              <a:avLst/>
              <a:gdLst/>
              <a:ahLst/>
              <a:cxnLst/>
              <a:rect l="l" t="t" r="r" b="b"/>
              <a:pathLst>
                <a:path w="5314" h="5228" extrusionOk="0">
                  <a:moveTo>
                    <a:pt x="2633" y="0"/>
                  </a:moveTo>
                  <a:cubicBezTo>
                    <a:pt x="2180" y="0"/>
                    <a:pt x="1727" y="125"/>
                    <a:pt x="1325" y="378"/>
                  </a:cubicBezTo>
                  <a:cubicBezTo>
                    <a:pt x="1227" y="378"/>
                    <a:pt x="1227" y="485"/>
                    <a:pt x="1120" y="485"/>
                  </a:cubicBezTo>
                  <a:lnTo>
                    <a:pt x="1120" y="583"/>
                  </a:lnTo>
                  <a:lnTo>
                    <a:pt x="1022" y="583"/>
                  </a:lnTo>
                  <a:lnTo>
                    <a:pt x="916" y="689"/>
                  </a:lnTo>
                  <a:lnTo>
                    <a:pt x="409" y="1196"/>
                  </a:lnTo>
                  <a:cubicBezTo>
                    <a:pt x="409" y="1302"/>
                    <a:pt x="409" y="1400"/>
                    <a:pt x="303" y="1400"/>
                  </a:cubicBezTo>
                  <a:lnTo>
                    <a:pt x="303" y="1506"/>
                  </a:lnTo>
                  <a:cubicBezTo>
                    <a:pt x="303" y="1506"/>
                    <a:pt x="303" y="1604"/>
                    <a:pt x="205" y="1604"/>
                  </a:cubicBezTo>
                  <a:lnTo>
                    <a:pt x="205" y="1711"/>
                  </a:lnTo>
                  <a:cubicBezTo>
                    <a:pt x="205" y="1711"/>
                    <a:pt x="205" y="1809"/>
                    <a:pt x="99" y="1915"/>
                  </a:cubicBezTo>
                  <a:lnTo>
                    <a:pt x="99" y="2119"/>
                  </a:lnTo>
                  <a:lnTo>
                    <a:pt x="99" y="2217"/>
                  </a:lnTo>
                  <a:lnTo>
                    <a:pt x="99" y="2324"/>
                  </a:lnTo>
                  <a:lnTo>
                    <a:pt x="1" y="2422"/>
                  </a:lnTo>
                  <a:lnTo>
                    <a:pt x="1" y="2626"/>
                  </a:lnTo>
                  <a:lnTo>
                    <a:pt x="1" y="2830"/>
                  </a:lnTo>
                  <a:cubicBezTo>
                    <a:pt x="1" y="2937"/>
                    <a:pt x="99" y="2937"/>
                    <a:pt x="99" y="2937"/>
                  </a:cubicBezTo>
                  <a:lnTo>
                    <a:pt x="99" y="3141"/>
                  </a:lnTo>
                  <a:lnTo>
                    <a:pt x="99" y="3345"/>
                  </a:lnTo>
                  <a:lnTo>
                    <a:pt x="99" y="3443"/>
                  </a:lnTo>
                  <a:cubicBezTo>
                    <a:pt x="205" y="3443"/>
                    <a:pt x="205" y="3550"/>
                    <a:pt x="205" y="3648"/>
                  </a:cubicBezTo>
                  <a:cubicBezTo>
                    <a:pt x="303" y="3754"/>
                    <a:pt x="303" y="3754"/>
                    <a:pt x="303" y="3852"/>
                  </a:cubicBezTo>
                  <a:lnTo>
                    <a:pt x="409" y="3852"/>
                  </a:lnTo>
                  <a:cubicBezTo>
                    <a:pt x="409" y="3958"/>
                    <a:pt x="409" y="4056"/>
                    <a:pt x="507" y="4056"/>
                  </a:cubicBezTo>
                  <a:cubicBezTo>
                    <a:pt x="712" y="4465"/>
                    <a:pt x="1120" y="4776"/>
                    <a:pt x="1431" y="4980"/>
                  </a:cubicBezTo>
                  <a:cubicBezTo>
                    <a:pt x="1529" y="4980"/>
                    <a:pt x="1635" y="4980"/>
                    <a:pt x="1635" y="5078"/>
                  </a:cubicBezTo>
                  <a:lnTo>
                    <a:pt x="1938" y="5078"/>
                  </a:lnTo>
                  <a:cubicBezTo>
                    <a:pt x="1938" y="5184"/>
                    <a:pt x="2044" y="5184"/>
                    <a:pt x="2142" y="5184"/>
                  </a:cubicBezTo>
                  <a:cubicBezTo>
                    <a:pt x="2278" y="5184"/>
                    <a:pt x="2371" y="5228"/>
                    <a:pt x="2478" y="5228"/>
                  </a:cubicBezTo>
                  <a:cubicBezTo>
                    <a:pt x="2532" y="5228"/>
                    <a:pt x="2589" y="5217"/>
                    <a:pt x="2657" y="5184"/>
                  </a:cubicBezTo>
                  <a:cubicBezTo>
                    <a:pt x="3066" y="5184"/>
                    <a:pt x="3474" y="5184"/>
                    <a:pt x="3777" y="4980"/>
                  </a:cubicBezTo>
                  <a:lnTo>
                    <a:pt x="3883" y="4980"/>
                  </a:lnTo>
                  <a:cubicBezTo>
                    <a:pt x="3883" y="4874"/>
                    <a:pt x="3883" y="4874"/>
                    <a:pt x="3981" y="4874"/>
                  </a:cubicBezTo>
                  <a:lnTo>
                    <a:pt x="4087" y="4776"/>
                  </a:lnTo>
                  <a:cubicBezTo>
                    <a:pt x="4185" y="4776"/>
                    <a:pt x="4185" y="4669"/>
                    <a:pt x="4292" y="4669"/>
                  </a:cubicBezTo>
                  <a:cubicBezTo>
                    <a:pt x="4292" y="4571"/>
                    <a:pt x="4292" y="4571"/>
                    <a:pt x="4390" y="4571"/>
                  </a:cubicBezTo>
                  <a:cubicBezTo>
                    <a:pt x="4390" y="4571"/>
                    <a:pt x="4390" y="4465"/>
                    <a:pt x="4496" y="4465"/>
                  </a:cubicBezTo>
                  <a:lnTo>
                    <a:pt x="4496" y="4367"/>
                  </a:lnTo>
                  <a:cubicBezTo>
                    <a:pt x="4594" y="4367"/>
                    <a:pt x="4594" y="4367"/>
                    <a:pt x="4594" y="4261"/>
                  </a:cubicBezTo>
                  <a:lnTo>
                    <a:pt x="4700" y="4261"/>
                  </a:lnTo>
                  <a:cubicBezTo>
                    <a:pt x="4700" y="4163"/>
                    <a:pt x="4798" y="4163"/>
                    <a:pt x="4798" y="4056"/>
                  </a:cubicBezTo>
                  <a:cubicBezTo>
                    <a:pt x="4798" y="4056"/>
                    <a:pt x="4798" y="3958"/>
                    <a:pt x="4905" y="3958"/>
                  </a:cubicBezTo>
                  <a:lnTo>
                    <a:pt x="4905" y="3852"/>
                  </a:lnTo>
                  <a:lnTo>
                    <a:pt x="5003" y="3754"/>
                  </a:lnTo>
                  <a:lnTo>
                    <a:pt x="5003" y="3648"/>
                  </a:lnTo>
                  <a:lnTo>
                    <a:pt x="5109" y="3550"/>
                  </a:lnTo>
                  <a:cubicBezTo>
                    <a:pt x="5313" y="2732"/>
                    <a:pt x="5313" y="1915"/>
                    <a:pt x="4798" y="1196"/>
                  </a:cubicBezTo>
                  <a:cubicBezTo>
                    <a:pt x="4272" y="407"/>
                    <a:pt x="3452" y="0"/>
                    <a:pt x="263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1451450" y="896850"/>
              <a:ext cx="148175" cy="130575"/>
            </a:xfrm>
            <a:custGeom>
              <a:avLst/>
              <a:gdLst/>
              <a:ahLst/>
              <a:cxnLst/>
              <a:rect l="l" t="t" r="r" b="b"/>
              <a:pathLst>
                <a:path w="5927" h="5223" extrusionOk="0">
                  <a:moveTo>
                    <a:pt x="2909" y="1"/>
                  </a:moveTo>
                  <a:cubicBezTo>
                    <a:pt x="1916" y="1"/>
                    <a:pt x="986" y="592"/>
                    <a:pt x="614" y="1572"/>
                  </a:cubicBezTo>
                  <a:cubicBezTo>
                    <a:pt x="1" y="2896"/>
                    <a:pt x="614" y="4432"/>
                    <a:pt x="1938" y="5045"/>
                  </a:cubicBezTo>
                  <a:cubicBezTo>
                    <a:pt x="2253" y="5165"/>
                    <a:pt x="2579" y="5222"/>
                    <a:pt x="2901" y="5222"/>
                  </a:cubicBezTo>
                  <a:cubicBezTo>
                    <a:pt x="3942" y="5222"/>
                    <a:pt x="4943" y="4626"/>
                    <a:pt x="5411" y="3615"/>
                  </a:cubicBezTo>
                  <a:cubicBezTo>
                    <a:pt x="5926" y="2283"/>
                    <a:pt x="5313" y="754"/>
                    <a:pt x="3981" y="239"/>
                  </a:cubicBezTo>
                  <a:cubicBezTo>
                    <a:pt x="3631" y="77"/>
                    <a:pt x="3266" y="1"/>
                    <a:pt x="2909"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461675" y="948800"/>
              <a:ext cx="130175" cy="78625"/>
            </a:xfrm>
            <a:custGeom>
              <a:avLst/>
              <a:gdLst/>
              <a:ahLst/>
              <a:cxnLst/>
              <a:rect l="l" t="t" r="r" b="b"/>
              <a:pathLst>
                <a:path w="5207" h="3145" extrusionOk="0">
                  <a:moveTo>
                    <a:pt x="5109" y="0"/>
                  </a:moveTo>
                  <a:cubicBezTo>
                    <a:pt x="5109" y="311"/>
                    <a:pt x="5109" y="613"/>
                    <a:pt x="4904" y="924"/>
                  </a:cubicBezTo>
                  <a:cubicBezTo>
                    <a:pt x="4511" y="1935"/>
                    <a:pt x="3527" y="2531"/>
                    <a:pt x="2491" y="2531"/>
                  </a:cubicBezTo>
                  <a:cubicBezTo>
                    <a:pt x="2170" y="2531"/>
                    <a:pt x="1844" y="2474"/>
                    <a:pt x="1529" y="2354"/>
                  </a:cubicBezTo>
                  <a:cubicBezTo>
                    <a:pt x="711" y="2044"/>
                    <a:pt x="205" y="1333"/>
                    <a:pt x="0" y="515"/>
                  </a:cubicBezTo>
                  <a:lnTo>
                    <a:pt x="0" y="515"/>
                  </a:lnTo>
                  <a:cubicBezTo>
                    <a:pt x="0" y="1537"/>
                    <a:pt x="613" y="2559"/>
                    <a:pt x="1529" y="2967"/>
                  </a:cubicBezTo>
                  <a:cubicBezTo>
                    <a:pt x="1844" y="3087"/>
                    <a:pt x="2170" y="3144"/>
                    <a:pt x="2492" y="3144"/>
                  </a:cubicBezTo>
                  <a:cubicBezTo>
                    <a:pt x="3533" y="3144"/>
                    <a:pt x="4534" y="2548"/>
                    <a:pt x="5002" y="1537"/>
                  </a:cubicBezTo>
                  <a:cubicBezTo>
                    <a:pt x="5207" y="1022"/>
                    <a:pt x="5207" y="515"/>
                    <a:pt x="5109"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1464125" y="936125"/>
              <a:ext cx="122625" cy="58675"/>
            </a:xfrm>
            <a:custGeom>
              <a:avLst/>
              <a:gdLst/>
              <a:ahLst/>
              <a:cxnLst/>
              <a:rect l="l" t="t" r="r" b="b"/>
              <a:pathLst>
                <a:path w="4905" h="2347" extrusionOk="0">
                  <a:moveTo>
                    <a:pt x="107" y="1"/>
                  </a:moveTo>
                  <a:cubicBezTo>
                    <a:pt x="107" y="99"/>
                    <a:pt x="107" y="99"/>
                    <a:pt x="0" y="99"/>
                  </a:cubicBezTo>
                  <a:lnTo>
                    <a:pt x="0" y="303"/>
                  </a:lnTo>
                  <a:lnTo>
                    <a:pt x="4700" y="2346"/>
                  </a:lnTo>
                  <a:cubicBezTo>
                    <a:pt x="4806" y="2248"/>
                    <a:pt x="4806" y="2248"/>
                    <a:pt x="4806" y="2142"/>
                  </a:cubicBezTo>
                  <a:cubicBezTo>
                    <a:pt x="4904" y="2142"/>
                    <a:pt x="4904" y="2044"/>
                    <a:pt x="4904" y="2044"/>
                  </a:cubicBezTo>
                  <a:lnTo>
                    <a:pt x="107"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1464125" y="933475"/>
              <a:ext cx="122625" cy="56225"/>
            </a:xfrm>
            <a:custGeom>
              <a:avLst/>
              <a:gdLst/>
              <a:ahLst/>
              <a:cxnLst/>
              <a:rect l="l" t="t" r="r" b="b"/>
              <a:pathLst>
                <a:path w="4905" h="2249" extrusionOk="0">
                  <a:moveTo>
                    <a:pt x="205" y="0"/>
                  </a:moveTo>
                  <a:cubicBezTo>
                    <a:pt x="107" y="0"/>
                    <a:pt x="107" y="107"/>
                    <a:pt x="107" y="107"/>
                  </a:cubicBezTo>
                  <a:cubicBezTo>
                    <a:pt x="107" y="205"/>
                    <a:pt x="0" y="205"/>
                    <a:pt x="0" y="311"/>
                  </a:cubicBezTo>
                  <a:lnTo>
                    <a:pt x="4806" y="2248"/>
                  </a:lnTo>
                  <a:cubicBezTo>
                    <a:pt x="4806" y="2248"/>
                    <a:pt x="4904" y="2248"/>
                    <a:pt x="4904" y="2150"/>
                  </a:cubicBezTo>
                  <a:lnTo>
                    <a:pt x="4904" y="1946"/>
                  </a:lnTo>
                  <a:lnTo>
                    <a:pt x="20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1630250" y="976825"/>
              <a:ext cx="132850" cy="130350"/>
            </a:xfrm>
            <a:custGeom>
              <a:avLst/>
              <a:gdLst/>
              <a:ahLst/>
              <a:cxnLst/>
              <a:rect l="l" t="t" r="r" b="b"/>
              <a:pathLst>
                <a:path w="5314" h="5214" extrusionOk="0">
                  <a:moveTo>
                    <a:pt x="2534" y="0"/>
                  </a:moveTo>
                  <a:cubicBezTo>
                    <a:pt x="2092" y="0"/>
                    <a:pt x="1642" y="102"/>
                    <a:pt x="1226" y="310"/>
                  </a:cubicBezTo>
                  <a:cubicBezTo>
                    <a:pt x="1226" y="416"/>
                    <a:pt x="1120" y="416"/>
                    <a:pt x="1120" y="416"/>
                  </a:cubicBezTo>
                  <a:cubicBezTo>
                    <a:pt x="1120" y="416"/>
                    <a:pt x="1022" y="416"/>
                    <a:pt x="1022" y="514"/>
                  </a:cubicBezTo>
                  <a:lnTo>
                    <a:pt x="916" y="514"/>
                  </a:lnTo>
                  <a:cubicBezTo>
                    <a:pt x="916" y="514"/>
                    <a:pt x="916" y="620"/>
                    <a:pt x="818" y="620"/>
                  </a:cubicBezTo>
                  <a:cubicBezTo>
                    <a:pt x="711" y="825"/>
                    <a:pt x="507" y="923"/>
                    <a:pt x="409" y="1127"/>
                  </a:cubicBezTo>
                  <a:lnTo>
                    <a:pt x="409" y="1233"/>
                  </a:lnTo>
                  <a:cubicBezTo>
                    <a:pt x="303" y="1233"/>
                    <a:pt x="303" y="1331"/>
                    <a:pt x="303" y="1331"/>
                  </a:cubicBezTo>
                  <a:lnTo>
                    <a:pt x="205" y="1438"/>
                  </a:lnTo>
                  <a:lnTo>
                    <a:pt x="205" y="1536"/>
                  </a:lnTo>
                  <a:cubicBezTo>
                    <a:pt x="205" y="1642"/>
                    <a:pt x="205" y="1642"/>
                    <a:pt x="98" y="1642"/>
                  </a:cubicBezTo>
                  <a:lnTo>
                    <a:pt x="98" y="1846"/>
                  </a:lnTo>
                  <a:cubicBezTo>
                    <a:pt x="98" y="1944"/>
                    <a:pt x="0" y="2051"/>
                    <a:pt x="0" y="2051"/>
                  </a:cubicBezTo>
                  <a:lnTo>
                    <a:pt x="0" y="2149"/>
                  </a:lnTo>
                  <a:lnTo>
                    <a:pt x="0" y="2255"/>
                  </a:lnTo>
                  <a:lnTo>
                    <a:pt x="0" y="2353"/>
                  </a:lnTo>
                  <a:lnTo>
                    <a:pt x="0" y="2557"/>
                  </a:lnTo>
                  <a:lnTo>
                    <a:pt x="0" y="2868"/>
                  </a:lnTo>
                  <a:lnTo>
                    <a:pt x="0" y="3072"/>
                  </a:lnTo>
                  <a:cubicBezTo>
                    <a:pt x="0" y="3170"/>
                    <a:pt x="98" y="3277"/>
                    <a:pt x="98" y="3375"/>
                  </a:cubicBezTo>
                  <a:cubicBezTo>
                    <a:pt x="98" y="3375"/>
                    <a:pt x="98" y="3481"/>
                    <a:pt x="205" y="3579"/>
                  </a:cubicBezTo>
                  <a:cubicBezTo>
                    <a:pt x="205" y="3685"/>
                    <a:pt x="205" y="3685"/>
                    <a:pt x="303" y="3783"/>
                  </a:cubicBezTo>
                  <a:lnTo>
                    <a:pt x="303" y="3890"/>
                  </a:lnTo>
                  <a:cubicBezTo>
                    <a:pt x="303" y="3890"/>
                    <a:pt x="409" y="3988"/>
                    <a:pt x="409" y="4094"/>
                  </a:cubicBezTo>
                  <a:cubicBezTo>
                    <a:pt x="711" y="4396"/>
                    <a:pt x="1022" y="4707"/>
                    <a:pt x="1431" y="4911"/>
                  </a:cubicBezTo>
                  <a:cubicBezTo>
                    <a:pt x="1431" y="4911"/>
                    <a:pt x="1529" y="5009"/>
                    <a:pt x="1635" y="5009"/>
                  </a:cubicBezTo>
                  <a:cubicBezTo>
                    <a:pt x="1733" y="5009"/>
                    <a:pt x="1733" y="5009"/>
                    <a:pt x="1839" y="5116"/>
                  </a:cubicBezTo>
                  <a:lnTo>
                    <a:pt x="2044" y="5116"/>
                  </a:lnTo>
                  <a:cubicBezTo>
                    <a:pt x="2248" y="5214"/>
                    <a:pt x="2452" y="5214"/>
                    <a:pt x="2550" y="5214"/>
                  </a:cubicBezTo>
                  <a:cubicBezTo>
                    <a:pt x="2959" y="5214"/>
                    <a:pt x="3368" y="5116"/>
                    <a:pt x="3776" y="4911"/>
                  </a:cubicBezTo>
                  <a:lnTo>
                    <a:pt x="3883" y="4805"/>
                  </a:lnTo>
                  <a:lnTo>
                    <a:pt x="3981" y="4805"/>
                  </a:lnTo>
                  <a:cubicBezTo>
                    <a:pt x="3981" y="4805"/>
                    <a:pt x="3981" y="4707"/>
                    <a:pt x="4087" y="4707"/>
                  </a:cubicBezTo>
                  <a:lnTo>
                    <a:pt x="4185" y="4601"/>
                  </a:lnTo>
                  <a:cubicBezTo>
                    <a:pt x="4291" y="4601"/>
                    <a:pt x="4291" y="4601"/>
                    <a:pt x="4291" y="4503"/>
                  </a:cubicBezTo>
                  <a:cubicBezTo>
                    <a:pt x="4291" y="4503"/>
                    <a:pt x="4389" y="4503"/>
                    <a:pt x="4389" y="4396"/>
                  </a:cubicBezTo>
                  <a:lnTo>
                    <a:pt x="4496" y="4396"/>
                  </a:lnTo>
                  <a:cubicBezTo>
                    <a:pt x="4496" y="4298"/>
                    <a:pt x="4496" y="4298"/>
                    <a:pt x="4594" y="4192"/>
                  </a:cubicBezTo>
                  <a:lnTo>
                    <a:pt x="4798" y="3988"/>
                  </a:lnTo>
                  <a:lnTo>
                    <a:pt x="4798" y="3890"/>
                  </a:lnTo>
                  <a:lnTo>
                    <a:pt x="4904" y="3783"/>
                  </a:lnTo>
                  <a:lnTo>
                    <a:pt x="4904" y="3685"/>
                  </a:lnTo>
                  <a:lnTo>
                    <a:pt x="5002" y="3579"/>
                  </a:lnTo>
                  <a:lnTo>
                    <a:pt x="5002" y="3481"/>
                  </a:lnTo>
                  <a:cubicBezTo>
                    <a:pt x="5313" y="2762"/>
                    <a:pt x="5207" y="1846"/>
                    <a:pt x="4700" y="1127"/>
                  </a:cubicBezTo>
                  <a:cubicBezTo>
                    <a:pt x="4225" y="387"/>
                    <a:pt x="3396" y="0"/>
                    <a:pt x="2534"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1614925" y="963275"/>
              <a:ext cx="148175" cy="130550"/>
            </a:xfrm>
            <a:custGeom>
              <a:avLst/>
              <a:gdLst/>
              <a:ahLst/>
              <a:cxnLst/>
              <a:rect l="l" t="t" r="r" b="b"/>
              <a:pathLst>
                <a:path w="5927" h="5222" extrusionOk="0">
                  <a:moveTo>
                    <a:pt x="2907" y="0"/>
                  </a:moveTo>
                  <a:cubicBezTo>
                    <a:pt x="1909" y="0"/>
                    <a:pt x="958" y="591"/>
                    <a:pt x="507" y="1571"/>
                  </a:cubicBezTo>
                  <a:cubicBezTo>
                    <a:pt x="0" y="2895"/>
                    <a:pt x="613" y="4432"/>
                    <a:pt x="1937" y="5045"/>
                  </a:cubicBezTo>
                  <a:cubicBezTo>
                    <a:pt x="2252" y="5165"/>
                    <a:pt x="2579" y="5222"/>
                    <a:pt x="2900" y="5222"/>
                  </a:cubicBezTo>
                  <a:cubicBezTo>
                    <a:pt x="3936" y="5222"/>
                    <a:pt x="4920" y="4625"/>
                    <a:pt x="5313" y="3614"/>
                  </a:cubicBezTo>
                  <a:cubicBezTo>
                    <a:pt x="5926" y="2282"/>
                    <a:pt x="5207" y="754"/>
                    <a:pt x="3981" y="239"/>
                  </a:cubicBezTo>
                  <a:cubicBezTo>
                    <a:pt x="3631" y="77"/>
                    <a:pt x="3266" y="0"/>
                    <a:pt x="2907"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1622475" y="1015200"/>
              <a:ext cx="132850" cy="78625"/>
            </a:xfrm>
            <a:custGeom>
              <a:avLst/>
              <a:gdLst/>
              <a:ahLst/>
              <a:cxnLst/>
              <a:rect l="l" t="t" r="r" b="b"/>
              <a:pathLst>
                <a:path w="5314" h="3145" extrusionOk="0">
                  <a:moveTo>
                    <a:pt x="5215" y="1"/>
                  </a:moveTo>
                  <a:cubicBezTo>
                    <a:pt x="5215" y="311"/>
                    <a:pt x="5109" y="614"/>
                    <a:pt x="5011" y="1022"/>
                  </a:cubicBezTo>
                  <a:cubicBezTo>
                    <a:pt x="4560" y="2002"/>
                    <a:pt x="3610" y="2593"/>
                    <a:pt x="2611" y="2593"/>
                  </a:cubicBezTo>
                  <a:cubicBezTo>
                    <a:pt x="2253" y="2593"/>
                    <a:pt x="1888" y="2517"/>
                    <a:pt x="1537" y="2355"/>
                  </a:cubicBezTo>
                  <a:cubicBezTo>
                    <a:pt x="720" y="2044"/>
                    <a:pt x="205" y="1333"/>
                    <a:pt x="1" y="516"/>
                  </a:cubicBezTo>
                  <a:lnTo>
                    <a:pt x="1" y="516"/>
                  </a:lnTo>
                  <a:cubicBezTo>
                    <a:pt x="1" y="1537"/>
                    <a:pt x="614" y="2559"/>
                    <a:pt x="1635" y="2968"/>
                  </a:cubicBezTo>
                  <a:cubicBezTo>
                    <a:pt x="1950" y="3088"/>
                    <a:pt x="2277" y="3145"/>
                    <a:pt x="2598" y="3145"/>
                  </a:cubicBezTo>
                  <a:cubicBezTo>
                    <a:pt x="3634" y="3145"/>
                    <a:pt x="4618" y="2548"/>
                    <a:pt x="5011" y="1537"/>
                  </a:cubicBezTo>
                  <a:cubicBezTo>
                    <a:pt x="5215" y="1022"/>
                    <a:pt x="5313" y="516"/>
                    <a:pt x="5215"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1625125" y="1002550"/>
              <a:ext cx="122650" cy="58650"/>
            </a:xfrm>
            <a:custGeom>
              <a:avLst/>
              <a:gdLst/>
              <a:ahLst/>
              <a:cxnLst/>
              <a:rect l="l" t="t" r="r" b="b"/>
              <a:pathLst>
                <a:path w="4906" h="2346" extrusionOk="0">
                  <a:moveTo>
                    <a:pt x="99" y="0"/>
                  </a:moveTo>
                  <a:lnTo>
                    <a:pt x="99" y="98"/>
                  </a:lnTo>
                  <a:cubicBezTo>
                    <a:pt x="99" y="204"/>
                    <a:pt x="1" y="302"/>
                    <a:pt x="1" y="409"/>
                  </a:cubicBezTo>
                  <a:lnTo>
                    <a:pt x="4799" y="2346"/>
                  </a:lnTo>
                  <a:cubicBezTo>
                    <a:pt x="4799" y="2248"/>
                    <a:pt x="4799" y="2248"/>
                    <a:pt x="4905" y="2141"/>
                  </a:cubicBezTo>
                  <a:lnTo>
                    <a:pt x="4905" y="2043"/>
                  </a:lnTo>
                  <a:lnTo>
                    <a:pt x="99"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1627600" y="999875"/>
              <a:ext cx="122625" cy="58875"/>
            </a:xfrm>
            <a:custGeom>
              <a:avLst/>
              <a:gdLst/>
              <a:ahLst/>
              <a:cxnLst/>
              <a:rect l="l" t="t" r="r" b="b"/>
              <a:pathLst>
                <a:path w="4905" h="2355" extrusionOk="0">
                  <a:moveTo>
                    <a:pt x="106" y="1"/>
                  </a:moveTo>
                  <a:lnTo>
                    <a:pt x="0" y="107"/>
                  </a:lnTo>
                  <a:lnTo>
                    <a:pt x="0" y="311"/>
                  </a:lnTo>
                  <a:lnTo>
                    <a:pt x="4700" y="2355"/>
                  </a:lnTo>
                  <a:cubicBezTo>
                    <a:pt x="4806" y="2248"/>
                    <a:pt x="4806" y="2248"/>
                    <a:pt x="4806" y="2150"/>
                  </a:cubicBezTo>
                  <a:lnTo>
                    <a:pt x="4904" y="2044"/>
                  </a:lnTo>
                  <a:lnTo>
                    <a:pt x="10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1791050" y="1043225"/>
              <a:ext cx="132850" cy="130375"/>
            </a:xfrm>
            <a:custGeom>
              <a:avLst/>
              <a:gdLst/>
              <a:ahLst/>
              <a:cxnLst/>
              <a:rect l="l" t="t" r="r" b="b"/>
              <a:pathLst>
                <a:path w="5314" h="5215" extrusionOk="0">
                  <a:moveTo>
                    <a:pt x="2571" y="1"/>
                  </a:moveTo>
                  <a:cubicBezTo>
                    <a:pt x="2140" y="1"/>
                    <a:pt x="1713" y="102"/>
                    <a:pt x="1333" y="310"/>
                  </a:cubicBezTo>
                  <a:cubicBezTo>
                    <a:pt x="1227" y="416"/>
                    <a:pt x="1227" y="416"/>
                    <a:pt x="1129" y="416"/>
                  </a:cubicBezTo>
                  <a:lnTo>
                    <a:pt x="1129" y="514"/>
                  </a:lnTo>
                  <a:lnTo>
                    <a:pt x="1022" y="514"/>
                  </a:lnTo>
                  <a:lnTo>
                    <a:pt x="924" y="621"/>
                  </a:lnTo>
                  <a:cubicBezTo>
                    <a:pt x="720" y="825"/>
                    <a:pt x="516" y="1029"/>
                    <a:pt x="409" y="1234"/>
                  </a:cubicBezTo>
                  <a:lnTo>
                    <a:pt x="311" y="1332"/>
                  </a:lnTo>
                  <a:lnTo>
                    <a:pt x="311" y="1438"/>
                  </a:lnTo>
                  <a:cubicBezTo>
                    <a:pt x="205" y="1536"/>
                    <a:pt x="205" y="1536"/>
                    <a:pt x="205" y="1642"/>
                  </a:cubicBezTo>
                  <a:cubicBezTo>
                    <a:pt x="205" y="1740"/>
                    <a:pt x="107" y="1847"/>
                    <a:pt x="107" y="1847"/>
                  </a:cubicBezTo>
                  <a:lnTo>
                    <a:pt x="107" y="1945"/>
                  </a:lnTo>
                  <a:lnTo>
                    <a:pt x="107" y="2051"/>
                  </a:lnTo>
                  <a:cubicBezTo>
                    <a:pt x="107" y="2149"/>
                    <a:pt x="1" y="2149"/>
                    <a:pt x="1" y="2149"/>
                  </a:cubicBezTo>
                  <a:lnTo>
                    <a:pt x="1" y="2353"/>
                  </a:lnTo>
                  <a:lnTo>
                    <a:pt x="1" y="2664"/>
                  </a:lnTo>
                  <a:lnTo>
                    <a:pt x="1" y="2868"/>
                  </a:lnTo>
                  <a:lnTo>
                    <a:pt x="1" y="3073"/>
                  </a:lnTo>
                  <a:cubicBezTo>
                    <a:pt x="107" y="3073"/>
                    <a:pt x="107" y="3073"/>
                    <a:pt x="107" y="3171"/>
                  </a:cubicBezTo>
                  <a:lnTo>
                    <a:pt x="107" y="3375"/>
                  </a:lnTo>
                  <a:cubicBezTo>
                    <a:pt x="107" y="3481"/>
                    <a:pt x="205" y="3481"/>
                    <a:pt x="205" y="3580"/>
                  </a:cubicBezTo>
                  <a:lnTo>
                    <a:pt x="205" y="3686"/>
                  </a:lnTo>
                  <a:lnTo>
                    <a:pt x="311" y="3784"/>
                  </a:lnTo>
                  <a:lnTo>
                    <a:pt x="311" y="3890"/>
                  </a:lnTo>
                  <a:cubicBezTo>
                    <a:pt x="409" y="3890"/>
                    <a:pt x="409" y="3988"/>
                    <a:pt x="409" y="4094"/>
                  </a:cubicBezTo>
                  <a:cubicBezTo>
                    <a:pt x="720" y="4397"/>
                    <a:pt x="1022" y="4707"/>
                    <a:pt x="1431" y="4912"/>
                  </a:cubicBezTo>
                  <a:cubicBezTo>
                    <a:pt x="1537" y="4912"/>
                    <a:pt x="1537" y="5010"/>
                    <a:pt x="1635" y="5010"/>
                  </a:cubicBezTo>
                  <a:cubicBezTo>
                    <a:pt x="1742" y="5010"/>
                    <a:pt x="1840" y="5116"/>
                    <a:pt x="1840" y="5116"/>
                  </a:cubicBezTo>
                  <a:lnTo>
                    <a:pt x="2150" y="5116"/>
                  </a:lnTo>
                  <a:cubicBezTo>
                    <a:pt x="2248" y="5214"/>
                    <a:pt x="2453" y="5214"/>
                    <a:pt x="2657" y="5214"/>
                  </a:cubicBezTo>
                  <a:cubicBezTo>
                    <a:pt x="3066" y="5214"/>
                    <a:pt x="3376" y="5116"/>
                    <a:pt x="3785" y="4912"/>
                  </a:cubicBezTo>
                  <a:cubicBezTo>
                    <a:pt x="3883" y="4912"/>
                    <a:pt x="3883" y="4912"/>
                    <a:pt x="3883" y="4806"/>
                  </a:cubicBezTo>
                  <a:lnTo>
                    <a:pt x="3989" y="4806"/>
                  </a:lnTo>
                  <a:cubicBezTo>
                    <a:pt x="3989" y="4806"/>
                    <a:pt x="4087" y="4806"/>
                    <a:pt x="4087" y="4707"/>
                  </a:cubicBezTo>
                  <a:cubicBezTo>
                    <a:pt x="4087" y="4707"/>
                    <a:pt x="4194" y="4707"/>
                    <a:pt x="4194" y="4601"/>
                  </a:cubicBezTo>
                  <a:lnTo>
                    <a:pt x="4292" y="4601"/>
                  </a:lnTo>
                  <a:lnTo>
                    <a:pt x="4496" y="4397"/>
                  </a:lnTo>
                  <a:cubicBezTo>
                    <a:pt x="4496" y="4299"/>
                    <a:pt x="4602" y="4299"/>
                    <a:pt x="4602" y="4299"/>
                  </a:cubicBezTo>
                  <a:cubicBezTo>
                    <a:pt x="4602" y="4299"/>
                    <a:pt x="4602" y="4193"/>
                    <a:pt x="4700" y="4193"/>
                  </a:cubicBezTo>
                  <a:cubicBezTo>
                    <a:pt x="4700" y="4193"/>
                    <a:pt x="4700" y="4094"/>
                    <a:pt x="4807" y="3988"/>
                  </a:cubicBezTo>
                  <a:cubicBezTo>
                    <a:pt x="4905" y="3890"/>
                    <a:pt x="4905" y="3890"/>
                    <a:pt x="4905" y="3784"/>
                  </a:cubicBezTo>
                  <a:cubicBezTo>
                    <a:pt x="5011" y="3686"/>
                    <a:pt x="5011" y="3686"/>
                    <a:pt x="5011" y="3580"/>
                  </a:cubicBezTo>
                  <a:lnTo>
                    <a:pt x="5011" y="3481"/>
                  </a:lnTo>
                  <a:cubicBezTo>
                    <a:pt x="5313" y="2762"/>
                    <a:pt x="5215" y="1847"/>
                    <a:pt x="4807" y="1127"/>
                  </a:cubicBezTo>
                  <a:cubicBezTo>
                    <a:pt x="4266" y="387"/>
                    <a:pt x="3412" y="1"/>
                    <a:pt x="2571"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1775725" y="1031225"/>
              <a:ext cx="148175" cy="129025"/>
            </a:xfrm>
            <a:custGeom>
              <a:avLst/>
              <a:gdLst/>
              <a:ahLst/>
              <a:cxnLst/>
              <a:rect l="l" t="t" r="r" b="b"/>
              <a:pathLst>
                <a:path w="5927" h="5161" extrusionOk="0">
                  <a:moveTo>
                    <a:pt x="3027" y="0"/>
                  </a:moveTo>
                  <a:cubicBezTo>
                    <a:pt x="1991" y="0"/>
                    <a:pt x="1007" y="597"/>
                    <a:pt x="614" y="1607"/>
                  </a:cubicBezTo>
                  <a:cubicBezTo>
                    <a:pt x="1" y="2940"/>
                    <a:pt x="614" y="4468"/>
                    <a:pt x="1946" y="4983"/>
                  </a:cubicBezTo>
                  <a:cubicBezTo>
                    <a:pt x="2259" y="5103"/>
                    <a:pt x="2584" y="5160"/>
                    <a:pt x="2906" y="5160"/>
                  </a:cubicBezTo>
                  <a:cubicBezTo>
                    <a:pt x="3945" y="5160"/>
                    <a:pt x="4952" y="4564"/>
                    <a:pt x="5420" y="3553"/>
                  </a:cubicBezTo>
                  <a:cubicBezTo>
                    <a:pt x="5926" y="2220"/>
                    <a:pt x="5313" y="692"/>
                    <a:pt x="3989" y="177"/>
                  </a:cubicBezTo>
                  <a:cubicBezTo>
                    <a:pt x="3674" y="57"/>
                    <a:pt x="3348" y="0"/>
                    <a:pt x="3027"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1785950" y="1081625"/>
              <a:ext cx="130400" cy="78625"/>
            </a:xfrm>
            <a:custGeom>
              <a:avLst/>
              <a:gdLst/>
              <a:ahLst/>
              <a:cxnLst/>
              <a:rect l="l" t="t" r="r" b="b"/>
              <a:pathLst>
                <a:path w="5216" h="3145" extrusionOk="0">
                  <a:moveTo>
                    <a:pt x="5109" y="0"/>
                  </a:moveTo>
                  <a:cubicBezTo>
                    <a:pt x="5109" y="311"/>
                    <a:pt x="5011" y="719"/>
                    <a:pt x="4904" y="1022"/>
                  </a:cubicBezTo>
                  <a:cubicBezTo>
                    <a:pt x="4454" y="2002"/>
                    <a:pt x="3507" y="2593"/>
                    <a:pt x="2551" y="2593"/>
                  </a:cubicBezTo>
                  <a:cubicBezTo>
                    <a:pt x="2207" y="2593"/>
                    <a:pt x="1861" y="2516"/>
                    <a:pt x="1537" y="2354"/>
                  </a:cubicBezTo>
                  <a:cubicBezTo>
                    <a:pt x="720" y="2044"/>
                    <a:pt x="107" y="1332"/>
                    <a:pt x="0" y="613"/>
                  </a:cubicBezTo>
                  <a:lnTo>
                    <a:pt x="0" y="613"/>
                  </a:lnTo>
                  <a:cubicBezTo>
                    <a:pt x="0" y="1537"/>
                    <a:pt x="515" y="2558"/>
                    <a:pt x="1537" y="2967"/>
                  </a:cubicBezTo>
                  <a:cubicBezTo>
                    <a:pt x="1850" y="3087"/>
                    <a:pt x="2175" y="3144"/>
                    <a:pt x="2497" y="3144"/>
                  </a:cubicBezTo>
                  <a:cubicBezTo>
                    <a:pt x="3536" y="3144"/>
                    <a:pt x="4543" y="2548"/>
                    <a:pt x="5011" y="1537"/>
                  </a:cubicBezTo>
                  <a:cubicBezTo>
                    <a:pt x="5215" y="1022"/>
                    <a:pt x="5215" y="515"/>
                    <a:pt x="5109"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1785950" y="1071400"/>
              <a:ext cx="122625" cy="56225"/>
            </a:xfrm>
            <a:custGeom>
              <a:avLst/>
              <a:gdLst/>
              <a:ahLst/>
              <a:cxnLst/>
              <a:rect l="l" t="t" r="r" b="b"/>
              <a:pathLst>
                <a:path w="4905" h="2249" extrusionOk="0">
                  <a:moveTo>
                    <a:pt x="205" y="0"/>
                  </a:moveTo>
                  <a:cubicBezTo>
                    <a:pt x="107" y="0"/>
                    <a:pt x="107" y="0"/>
                    <a:pt x="107" y="107"/>
                  </a:cubicBezTo>
                  <a:cubicBezTo>
                    <a:pt x="107" y="107"/>
                    <a:pt x="107" y="205"/>
                    <a:pt x="0" y="311"/>
                  </a:cubicBezTo>
                  <a:lnTo>
                    <a:pt x="4806" y="2248"/>
                  </a:lnTo>
                  <a:cubicBezTo>
                    <a:pt x="4806" y="2248"/>
                    <a:pt x="4904" y="2150"/>
                    <a:pt x="4904" y="2044"/>
                  </a:cubicBezTo>
                  <a:lnTo>
                    <a:pt x="4904" y="1946"/>
                  </a:lnTo>
                  <a:lnTo>
                    <a:pt x="205"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1788600" y="1066300"/>
              <a:ext cx="122625" cy="58875"/>
            </a:xfrm>
            <a:custGeom>
              <a:avLst/>
              <a:gdLst/>
              <a:ahLst/>
              <a:cxnLst/>
              <a:rect l="l" t="t" r="r" b="b"/>
              <a:pathLst>
                <a:path w="4905" h="2355" extrusionOk="0">
                  <a:moveTo>
                    <a:pt x="99" y="0"/>
                  </a:moveTo>
                  <a:lnTo>
                    <a:pt x="99" y="204"/>
                  </a:lnTo>
                  <a:cubicBezTo>
                    <a:pt x="1" y="204"/>
                    <a:pt x="1" y="311"/>
                    <a:pt x="1" y="311"/>
                  </a:cubicBezTo>
                  <a:lnTo>
                    <a:pt x="4798" y="2354"/>
                  </a:lnTo>
                  <a:cubicBezTo>
                    <a:pt x="4798" y="2248"/>
                    <a:pt x="4798" y="2248"/>
                    <a:pt x="4905" y="2150"/>
                  </a:cubicBezTo>
                  <a:lnTo>
                    <a:pt x="4905" y="2044"/>
                  </a:lnTo>
                  <a:lnTo>
                    <a:pt x="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1952075" y="1110375"/>
              <a:ext cx="135300" cy="129625"/>
            </a:xfrm>
            <a:custGeom>
              <a:avLst/>
              <a:gdLst/>
              <a:ahLst/>
              <a:cxnLst/>
              <a:rect l="l" t="t" r="r" b="b"/>
              <a:pathLst>
                <a:path w="5412" h="5185" extrusionOk="0">
                  <a:moveTo>
                    <a:pt x="2659" y="0"/>
                  </a:moveTo>
                  <a:cubicBezTo>
                    <a:pt x="2197" y="0"/>
                    <a:pt x="1734" y="125"/>
                    <a:pt x="1325" y="387"/>
                  </a:cubicBezTo>
                  <a:cubicBezTo>
                    <a:pt x="1226" y="387"/>
                    <a:pt x="1226" y="387"/>
                    <a:pt x="1226" y="485"/>
                  </a:cubicBezTo>
                  <a:lnTo>
                    <a:pt x="1120" y="485"/>
                  </a:lnTo>
                  <a:cubicBezTo>
                    <a:pt x="1022" y="485"/>
                    <a:pt x="1022" y="485"/>
                    <a:pt x="1022" y="591"/>
                  </a:cubicBezTo>
                  <a:lnTo>
                    <a:pt x="916" y="591"/>
                  </a:lnTo>
                  <a:lnTo>
                    <a:pt x="916" y="689"/>
                  </a:lnTo>
                  <a:cubicBezTo>
                    <a:pt x="712" y="795"/>
                    <a:pt x="613" y="1000"/>
                    <a:pt x="507" y="1204"/>
                  </a:cubicBezTo>
                  <a:lnTo>
                    <a:pt x="409" y="1204"/>
                  </a:lnTo>
                  <a:cubicBezTo>
                    <a:pt x="409" y="1302"/>
                    <a:pt x="409" y="1302"/>
                    <a:pt x="303" y="1408"/>
                  </a:cubicBezTo>
                  <a:cubicBezTo>
                    <a:pt x="303" y="1507"/>
                    <a:pt x="303" y="1507"/>
                    <a:pt x="205" y="1613"/>
                  </a:cubicBezTo>
                  <a:cubicBezTo>
                    <a:pt x="205" y="1711"/>
                    <a:pt x="205" y="1817"/>
                    <a:pt x="99" y="1817"/>
                  </a:cubicBezTo>
                  <a:lnTo>
                    <a:pt x="99" y="1915"/>
                  </a:lnTo>
                  <a:lnTo>
                    <a:pt x="99" y="2120"/>
                  </a:lnTo>
                  <a:lnTo>
                    <a:pt x="99" y="2324"/>
                  </a:lnTo>
                  <a:lnTo>
                    <a:pt x="99" y="2430"/>
                  </a:lnTo>
                  <a:cubicBezTo>
                    <a:pt x="0" y="2430"/>
                    <a:pt x="0" y="2528"/>
                    <a:pt x="0" y="2634"/>
                  </a:cubicBezTo>
                  <a:cubicBezTo>
                    <a:pt x="0" y="2733"/>
                    <a:pt x="0" y="2733"/>
                    <a:pt x="99" y="2839"/>
                  </a:cubicBezTo>
                  <a:lnTo>
                    <a:pt x="99" y="2937"/>
                  </a:lnTo>
                  <a:lnTo>
                    <a:pt x="99" y="3043"/>
                  </a:lnTo>
                  <a:lnTo>
                    <a:pt x="99" y="3141"/>
                  </a:lnTo>
                  <a:cubicBezTo>
                    <a:pt x="99" y="3247"/>
                    <a:pt x="99" y="3247"/>
                    <a:pt x="205" y="3346"/>
                  </a:cubicBezTo>
                  <a:lnTo>
                    <a:pt x="205" y="3550"/>
                  </a:lnTo>
                  <a:cubicBezTo>
                    <a:pt x="205" y="3550"/>
                    <a:pt x="205" y="3656"/>
                    <a:pt x="303" y="3656"/>
                  </a:cubicBezTo>
                  <a:lnTo>
                    <a:pt x="303" y="3754"/>
                  </a:lnTo>
                  <a:cubicBezTo>
                    <a:pt x="303" y="3860"/>
                    <a:pt x="409" y="3860"/>
                    <a:pt x="409" y="3860"/>
                  </a:cubicBezTo>
                  <a:cubicBezTo>
                    <a:pt x="409" y="3959"/>
                    <a:pt x="409" y="3959"/>
                    <a:pt x="507" y="4065"/>
                  </a:cubicBezTo>
                  <a:cubicBezTo>
                    <a:pt x="712" y="4473"/>
                    <a:pt x="1120" y="4678"/>
                    <a:pt x="1431" y="4882"/>
                  </a:cubicBezTo>
                  <a:cubicBezTo>
                    <a:pt x="1529" y="4980"/>
                    <a:pt x="1635" y="4980"/>
                    <a:pt x="1635" y="4980"/>
                  </a:cubicBezTo>
                  <a:cubicBezTo>
                    <a:pt x="1733" y="5086"/>
                    <a:pt x="1839" y="5086"/>
                    <a:pt x="1938" y="5086"/>
                  </a:cubicBezTo>
                  <a:cubicBezTo>
                    <a:pt x="2044" y="5086"/>
                    <a:pt x="2044" y="5185"/>
                    <a:pt x="2142" y="5185"/>
                  </a:cubicBezTo>
                  <a:lnTo>
                    <a:pt x="2657" y="5185"/>
                  </a:lnTo>
                  <a:cubicBezTo>
                    <a:pt x="3065" y="5185"/>
                    <a:pt x="3474" y="5086"/>
                    <a:pt x="3777" y="4882"/>
                  </a:cubicBezTo>
                  <a:lnTo>
                    <a:pt x="3981" y="4882"/>
                  </a:lnTo>
                  <a:lnTo>
                    <a:pt x="3981" y="4776"/>
                  </a:lnTo>
                  <a:lnTo>
                    <a:pt x="4087" y="4776"/>
                  </a:lnTo>
                  <a:cubicBezTo>
                    <a:pt x="4185" y="4678"/>
                    <a:pt x="4185" y="4678"/>
                    <a:pt x="4291" y="4678"/>
                  </a:cubicBezTo>
                  <a:lnTo>
                    <a:pt x="4291" y="4572"/>
                  </a:lnTo>
                  <a:lnTo>
                    <a:pt x="4390" y="4572"/>
                  </a:lnTo>
                  <a:cubicBezTo>
                    <a:pt x="4390" y="4473"/>
                    <a:pt x="4390" y="4473"/>
                    <a:pt x="4496" y="4473"/>
                  </a:cubicBezTo>
                  <a:lnTo>
                    <a:pt x="4496" y="4367"/>
                  </a:lnTo>
                  <a:cubicBezTo>
                    <a:pt x="4594" y="4367"/>
                    <a:pt x="4594" y="4269"/>
                    <a:pt x="4594" y="4269"/>
                  </a:cubicBezTo>
                  <a:cubicBezTo>
                    <a:pt x="4700" y="4269"/>
                    <a:pt x="4700" y="4269"/>
                    <a:pt x="4700" y="4163"/>
                  </a:cubicBezTo>
                  <a:lnTo>
                    <a:pt x="4798" y="4065"/>
                  </a:lnTo>
                  <a:cubicBezTo>
                    <a:pt x="4798" y="3959"/>
                    <a:pt x="4904" y="3959"/>
                    <a:pt x="4904" y="3959"/>
                  </a:cubicBezTo>
                  <a:lnTo>
                    <a:pt x="4904" y="3860"/>
                  </a:lnTo>
                  <a:lnTo>
                    <a:pt x="5003" y="3754"/>
                  </a:lnTo>
                  <a:lnTo>
                    <a:pt x="5003" y="3656"/>
                  </a:lnTo>
                  <a:cubicBezTo>
                    <a:pt x="5003" y="3550"/>
                    <a:pt x="5109" y="3550"/>
                    <a:pt x="5109" y="3550"/>
                  </a:cubicBezTo>
                  <a:lnTo>
                    <a:pt x="5109" y="3452"/>
                  </a:lnTo>
                  <a:cubicBezTo>
                    <a:pt x="5411" y="2733"/>
                    <a:pt x="5313" y="1817"/>
                    <a:pt x="4798" y="1098"/>
                  </a:cubicBezTo>
                  <a:cubicBezTo>
                    <a:pt x="4278" y="385"/>
                    <a:pt x="3469" y="0"/>
                    <a:pt x="2659"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1936750" y="1097625"/>
              <a:ext cx="148175" cy="130550"/>
            </a:xfrm>
            <a:custGeom>
              <a:avLst/>
              <a:gdLst/>
              <a:ahLst/>
              <a:cxnLst/>
              <a:rect l="l" t="t" r="r" b="b"/>
              <a:pathLst>
                <a:path w="5927" h="5222" extrusionOk="0">
                  <a:moveTo>
                    <a:pt x="3022" y="0"/>
                  </a:moveTo>
                  <a:cubicBezTo>
                    <a:pt x="1988" y="0"/>
                    <a:pt x="1000" y="597"/>
                    <a:pt x="613" y="1608"/>
                  </a:cubicBezTo>
                  <a:cubicBezTo>
                    <a:pt x="0" y="2940"/>
                    <a:pt x="712" y="4469"/>
                    <a:pt x="1938" y="4983"/>
                  </a:cubicBezTo>
                  <a:cubicBezTo>
                    <a:pt x="2290" y="5146"/>
                    <a:pt x="2656" y="5222"/>
                    <a:pt x="3015" y="5222"/>
                  </a:cubicBezTo>
                  <a:cubicBezTo>
                    <a:pt x="4014" y="5222"/>
                    <a:pt x="4960" y="4631"/>
                    <a:pt x="5411" y="3651"/>
                  </a:cubicBezTo>
                  <a:cubicBezTo>
                    <a:pt x="5926" y="2327"/>
                    <a:pt x="5313" y="791"/>
                    <a:pt x="3981" y="177"/>
                  </a:cubicBezTo>
                  <a:cubicBezTo>
                    <a:pt x="3668" y="58"/>
                    <a:pt x="3343" y="0"/>
                    <a:pt x="3022"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1946975" y="1148025"/>
              <a:ext cx="130175" cy="80150"/>
            </a:xfrm>
            <a:custGeom>
              <a:avLst/>
              <a:gdLst/>
              <a:ahLst/>
              <a:cxnLst/>
              <a:rect l="l" t="t" r="r" b="b"/>
              <a:pathLst>
                <a:path w="5207" h="3206" extrusionOk="0">
                  <a:moveTo>
                    <a:pt x="5108" y="1"/>
                  </a:moveTo>
                  <a:cubicBezTo>
                    <a:pt x="5108" y="311"/>
                    <a:pt x="5108" y="720"/>
                    <a:pt x="4904" y="1022"/>
                  </a:cubicBezTo>
                  <a:cubicBezTo>
                    <a:pt x="4512" y="2037"/>
                    <a:pt x="3532" y="2634"/>
                    <a:pt x="2499" y="2634"/>
                  </a:cubicBezTo>
                  <a:cubicBezTo>
                    <a:pt x="2175" y="2634"/>
                    <a:pt x="1846" y="2575"/>
                    <a:pt x="1529" y="2453"/>
                  </a:cubicBezTo>
                  <a:cubicBezTo>
                    <a:pt x="711" y="2044"/>
                    <a:pt x="204" y="1333"/>
                    <a:pt x="0" y="614"/>
                  </a:cubicBezTo>
                  <a:lnTo>
                    <a:pt x="0" y="614"/>
                  </a:lnTo>
                  <a:cubicBezTo>
                    <a:pt x="0" y="1635"/>
                    <a:pt x="613" y="2559"/>
                    <a:pt x="1529" y="2967"/>
                  </a:cubicBezTo>
                  <a:cubicBezTo>
                    <a:pt x="1881" y="3130"/>
                    <a:pt x="2247" y="3206"/>
                    <a:pt x="2606" y="3206"/>
                  </a:cubicBezTo>
                  <a:cubicBezTo>
                    <a:pt x="3605" y="3206"/>
                    <a:pt x="4551" y="2615"/>
                    <a:pt x="5002" y="1635"/>
                  </a:cubicBezTo>
                  <a:cubicBezTo>
                    <a:pt x="5207" y="1128"/>
                    <a:pt x="5207" y="515"/>
                    <a:pt x="5108"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1949425" y="1137800"/>
              <a:ext cx="122625" cy="58875"/>
            </a:xfrm>
            <a:custGeom>
              <a:avLst/>
              <a:gdLst/>
              <a:ahLst/>
              <a:cxnLst/>
              <a:rect l="l" t="t" r="r" b="b"/>
              <a:pathLst>
                <a:path w="4905" h="2355" extrusionOk="0">
                  <a:moveTo>
                    <a:pt x="106" y="1"/>
                  </a:moveTo>
                  <a:lnTo>
                    <a:pt x="106" y="107"/>
                  </a:lnTo>
                  <a:cubicBezTo>
                    <a:pt x="0" y="205"/>
                    <a:pt x="0" y="205"/>
                    <a:pt x="0" y="311"/>
                  </a:cubicBezTo>
                  <a:lnTo>
                    <a:pt x="4700" y="2355"/>
                  </a:lnTo>
                  <a:cubicBezTo>
                    <a:pt x="4806" y="2249"/>
                    <a:pt x="4806" y="2150"/>
                    <a:pt x="4806" y="2044"/>
                  </a:cubicBezTo>
                  <a:lnTo>
                    <a:pt x="4904" y="2044"/>
                  </a:lnTo>
                  <a:lnTo>
                    <a:pt x="106"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1949425" y="1132700"/>
              <a:ext cx="122625" cy="58875"/>
            </a:xfrm>
            <a:custGeom>
              <a:avLst/>
              <a:gdLst/>
              <a:ahLst/>
              <a:cxnLst/>
              <a:rect l="l" t="t" r="r" b="b"/>
              <a:pathLst>
                <a:path w="4905" h="2355" extrusionOk="0">
                  <a:moveTo>
                    <a:pt x="205" y="1"/>
                  </a:moveTo>
                  <a:cubicBezTo>
                    <a:pt x="106" y="107"/>
                    <a:pt x="106" y="107"/>
                    <a:pt x="106" y="205"/>
                  </a:cubicBezTo>
                  <a:lnTo>
                    <a:pt x="0" y="311"/>
                  </a:lnTo>
                  <a:lnTo>
                    <a:pt x="4806" y="2354"/>
                  </a:lnTo>
                  <a:lnTo>
                    <a:pt x="4904" y="2248"/>
                  </a:lnTo>
                  <a:lnTo>
                    <a:pt x="4904" y="2044"/>
                  </a:lnTo>
                  <a:lnTo>
                    <a:pt x="2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2115550" y="1176775"/>
              <a:ext cx="132825" cy="129625"/>
            </a:xfrm>
            <a:custGeom>
              <a:avLst/>
              <a:gdLst/>
              <a:ahLst/>
              <a:cxnLst/>
              <a:rect l="l" t="t" r="r" b="b"/>
              <a:pathLst>
                <a:path w="5313" h="5185" extrusionOk="0">
                  <a:moveTo>
                    <a:pt x="2629" y="0"/>
                  </a:moveTo>
                  <a:cubicBezTo>
                    <a:pt x="2157" y="0"/>
                    <a:pt x="1672" y="126"/>
                    <a:pt x="1226" y="387"/>
                  </a:cubicBezTo>
                  <a:cubicBezTo>
                    <a:pt x="1226" y="387"/>
                    <a:pt x="1120" y="387"/>
                    <a:pt x="1120" y="485"/>
                  </a:cubicBezTo>
                  <a:lnTo>
                    <a:pt x="1022" y="485"/>
                  </a:lnTo>
                  <a:lnTo>
                    <a:pt x="1022" y="591"/>
                  </a:lnTo>
                  <a:cubicBezTo>
                    <a:pt x="916" y="591"/>
                    <a:pt x="916" y="591"/>
                    <a:pt x="916" y="690"/>
                  </a:cubicBezTo>
                  <a:lnTo>
                    <a:pt x="817" y="690"/>
                  </a:lnTo>
                  <a:cubicBezTo>
                    <a:pt x="711" y="796"/>
                    <a:pt x="507" y="1000"/>
                    <a:pt x="409" y="1204"/>
                  </a:cubicBezTo>
                  <a:cubicBezTo>
                    <a:pt x="303" y="1303"/>
                    <a:pt x="303" y="1303"/>
                    <a:pt x="303" y="1409"/>
                  </a:cubicBezTo>
                  <a:lnTo>
                    <a:pt x="204" y="1507"/>
                  </a:lnTo>
                  <a:lnTo>
                    <a:pt x="204" y="1613"/>
                  </a:lnTo>
                  <a:lnTo>
                    <a:pt x="204" y="1711"/>
                  </a:lnTo>
                  <a:cubicBezTo>
                    <a:pt x="98" y="1711"/>
                    <a:pt x="98" y="1817"/>
                    <a:pt x="98" y="1916"/>
                  </a:cubicBezTo>
                  <a:cubicBezTo>
                    <a:pt x="98" y="2022"/>
                    <a:pt x="0" y="2022"/>
                    <a:pt x="0" y="2120"/>
                  </a:cubicBezTo>
                  <a:lnTo>
                    <a:pt x="0" y="2226"/>
                  </a:lnTo>
                  <a:lnTo>
                    <a:pt x="0" y="2324"/>
                  </a:lnTo>
                  <a:lnTo>
                    <a:pt x="0" y="2430"/>
                  </a:lnTo>
                  <a:lnTo>
                    <a:pt x="0" y="2635"/>
                  </a:lnTo>
                  <a:lnTo>
                    <a:pt x="0" y="2839"/>
                  </a:lnTo>
                  <a:lnTo>
                    <a:pt x="0" y="2937"/>
                  </a:lnTo>
                  <a:lnTo>
                    <a:pt x="0" y="3043"/>
                  </a:lnTo>
                  <a:lnTo>
                    <a:pt x="0" y="3142"/>
                  </a:lnTo>
                  <a:cubicBezTo>
                    <a:pt x="0" y="3248"/>
                    <a:pt x="98" y="3346"/>
                    <a:pt x="98" y="3346"/>
                  </a:cubicBezTo>
                  <a:cubicBezTo>
                    <a:pt x="98" y="3452"/>
                    <a:pt x="98" y="3550"/>
                    <a:pt x="204" y="3550"/>
                  </a:cubicBezTo>
                  <a:lnTo>
                    <a:pt x="204" y="3656"/>
                  </a:lnTo>
                  <a:cubicBezTo>
                    <a:pt x="204" y="3755"/>
                    <a:pt x="204" y="3755"/>
                    <a:pt x="303" y="3861"/>
                  </a:cubicBezTo>
                  <a:cubicBezTo>
                    <a:pt x="303" y="3959"/>
                    <a:pt x="409" y="4065"/>
                    <a:pt x="409" y="4065"/>
                  </a:cubicBezTo>
                  <a:cubicBezTo>
                    <a:pt x="711" y="4474"/>
                    <a:pt x="1022" y="4776"/>
                    <a:pt x="1430" y="4882"/>
                  </a:cubicBezTo>
                  <a:cubicBezTo>
                    <a:pt x="1430" y="4981"/>
                    <a:pt x="1529" y="4981"/>
                    <a:pt x="1635" y="4981"/>
                  </a:cubicBezTo>
                  <a:cubicBezTo>
                    <a:pt x="1733" y="5087"/>
                    <a:pt x="1733" y="5087"/>
                    <a:pt x="1839" y="5087"/>
                  </a:cubicBezTo>
                  <a:cubicBezTo>
                    <a:pt x="1937" y="5185"/>
                    <a:pt x="2043" y="5185"/>
                    <a:pt x="2142" y="5185"/>
                  </a:cubicBezTo>
                  <a:lnTo>
                    <a:pt x="2550" y="5185"/>
                  </a:lnTo>
                  <a:cubicBezTo>
                    <a:pt x="2959" y="5185"/>
                    <a:pt x="3368" y="5087"/>
                    <a:pt x="3776" y="4981"/>
                  </a:cubicBezTo>
                  <a:lnTo>
                    <a:pt x="3776" y="4882"/>
                  </a:lnTo>
                  <a:lnTo>
                    <a:pt x="3981" y="4882"/>
                  </a:lnTo>
                  <a:lnTo>
                    <a:pt x="3981" y="4776"/>
                  </a:lnTo>
                  <a:lnTo>
                    <a:pt x="4087" y="4776"/>
                  </a:lnTo>
                  <a:lnTo>
                    <a:pt x="4185" y="4678"/>
                  </a:lnTo>
                  <a:lnTo>
                    <a:pt x="4185" y="4572"/>
                  </a:lnTo>
                  <a:lnTo>
                    <a:pt x="4291" y="4572"/>
                  </a:lnTo>
                  <a:lnTo>
                    <a:pt x="4389" y="4474"/>
                  </a:lnTo>
                  <a:lnTo>
                    <a:pt x="4496" y="4368"/>
                  </a:lnTo>
                  <a:cubicBezTo>
                    <a:pt x="4496" y="4368"/>
                    <a:pt x="4594" y="4368"/>
                    <a:pt x="4594" y="4269"/>
                  </a:cubicBezTo>
                  <a:cubicBezTo>
                    <a:pt x="4700" y="4163"/>
                    <a:pt x="4700" y="4065"/>
                    <a:pt x="4798" y="4065"/>
                  </a:cubicBezTo>
                  <a:lnTo>
                    <a:pt x="4798" y="3959"/>
                  </a:lnTo>
                  <a:cubicBezTo>
                    <a:pt x="4798" y="3959"/>
                    <a:pt x="4798" y="3861"/>
                    <a:pt x="4904" y="3861"/>
                  </a:cubicBezTo>
                  <a:lnTo>
                    <a:pt x="4904" y="3755"/>
                  </a:lnTo>
                  <a:lnTo>
                    <a:pt x="5002" y="3656"/>
                  </a:lnTo>
                  <a:lnTo>
                    <a:pt x="5002" y="3550"/>
                  </a:lnTo>
                  <a:cubicBezTo>
                    <a:pt x="5313" y="2733"/>
                    <a:pt x="5207" y="1916"/>
                    <a:pt x="4700" y="1098"/>
                  </a:cubicBezTo>
                  <a:cubicBezTo>
                    <a:pt x="4242" y="385"/>
                    <a:pt x="3456" y="0"/>
                    <a:pt x="2629"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2100225" y="1164025"/>
              <a:ext cx="148150" cy="130575"/>
            </a:xfrm>
            <a:custGeom>
              <a:avLst/>
              <a:gdLst/>
              <a:ahLst/>
              <a:cxnLst/>
              <a:rect l="l" t="t" r="r" b="b"/>
              <a:pathLst>
                <a:path w="5926" h="5223" extrusionOk="0">
                  <a:moveTo>
                    <a:pt x="3021" y="1"/>
                  </a:moveTo>
                  <a:cubicBezTo>
                    <a:pt x="1981" y="1"/>
                    <a:pt x="975" y="597"/>
                    <a:pt x="507" y="1608"/>
                  </a:cubicBezTo>
                  <a:cubicBezTo>
                    <a:pt x="0" y="2940"/>
                    <a:pt x="613" y="4469"/>
                    <a:pt x="1937" y="4984"/>
                  </a:cubicBezTo>
                  <a:cubicBezTo>
                    <a:pt x="2290" y="5146"/>
                    <a:pt x="2656" y="5222"/>
                    <a:pt x="3013" y="5222"/>
                  </a:cubicBezTo>
                  <a:cubicBezTo>
                    <a:pt x="4007" y="5222"/>
                    <a:pt x="4934" y="4631"/>
                    <a:pt x="5313" y="3652"/>
                  </a:cubicBezTo>
                  <a:cubicBezTo>
                    <a:pt x="5926" y="2327"/>
                    <a:pt x="5313" y="791"/>
                    <a:pt x="3981" y="178"/>
                  </a:cubicBezTo>
                  <a:cubicBezTo>
                    <a:pt x="3667" y="58"/>
                    <a:pt x="3342" y="1"/>
                    <a:pt x="3021"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2107775" y="1214425"/>
              <a:ext cx="132850" cy="80175"/>
            </a:xfrm>
            <a:custGeom>
              <a:avLst/>
              <a:gdLst/>
              <a:ahLst/>
              <a:cxnLst/>
              <a:rect l="l" t="t" r="r" b="b"/>
              <a:pathLst>
                <a:path w="5314" h="3207" extrusionOk="0">
                  <a:moveTo>
                    <a:pt x="5215" y="1"/>
                  </a:moveTo>
                  <a:cubicBezTo>
                    <a:pt x="5215" y="410"/>
                    <a:pt x="5109" y="720"/>
                    <a:pt x="5011" y="1023"/>
                  </a:cubicBezTo>
                  <a:cubicBezTo>
                    <a:pt x="4544" y="2037"/>
                    <a:pt x="3542" y="2634"/>
                    <a:pt x="2506" y="2634"/>
                  </a:cubicBezTo>
                  <a:cubicBezTo>
                    <a:pt x="2181" y="2634"/>
                    <a:pt x="1853" y="2576"/>
                    <a:pt x="1537" y="2453"/>
                  </a:cubicBezTo>
                  <a:cubicBezTo>
                    <a:pt x="720" y="2044"/>
                    <a:pt x="205" y="1431"/>
                    <a:pt x="1" y="614"/>
                  </a:cubicBezTo>
                  <a:lnTo>
                    <a:pt x="1" y="614"/>
                  </a:lnTo>
                  <a:cubicBezTo>
                    <a:pt x="1" y="1636"/>
                    <a:pt x="614" y="2559"/>
                    <a:pt x="1635" y="2968"/>
                  </a:cubicBezTo>
                  <a:cubicBezTo>
                    <a:pt x="1988" y="3130"/>
                    <a:pt x="2354" y="3206"/>
                    <a:pt x="2711" y="3206"/>
                  </a:cubicBezTo>
                  <a:cubicBezTo>
                    <a:pt x="3705" y="3206"/>
                    <a:pt x="4632" y="2615"/>
                    <a:pt x="5011" y="1636"/>
                  </a:cubicBezTo>
                  <a:cubicBezTo>
                    <a:pt x="5215" y="1129"/>
                    <a:pt x="5313" y="516"/>
                    <a:pt x="5215"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2110425" y="1204225"/>
              <a:ext cx="122625" cy="58875"/>
            </a:xfrm>
            <a:custGeom>
              <a:avLst/>
              <a:gdLst/>
              <a:ahLst/>
              <a:cxnLst/>
              <a:rect l="l" t="t" r="r" b="b"/>
              <a:pathLst>
                <a:path w="4905" h="2355" extrusionOk="0">
                  <a:moveTo>
                    <a:pt x="99" y="0"/>
                  </a:moveTo>
                  <a:lnTo>
                    <a:pt x="99" y="106"/>
                  </a:lnTo>
                  <a:cubicBezTo>
                    <a:pt x="99" y="205"/>
                    <a:pt x="1" y="205"/>
                    <a:pt x="1" y="311"/>
                  </a:cubicBezTo>
                  <a:lnTo>
                    <a:pt x="4799" y="2354"/>
                  </a:lnTo>
                  <a:cubicBezTo>
                    <a:pt x="4799" y="2248"/>
                    <a:pt x="4799" y="2150"/>
                    <a:pt x="4905" y="2150"/>
                  </a:cubicBezTo>
                  <a:lnTo>
                    <a:pt x="4905" y="2044"/>
                  </a:lnTo>
                  <a:lnTo>
                    <a:pt x="99"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2112875" y="1201775"/>
              <a:ext cx="122625" cy="56200"/>
            </a:xfrm>
            <a:custGeom>
              <a:avLst/>
              <a:gdLst/>
              <a:ahLst/>
              <a:cxnLst/>
              <a:rect l="l" t="t" r="r" b="b"/>
              <a:pathLst>
                <a:path w="4905" h="2248" extrusionOk="0">
                  <a:moveTo>
                    <a:pt x="107" y="0"/>
                  </a:moveTo>
                  <a:lnTo>
                    <a:pt x="1" y="98"/>
                  </a:lnTo>
                  <a:lnTo>
                    <a:pt x="1" y="303"/>
                  </a:lnTo>
                  <a:lnTo>
                    <a:pt x="4807" y="2248"/>
                  </a:lnTo>
                  <a:lnTo>
                    <a:pt x="4807" y="2142"/>
                  </a:lnTo>
                  <a:cubicBezTo>
                    <a:pt x="4807" y="2043"/>
                    <a:pt x="4905" y="2043"/>
                    <a:pt x="4905" y="1937"/>
                  </a:cubicBezTo>
                  <a:lnTo>
                    <a:pt x="10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 name="Google Shape;64;p2"/>
          <p:cNvGrpSpPr/>
          <p:nvPr/>
        </p:nvGrpSpPr>
        <p:grpSpPr>
          <a:xfrm>
            <a:off x="5039213" y="4229775"/>
            <a:ext cx="482850" cy="615300"/>
            <a:chOff x="6278450" y="5904625"/>
            <a:chExt cx="482850" cy="615300"/>
          </a:xfrm>
        </p:grpSpPr>
        <p:sp>
          <p:nvSpPr>
            <p:cNvPr id="65" name="Google Shape;65;p2"/>
            <p:cNvSpPr/>
            <p:nvPr/>
          </p:nvSpPr>
          <p:spPr>
            <a:xfrm>
              <a:off x="6278450" y="5986375"/>
              <a:ext cx="482850" cy="533550"/>
            </a:xfrm>
            <a:custGeom>
              <a:avLst/>
              <a:gdLst/>
              <a:ahLst/>
              <a:cxnLst/>
              <a:rect l="l" t="t" r="r" b="b"/>
              <a:pathLst>
                <a:path w="19314" h="21342" extrusionOk="0">
                  <a:moveTo>
                    <a:pt x="5926" y="0"/>
                  </a:moveTo>
                  <a:lnTo>
                    <a:pt x="5722" y="1022"/>
                  </a:lnTo>
                  <a:cubicBezTo>
                    <a:pt x="4291" y="1128"/>
                    <a:pt x="3065" y="1945"/>
                    <a:pt x="2763" y="3270"/>
                  </a:cubicBezTo>
                  <a:lnTo>
                    <a:pt x="311" y="15840"/>
                  </a:lnTo>
                  <a:cubicBezTo>
                    <a:pt x="0" y="17475"/>
                    <a:pt x="1332" y="19003"/>
                    <a:pt x="3172" y="19412"/>
                  </a:cubicBezTo>
                  <a:lnTo>
                    <a:pt x="12571" y="21251"/>
                  </a:lnTo>
                  <a:cubicBezTo>
                    <a:pt x="12860" y="21312"/>
                    <a:pt x="13145" y="21341"/>
                    <a:pt x="13421" y="21341"/>
                  </a:cubicBezTo>
                  <a:cubicBezTo>
                    <a:pt x="14996" y="21341"/>
                    <a:pt x="16294" y="20394"/>
                    <a:pt x="16551" y="19003"/>
                  </a:cubicBezTo>
                  <a:lnTo>
                    <a:pt x="19003" y="6539"/>
                  </a:lnTo>
                  <a:cubicBezTo>
                    <a:pt x="19314" y="5215"/>
                    <a:pt x="18497" y="3883"/>
                    <a:pt x="17164" y="3270"/>
                  </a:cubicBezTo>
                  <a:lnTo>
                    <a:pt x="17369" y="2248"/>
                  </a:lnTo>
                  <a:lnTo>
                    <a:pt x="592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6424125" y="5986375"/>
              <a:ext cx="288550" cy="71525"/>
            </a:xfrm>
            <a:custGeom>
              <a:avLst/>
              <a:gdLst/>
              <a:ahLst/>
              <a:cxnLst/>
              <a:rect l="l" t="t" r="r" b="b"/>
              <a:pathLst>
                <a:path w="11542" h="2861" extrusionOk="0">
                  <a:moveTo>
                    <a:pt x="99" y="0"/>
                  </a:moveTo>
                  <a:lnTo>
                    <a:pt x="1" y="613"/>
                  </a:lnTo>
                  <a:lnTo>
                    <a:pt x="11444" y="2861"/>
                  </a:lnTo>
                  <a:lnTo>
                    <a:pt x="11542" y="2248"/>
                  </a:lnTo>
                  <a:lnTo>
                    <a:pt x="99"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6406150" y="5904625"/>
              <a:ext cx="344950" cy="143075"/>
            </a:xfrm>
            <a:custGeom>
              <a:avLst/>
              <a:gdLst/>
              <a:ahLst/>
              <a:cxnLst/>
              <a:rect l="l" t="t" r="r" b="b"/>
              <a:pathLst>
                <a:path w="13798" h="5723" extrusionOk="0">
                  <a:moveTo>
                    <a:pt x="614" y="1"/>
                  </a:moveTo>
                  <a:lnTo>
                    <a:pt x="1" y="3066"/>
                  </a:lnTo>
                  <a:lnTo>
                    <a:pt x="13184" y="5722"/>
                  </a:lnTo>
                  <a:lnTo>
                    <a:pt x="13797" y="2559"/>
                  </a:lnTo>
                  <a:lnTo>
                    <a:pt x="6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6416375" y="5904625"/>
              <a:ext cx="30675" cy="81775"/>
            </a:xfrm>
            <a:custGeom>
              <a:avLst/>
              <a:gdLst/>
              <a:ahLst/>
              <a:cxnLst/>
              <a:rect l="l" t="t" r="r" b="b"/>
              <a:pathLst>
                <a:path w="1227" h="3271" extrusionOk="0">
                  <a:moveTo>
                    <a:pt x="613" y="1"/>
                  </a:moveTo>
                  <a:lnTo>
                    <a:pt x="0" y="3172"/>
                  </a:lnTo>
                  <a:lnTo>
                    <a:pt x="613" y="3270"/>
                  </a:lnTo>
                  <a:lnTo>
                    <a:pt x="1226" y="205"/>
                  </a:lnTo>
                  <a:lnTo>
                    <a:pt x="61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6447025" y="5912400"/>
              <a:ext cx="28225" cy="79100"/>
            </a:xfrm>
            <a:custGeom>
              <a:avLst/>
              <a:gdLst/>
              <a:ahLst/>
              <a:cxnLst/>
              <a:rect l="l" t="t" r="r" b="b"/>
              <a:pathLst>
                <a:path w="1129" h="3164" extrusionOk="0">
                  <a:moveTo>
                    <a:pt x="613" y="0"/>
                  </a:moveTo>
                  <a:lnTo>
                    <a:pt x="0" y="3065"/>
                  </a:lnTo>
                  <a:lnTo>
                    <a:pt x="515" y="3164"/>
                  </a:lnTo>
                  <a:lnTo>
                    <a:pt x="1128" y="99"/>
                  </a:lnTo>
                  <a:lnTo>
                    <a:pt x="61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6475225" y="5917500"/>
              <a:ext cx="30675" cy="81775"/>
            </a:xfrm>
            <a:custGeom>
              <a:avLst/>
              <a:gdLst/>
              <a:ahLst/>
              <a:cxnLst/>
              <a:rect l="l" t="t" r="r" b="b"/>
              <a:pathLst>
                <a:path w="1227" h="3271" extrusionOk="0">
                  <a:moveTo>
                    <a:pt x="613" y="1"/>
                  </a:moveTo>
                  <a:lnTo>
                    <a:pt x="0" y="3164"/>
                  </a:lnTo>
                  <a:lnTo>
                    <a:pt x="613" y="3270"/>
                  </a:lnTo>
                  <a:lnTo>
                    <a:pt x="1226" y="99"/>
                  </a:lnTo>
                  <a:lnTo>
                    <a:pt x="61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6505875" y="5922625"/>
              <a:ext cx="28000" cy="81750"/>
            </a:xfrm>
            <a:custGeom>
              <a:avLst/>
              <a:gdLst/>
              <a:ahLst/>
              <a:cxnLst/>
              <a:rect l="l" t="t" r="r" b="b"/>
              <a:pathLst>
                <a:path w="1120" h="3270" extrusionOk="0">
                  <a:moveTo>
                    <a:pt x="613" y="0"/>
                  </a:moveTo>
                  <a:lnTo>
                    <a:pt x="0" y="3163"/>
                  </a:lnTo>
                  <a:lnTo>
                    <a:pt x="507" y="3269"/>
                  </a:lnTo>
                  <a:lnTo>
                    <a:pt x="1120" y="98"/>
                  </a:lnTo>
                  <a:lnTo>
                    <a:pt x="61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6533850" y="5930175"/>
              <a:ext cx="30675" cy="79300"/>
            </a:xfrm>
            <a:custGeom>
              <a:avLst/>
              <a:gdLst/>
              <a:ahLst/>
              <a:cxnLst/>
              <a:rect l="l" t="t" r="r" b="b"/>
              <a:pathLst>
                <a:path w="1227" h="3172" extrusionOk="0">
                  <a:moveTo>
                    <a:pt x="614" y="1"/>
                  </a:moveTo>
                  <a:lnTo>
                    <a:pt x="1" y="3066"/>
                  </a:lnTo>
                  <a:lnTo>
                    <a:pt x="516" y="3172"/>
                  </a:lnTo>
                  <a:lnTo>
                    <a:pt x="1227" y="107"/>
                  </a:lnTo>
                  <a:lnTo>
                    <a:pt x="61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6562050" y="5935275"/>
              <a:ext cx="30675" cy="81775"/>
            </a:xfrm>
            <a:custGeom>
              <a:avLst/>
              <a:gdLst/>
              <a:ahLst/>
              <a:cxnLst/>
              <a:rect l="l" t="t" r="r" b="b"/>
              <a:pathLst>
                <a:path w="1227" h="3271" extrusionOk="0">
                  <a:moveTo>
                    <a:pt x="712" y="1"/>
                  </a:moveTo>
                  <a:lnTo>
                    <a:pt x="1" y="3066"/>
                  </a:lnTo>
                  <a:lnTo>
                    <a:pt x="614" y="3270"/>
                  </a:lnTo>
                  <a:lnTo>
                    <a:pt x="1227" y="107"/>
                  </a:lnTo>
                  <a:lnTo>
                    <a:pt x="7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6592700" y="5940400"/>
              <a:ext cx="28025" cy="81750"/>
            </a:xfrm>
            <a:custGeom>
              <a:avLst/>
              <a:gdLst/>
              <a:ahLst/>
              <a:cxnLst/>
              <a:rect l="l" t="t" r="r" b="b"/>
              <a:pathLst>
                <a:path w="1121" h="3270" extrusionOk="0">
                  <a:moveTo>
                    <a:pt x="614" y="0"/>
                  </a:moveTo>
                  <a:lnTo>
                    <a:pt x="1" y="3171"/>
                  </a:lnTo>
                  <a:lnTo>
                    <a:pt x="508" y="3270"/>
                  </a:lnTo>
                  <a:lnTo>
                    <a:pt x="1121" y="106"/>
                  </a:lnTo>
                  <a:lnTo>
                    <a:pt x="61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6620700" y="5945500"/>
              <a:ext cx="30675" cy="81750"/>
            </a:xfrm>
            <a:custGeom>
              <a:avLst/>
              <a:gdLst/>
              <a:ahLst/>
              <a:cxnLst/>
              <a:rect l="l" t="t" r="r" b="b"/>
              <a:pathLst>
                <a:path w="1227" h="3270" extrusionOk="0">
                  <a:moveTo>
                    <a:pt x="614" y="1"/>
                  </a:moveTo>
                  <a:lnTo>
                    <a:pt x="1" y="3172"/>
                  </a:lnTo>
                  <a:lnTo>
                    <a:pt x="614" y="3270"/>
                  </a:lnTo>
                  <a:lnTo>
                    <a:pt x="1227" y="205"/>
                  </a:lnTo>
                  <a:lnTo>
                    <a:pt x="61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6651350" y="5953275"/>
              <a:ext cx="28225" cy="79100"/>
            </a:xfrm>
            <a:custGeom>
              <a:avLst/>
              <a:gdLst/>
              <a:ahLst/>
              <a:cxnLst/>
              <a:rect l="l" t="t" r="r" b="b"/>
              <a:pathLst>
                <a:path w="1129" h="3164" extrusionOk="0">
                  <a:moveTo>
                    <a:pt x="614" y="0"/>
                  </a:moveTo>
                  <a:lnTo>
                    <a:pt x="1" y="3065"/>
                  </a:lnTo>
                  <a:lnTo>
                    <a:pt x="516" y="3163"/>
                  </a:lnTo>
                  <a:lnTo>
                    <a:pt x="1129" y="98"/>
                  </a:lnTo>
                  <a:lnTo>
                    <a:pt x="61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6679550" y="5958375"/>
              <a:ext cx="30675" cy="81750"/>
            </a:xfrm>
            <a:custGeom>
              <a:avLst/>
              <a:gdLst/>
              <a:ahLst/>
              <a:cxnLst/>
              <a:rect l="l" t="t" r="r" b="b"/>
              <a:pathLst>
                <a:path w="1227" h="3270" extrusionOk="0">
                  <a:moveTo>
                    <a:pt x="614" y="0"/>
                  </a:moveTo>
                  <a:lnTo>
                    <a:pt x="1" y="3164"/>
                  </a:lnTo>
                  <a:lnTo>
                    <a:pt x="614" y="3270"/>
                  </a:lnTo>
                  <a:lnTo>
                    <a:pt x="1227" y="99"/>
                  </a:lnTo>
                  <a:lnTo>
                    <a:pt x="61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6710200" y="5963475"/>
              <a:ext cx="28025" cy="81775"/>
            </a:xfrm>
            <a:custGeom>
              <a:avLst/>
              <a:gdLst/>
              <a:ahLst/>
              <a:cxnLst/>
              <a:rect l="l" t="t" r="r" b="b"/>
              <a:pathLst>
                <a:path w="1121" h="3271" extrusionOk="0">
                  <a:moveTo>
                    <a:pt x="614" y="1"/>
                  </a:moveTo>
                  <a:lnTo>
                    <a:pt x="1" y="3164"/>
                  </a:lnTo>
                  <a:lnTo>
                    <a:pt x="507" y="3270"/>
                  </a:lnTo>
                  <a:lnTo>
                    <a:pt x="1120" y="99"/>
                  </a:lnTo>
                  <a:lnTo>
                    <a:pt x="61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6301525" y="6124300"/>
              <a:ext cx="441800" cy="260550"/>
            </a:xfrm>
            <a:custGeom>
              <a:avLst/>
              <a:gdLst/>
              <a:ahLst/>
              <a:cxnLst/>
              <a:rect l="l" t="t" r="r" b="b"/>
              <a:pathLst>
                <a:path w="17672" h="10422" extrusionOk="0">
                  <a:moveTo>
                    <a:pt x="1431" y="0"/>
                  </a:moveTo>
                  <a:lnTo>
                    <a:pt x="1" y="7152"/>
                  </a:lnTo>
                  <a:lnTo>
                    <a:pt x="16241" y="10421"/>
                  </a:lnTo>
                  <a:lnTo>
                    <a:pt x="17672" y="3172"/>
                  </a:lnTo>
                  <a:lnTo>
                    <a:pt x="14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6332175" y="6124300"/>
              <a:ext cx="411150" cy="112400"/>
            </a:xfrm>
            <a:custGeom>
              <a:avLst/>
              <a:gdLst/>
              <a:ahLst/>
              <a:cxnLst/>
              <a:rect l="l" t="t" r="r" b="b"/>
              <a:pathLst>
                <a:path w="16446" h="4496" extrusionOk="0">
                  <a:moveTo>
                    <a:pt x="205" y="0"/>
                  </a:moveTo>
                  <a:lnTo>
                    <a:pt x="1" y="1333"/>
                  </a:lnTo>
                  <a:lnTo>
                    <a:pt x="16241" y="4496"/>
                  </a:lnTo>
                  <a:lnTo>
                    <a:pt x="16446" y="3172"/>
                  </a:lnTo>
                  <a:lnTo>
                    <a:pt x="20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6349950" y="6195800"/>
              <a:ext cx="97100" cy="94650"/>
            </a:xfrm>
            <a:custGeom>
              <a:avLst/>
              <a:gdLst/>
              <a:ahLst/>
              <a:cxnLst/>
              <a:rect l="l" t="t" r="r" b="b"/>
              <a:pathLst>
                <a:path w="3884" h="3786" extrusionOk="0">
                  <a:moveTo>
                    <a:pt x="1538" y="1"/>
                  </a:moveTo>
                  <a:lnTo>
                    <a:pt x="1333" y="1023"/>
                  </a:lnTo>
                  <a:lnTo>
                    <a:pt x="312" y="818"/>
                  </a:lnTo>
                  <a:lnTo>
                    <a:pt x="1" y="2249"/>
                  </a:lnTo>
                  <a:lnTo>
                    <a:pt x="1129" y="2453"/>
                  </a:lnTo>
                  <a:lnTo>
                    <a:pt x="925" y="3475"/>
                  </a:lnTo>
                  <a:lnTo>
                    <a:pt x="2355" y="3785"/>
                  </a:lnTo>
                  <a:lnTo>
                    <a:pt x="2559" y="2764"/>
                  </a:lnTo>
                  <a:lnTo>
                    <a:pt x="3581" y="2968"/>
                  </a:lnTo>
                  <a:lnTo>
                    <a:pt x="3883" y="1538"/>
                  </a:lnTo>
                  <a:lnTo>
                    <a:pt x="2862" y="1333"/>
                  </a:lnTo>
                  <a:lnTo>
                    <a:pt x="3066" y="205"/>
                  </a:lnTo>
                  <a:lnTo>
                    <a:pt x="153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6546725" y="6236675"/>
              <a:ext cx="145525" cy="43550"/>
            </a:xfrm>
            <a:custGeom>
              <a:avLst/>
              <a:gdLst/>
              <a:ahLst/>
              <a:cxnLst/>
              <a:rect l="l" t="t" r="r" b="b"/>
              <a:pathLst>
                <a:path w="5821" h="1742" extrusionOk="0">
                  <a:moveTo>
                    <a:pt x="99" y="1"/>
                  </a:moveTo>
                  <a:lnTo>
                    <a:pt x="1" y="614"/>
                  </a:lnTo>
                  <a:lnTo>
                    <a:pt x="5722" y="1742"/>
                  </a:lnTo>
                  <a:lnTo>
                    <a:pt x="5820" y="1129"/>
                  </a:lnTo>
                  <a:lnTo>
                    <a:pt x="9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6538975" y="6275100"/>
              <a:ext cx="145700" cy="43325"/>
            </a:xfrm>
            <a:custGeom>
              <a:avLst/>
              <a:gdLst/>
              <a:ahLst/>
              <a:cxnLst/>
              <a:rect l="l" t="t" r="r" b="b"/>
              <a:pathLst>
                <a:path w="5828" h="1733" extrusionOk="0">
                  <a:moveTo>
                    <a:pt x="107" y="0"/>
                  </a:moveTo>
                  <a:lnTo>
                    <a:pt x="0" y="613"/>
                  </a:lnTo>
                  <a:lnTo>
                    <a:pt x="5722" y="1733"/>
                  </a:lnTo>
                  <a:lnTo>
                    <a:pt x="5828" y="1120"/>
                  </a:lnTo>
                  <a:lnTo>
                    <a:pt x="10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 name="Google Shape;84;p2"/>
          <p:cNvGrpSpPr/>
          <p:nvPr/>
        </p:nvGrpSpPr>
        <p:grpSpPr>
          <a:xfrm>
            <a:off x="8430775" y="3865875"/>
            <a:ext cx="597725" cy="702975"/>
            <a:chOff x="5070725" y="5750900"/>
            <a:chExt cx="597725" cy="702975"/>
          </a:xfrm>
        </p:grpSpPr>
        <p:sp>
          <p:nvSpPr>
            <p:cNvPr id="85" name="Google Shape;85;p2"/>
            <p:cNvSpPr/>
            <p:nvPr/>
          </p:nvSpPr>
          <p:spPr>
            <a:xfrm>
              <a:off x="5469200" y="5750900"/>
              <a:ext cx="199250" cy="176175"/>
            </a:xfrm>
            <a:custGeom>
              <a:avLst/>
              <a:gdLst/>
              <a:ahLst/>
              <a:cxnLst/>
              <a:rect l="l" t="t" r="r" b="b"/>
              <a:pathLst>
                <a:path w="7970" h="7047" extrusionOk="0">
                  <a:moveTo>
                    <a:pt x="1741" y="1"/>
                  </a:moveTo>
                  <a:lnTo>
                    <a:pt x="0" y="2248"/>
                  </a:lnTo>
                  <a:lnTo>
                    <a:pt x="6334" y="7046"/>
                  </a:lnTo>
                  <a:lnTo>
                    <a:pt x="7969" y="4798"/>
                  </a:lnTo>
                  <a:lnTo>
                    <a:pt x="174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5476950" y="5756000"/>
              <a:ext cx="48450" cy="61325"/>
            </a:xfrm>
            <a:custGeom>
              <a:avLst/>
              <a:gdLst/>
              <a:ahLst/>
              <a:cxnLst/>
              <a:rect l="l" t="t" r="r" b="b"/>
              <a:pathLst>
                <a:path w="1938" h="2453" extrusionOk="0">
                  <a:moveTo>
                    <a:pt x="1635" y="1"/>
                  </a:moveTo>
                  <a:lnTo>
                    <a:pt x="1" y="2249"/>
                  </a:lnTo>
                  <a:lnTo>
                    <a:pt x="205" y="2453"/>
                  </a:lnTo>
                  <a:lnTo>
                    <a:pt x="1938" y="205"/>
                  </a:lnTo>
                  <a:lnTo>
                    <a:pt x="1635"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5492275" y="5768675"/>
              <a:ext cx="48450" cy="61325"/>
            </a:xfrm>
            <a:custGeom>
              <a:avLst/>
              <a:gdLst/>
              <a:ahLst/>
              <a:cxnLst/>
              <a:rect l="l" t="t" r="r" b="b"/>
              <a:pathLst>
                <a:path w="1938" h="2453" extrusionOk="0">
                  <a:moveTo>
                    <a:pt x="1635" y="1"/>
                  </a:moveTo>
                  <a:lnTo>
                    <a:pt x="1" y="2150"/>
                  </a:lnTo>
                  <a:lnTo>
                    <a:pt x="303" y="2453"/>
                  </a:lnTo>
                  <a:lnTo>
                    <a:pt x="1938" y="205"/>
                  </a:lnTo>
                  <a:lnTo>
                    <a:pt x="1635"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5507600" y="5778900"/>
              <a:ext cx="48450" cy="61325"/>
            </a:xfrm>
            <a:custGeom>
              <a:avLst/>
              <a:gdLst/>
              <a:ahLst/>
              <a:cxnLst/>
              <a:rect l="l" t="t" r="r" b="b"/>
              <a:pathLst>
                <a:path w="1938" h="2453" extrusionOk="0">
                  <a:moveTo>
                    <a:pt x="1635" y="0"/>
                  </a:moveTo>
                  <a:lnTo>
                    <a:pt x="1" y="2248"/>
                  </a:lnTo>
                  <a:lnTo>
                    <a:pt x="303" y="2452"/>
                  </a:lnTo>
                  <a:lnTo>
                    <a:pt x="1938" y="311"/>
                  </a:lnTo>
                  <a:lnTo>
                    <a:pt x="1635"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5522925" y="5791775"/>
              <a:ext cx="48450" cy="61325"/>
            </a:xfrm>
            <a:custGeom>
              <a:avLst/>
              <a:gdLst/>
              <a:ahLst/>
              <a:cxnLst/>
              <a:rect l="l" t="t" r="r" b="b"/>
              <a:pathLst>
                <a:path w="1938" h="2453" extrusionOk="0">
                  <a:moveTo>
                    <a:pt x="1635" y="0"/>
                  </a:moveTo>
                  <a:lnTo>
                    <a:pt x="1" y="2248"/>
                  </a:lnTo>
                  <a:lnTo>
                    <a:pt x="303" y="2452"/>
                  </a:lnTo>
                  <a:lnTo>
                    <a:pt x="1938" y="205"/>
                  </a:lnTo>
                  <a:lnTo>
                    <a:pt x="1635"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5538250" y="5804450"/>
              <a:ext cx="48450" cy="61325"/>
            </a:xfrm>
            <a:custGeom>
              <a:avLst/>
              <a:gdLst/>
              <a:ahLst/>
              <a:cxnLst/>
              <a:rect l="l" t="t" r="r" b="b"/>
              <a:pathLst>
                <a:path w="1938" h="2453" extrusionOk="0">
                  <a:moveTo>
                    <a:pt x="1635" y="0"/>
                  </a:moveTo>
                  <a:lnTo>
                    <a:pt x="1" y="2150"/>
                  </a:lnTo>
                  <a:lnTo>
                    <a:pt x="303" y="2452"/>
                  </a:lnTo>
                  <a:lnTo>
                    <a:pt x="1938" y="204"/>
                  </a:lnTo>
                  <a:lnTo>
                    <a:pt x="1635"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5553575" y="5814650"/>
              <a:ext cx="48450" cy="61325"/>
            </a:xfrm>
            <a:custGeom>
              <a:avLst/>
              <a:gdLst/>
              <a:ahLst/>
              <a:cxnLst/>
              <a:rect l="l" t="t" r="r" b="b"/>
              <a:pathLst>
                <a:path w="1938" h="2453" extrusionOk="0">
                  <a:moveTo>
                    <a:pt x="1733" y="1"/>
                  </a:moveTo>
                  <a:lnTo>
                    <a:pt x="1" y="2248"/>
                  </a:lnTo>
                  <a:lnTo>
                    <a:pt x="303" y="2453"/>
                  </a:lnTo>
                  <a:lnTo>
                    <a:pt x="1938" y="311"/>
                  </a:lnTo>
                  <a:lnTo>
                    <a:pt x="1733"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5568900" y="5827525"/>
              <a:ext cx="51125" cy="61325"/>
            </a:xfrm>
            <a:custGeom>
              <a:avLst/>
              <a:gdLst/>
              <a:ahLst/>
              <a:cxnLst/>
              <a:rect l="l" t="t" r="r" b="b"/>
              <a:pathLst>
                <a:path w="2045" h="2453" extrusionOk="0">
                  <a:moveTo>
                    <a:pt x="1733" y="1"/>
                  </a:moveTo>
                  <a:lnTo>
                    <a:pt x="1" y="2248"/>
                  </a:lnTo>
                  <a:lnTo>
                    <a:pt x="303" y="2453"/>
                  </a:lnTo>
                  <a:lnTo>
                    <a:pt x="2044" y="205"/>
                  </a:lnTo>
                  <a:lnTo>
                    <a:pt x="1733"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5584225" y="5840200"/>
              <a:ext cx="51125" cy="61325"/>
            </a:xfrm>
            <a:custGeom>
              <a:avLst/>
              <a:gdLst/>
              <a:ahLst/>
              <a:cxnLst/>
              <a:rect l="l" t="t" r="r" b="b"/>
              <a:pathLst>
                <a:path w="2045" h="2453" extrusionOk="0">
                  <a:moveTo>
                    <a:pt x="1733" y="0"/>
                  </a:moveTo>
                  <a:lnTo>
                    <a:pt x="1" y="2150"/>
                  </a:lnTo>
                  <a:lnTo>
                    <a:pt x="303" y="2452"/>
                  </a:lnTo>
                  <a:lnTo>
                    <a:pt x="2044" y="205"/>
                  </a:lnTo>
                  <a:lnTo>
                    <a:pt x="1733"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5599550" y="5850425"/>
              <a:ext cx="51125" cy="61325"/>
            </a:xfrm>
            <a:custGeom>
              <a:avLst/>
              <a:gdLst/>
              <a:ahLst/>
              <a:cxnLst/>
              <a:rect l="l" t="t" r="r" b="b"/>
              <a:pathLst>
                <a:path w="2045" h="2453" extrusionOk="0">
                  <a:moveTo>
                    <a:pt x="1733" y="0"/>
                  </a:moveTo>
                  <a:lnTo>
                    <a:pt x="1" y="2248"/>
                  </a:lnTo>
                  <a:lnTo>
                    <a:pt x="303" y="2452"/>
                  </a:lnTo>
                  <a:lnTo>
                    <a:pt x="2044" y="204"/>
                  </a:lnTo>
                  <a:lnTo>
                    <a:pt x="1733"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5614875" y="5863275"/>
              <a:ext cx="51125" cy="61325"/>
            </a:xfrm>
            <a:custGeom>
              <a:avLst/>
              <a:gdLst/>
              <a:ahLst/>
              <a:cxnLst/>
              <a:rect l="l" t="t" r="r" b="b"/>
              <a:pathLst>
                <a:path w="2045" h="2453" extrusionOk="0">
                  <a:moveTo>
                    <a:pt x="1733" y="1"/>
                  </a:moveTo>
                  <a:lnTo>
                    <a:pt x="1" y="2249"/>
                  </a:lnTo>
                  <a:lnTo>
                    <a:pt x="303" y="2453"/>
                  </a:lnTo>
                  <a:lnTo>
                    <a:pt x="2044" y="205"/>
                  </a:lnTo>
                  <a:lnTo>
                    <a:pt x="1733"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5070725" y="5832625"/>
              <a:ext cx="531300" cy="621250"/>
            </a:xfrm>
            <a:custGeom>
              <a:avLst/>
              <a:gdLst/>
              <a:ahLst/>
              <a:cxnLst/>
              <a:rect l="l" t="t" r="r" b="b"/>
              <a:pathLst>
                <a:path w="21252" h="24850" extrusionOk="0">
                  <a:moveTo>
                    <a:pt x="16143" y="1"/>
                  </a:moveTo>
                  <a:lnTo>
                    <a:pt x="1023" y="19715"/>
                  </a:lnTo>
                  <a:cubicBezTo>
                    <a:pt x="1" y="21047"/>
                    <a:pt x="205" y="23091"/>
                    <a:pt x="1636" y="24211"/>
                  </a:cubicBezTo>
                  <a:cubicBezTo>
                    <a:pt x="2232" y="24636"/>
                    <a:pt x="2917" y="24849"/>
                    <a:pt x="3595" y="24849"/>
                  </a:cubicBezTo>
                  <a:cubicBezTo>
                    <a:pt x="4544" y="24849"/>
                    <a:pt x="5478" y="24432"/>
                    <a:pt x="6131" y="23598"/>
                  </a:cubicBezTo>
                  <a:lnTo>
                    <a:pt x="21252" y="3883"/>
                  </a:lnTo>
                  <a:lnTo>
                    <a:pt x="1614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5096275" y="5980775"/>
              <a:ext cx="383150" cy="446850"/>
            </a:xfrm>
            <a:custGeom>
              <a:avLst/>
              <a:gdLst/>
              <a:ahLst/>
              <a:cxnLst/>
              <a:rect l="l" t="t" r="r" b="b"/>
              <a:pathLst>
                <a:path w="15326" h="17874" extrusionOk="0">
                  <a:moveTo>
                    <a:pt x="11648" y="1"/>
                  </a:moveTo>
                  <a:lnTo>
                    <a:pt x="818" y="14100"/>
                  </a:lnTo>
                  <a:cubicBezTo>
                    <a:pt x="1" y="15121"/>
                    <a:pt x="205" y="16650"/>
                    <a:pt x="1227" y="17369"/>
                  </a:cubicBezTo>
                  <a:cubicBezTo>
                    <a:pt x="1653" y="17710"/>
                    <a:pt x="2169" y="17873"/>
                    <a:pt x="2678" y="17873"/>
                  </a:cubicBezTo>
                  <a:cubicBezTo>
                    <a:pt x="3387" y="17873"/>
                    <a:pt x="4082" y="17556"/>
                    <a:pt x="4496" y="16960"/>
                  </a:cubicBezTo>
                  <a:lnTo>
                    <a:pt x="15326" y="2861"/>
                  </a:lnTo>
                  <a:lnTo>
                    <a:pt x="1164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5453875" y="5804450"/>
              <a:ext cx="173700" cy="143050"/>
            </a:xfrm>
            <a:custGeom>
              <a:avLst/>
              <a:gdLst/>
              <a:ahLst/>
              <a:cxnLst/>
              <a:rect l="l" t="t" r="r" b="b"/>
              <a:pathLst>
                <a:path w="6948" h="5722" extrusionOk="0">
                  <a:moveTo>
                    <a:pt x="719" y="0"/>
                  </a:moveTo>
                  <a:lnTo>
                    <a:pt x="0" y="924"/>
                  </a:lnTo>
                  <a:lnTo>
                    <a:pt x="6236" y="5721"/>
                  </a:lnTo>
                  <a:lnTo>
                    <a:pt x="6947" y="4806"/>
                  </a:lnTo>
                  <a:lnTo>
                    <a:pt x="719" y="0"/>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5096275" y="6289725"/>
              <a:ext cx="145725" cy="137900"/>
            </a:xfrm>
            <a:custGeom>
              <a:avLst/>
              <a:gdLst/>
              <a:ahLst/>
              <a:cxnLst/>
              <a:rect l="l" t="t" r="r" b="b"/>
              <a:pathLst>
                <a:path w="5829" h="5516" extrusionOk="0">
                  <a:moveTo>
                    <a:pt x="2150" y="1"/>
                  </a:moveTo>
                  <a:lnTo>
                    <a:pt x="2150" y="1"/>
                  </a:lnTo>
                  <a:cubicBezTo>
                    <a:pt x="2130" y="27"/>
                    <a:pt x="2110" y="53"/>
                    <a:pt x="2090" y="79"/>
                  </a:cubicBezTo>
                  <a:lnTo>
                    <a:pt x="2090" y="79"/>
                  </a:lnTo>
                  <a:lnTo>
                    <a:pt x="2150" y="1"/>
                  </a:lnTo>
                  <a:close/>
                  <a:moveTo>
                    <a:pt x="5828" y="2861"/>
                  </a:moveTo>
                  <a:lnTo>
                    <a:pt x="5728" y="2992"/>
                  </a:lnTo>
                  <a:lnTo>
                    <a:pt x="5728" y="2992"/>
                  </a:lnTo>
                  <a:cubicBezTo>
                    <a:pt x="5763" y="2950"/>
                    <a:pt x="5797" y="2907"/>
                    <a:pt x="5828" y="2861"/>
                  </a:cubicBezTo>
                  <a:close/>
                  <a:moveTo>
                    <a:pt x="2090" y="79"/>
                  </a:moveTo>
                  <a:lnTo>
                    <a:pt x="818" y="1742"/>
                  </a:lnTo>
                  <a:cubicBezTo>
                    <a:pt x="1" y="2763"/>
                    <a:pt x="205" y="4292"/>
                    <a:pt x="1227" y="5011"/>
                  </a:cubicBezTo>
                  <a:cubicBezTo>
                    <a:pt x="1653" y="5352"/>
                    <a:pt x="2169" y="5515"/>
                    <a:pt x="2678" y="5515"/>
                  </a:cubicBezTo>
                  <a:cubicBezTo>
                    <a:pt x="3387" y="5515"/>
                    <a:pt x="4082" y="5198"/>
                    <a:pt x="4496" y="4602"/>
                  </a:cubicBezTo>
                  <a:lnTo>
                    <a:pt x="5728" y="2992"/>
                  </a:lnTo>
                  <a:lnTo>
                    <a:pt x="5728" y="2992"/>
                  </a:lnTo>
                  <a:cubicBezTo>
                    <a:pt x="5304" y="3503"/>
                    <a:pt x="4662" y="3774"/>
                    <a:pt x="4008" y="3774"/>
                  </a:cubicBezTo>
                  <a:cubicBezTo>
                    <a:pt x="3500" y="3774"/>
                    <a:pt x="2985" y="3611"/>
                    <a:pt x="2559" y="3270"/>
                  </a:cubicBezTo>
                  <a:cubicBezTo>
                    <a:pt x="1563" y="2577"/>
                    <a:pt x="1344" y="1100"/>
                    <a:pt x="2090" y="79"/>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 name="Google Shape;100;p2"/>
          <p:cNvGrpSpPr/>
          <p:nvPr/>
        </p:nvGrpSpPr>
        <p:grpSpPr>
          <a:xfrm>
            <a:off x="1442650" y="4290013"/>
            <a:ext cx="840250" cy="618825"/>
            <a:chOff x="1584275" y="3431500"/>
            <a:chExt cx="840250" cy="618825"/>
          </a:xfrm>
        </p:grpSpPr>
        <p:sp>
          <p:nvSpPr>
            <p:cNvPr id="101" name="Google Shape;101;p2"/>
            <p:cNvSpPr/>
            <p:nvPr/>
          </p:nvSpPr>
          <p:spPr>
            <a:xfrm>
              <a:off x="1849900" y="3431500"/>
              <a:ext cx="158400" cy="143000"/>
            </a:xfrm>
            <a:custGeom>
              <a:avLst/>
              <a:gdLst/>
              <a:ahLst/>
              <a:cxnLst/>
              <a:rect l="l" t="t" r="r" b="b"/>
              <a:pathLst>
                <a:path w="6336" h="5720" extrusionOk="0">
                  <a:moveTo>
                    <a:pt x="3146" y="1"/>
                  </a:moveTo>
                  <a:cubicBezTo>
                    <a:pt x="2881" y="1"/>
                    <a:pt x="2612" y="35"/>
                    <a:pt x="2346" y="105"/>
                  </a:cubicBezTo>
                  <a:cubicBezTo>
                    <a:pt x="818" y="514"/>
                    <a:pt x="1" y="2149"/>
                    <a:pt x="409" y="3579"/>
                  </a:cubicBezTo>
                  <a:cubicBezTo>
                    <a:pt x="753" y="4862"/>
                    <a:pt x="1960" y="5719"/>
                    <a:pt x="3185" y="5719"/>
                  </a:cubicBezTo>
                  <a:cubicBezTo>
                    <a:pt x="3419" y="5719"/>
                    <a:pt x="3654" y="5688"/>
                    <a:pt x="3883" y="5622"/>
                  </a:cubicBezTo>
                  <a:cubicBezTo>
                    <a:pt x="5412" y="5214"/>
                    <a:pt x="6335" y="3579"/>
                    <a:pt x="5926" y="2042"/>
                  </a:cubicBezTo>
                  <a:cubicBezTo>
                    <a:pt x="5588" y="778"/>
                    <a:pt x="4412" y="1"/>
                    <a:pt x="3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1872800" y="3446800"/>
              <a:ext cx="135500" cy="127725"/>
            </a:xfrm>
            <a:custGeom>
              <a:avLst/>
              <a:gdLst/>
              <a:ahLst/>
              <a:cxnLst/>
              <a:rect l="l" t="t" r="r" b="b"/>
              <a:pathLst>
                <a:path w="5420" h="5109" extrusionOk="0">
                  <a:moveTo>
                    <a:pt x="3989" y="0"/>
                  </a:moveTo>
                  <a:lnTo>
                    <a:pt x="3989" y="0"/>
                  </a:lnTo>
                  <a:cubicBezTo>
                    <a:pt x="4291" y="311"/>
                    <a:pt x="4397" y="613"/>
                    <a:pt x="4496" y="1022"/>
                  </a:cubicBezTo>
                  <a:cubicBezTo>
                    <a:pt x="5010" y="2558"/>
                    <a:pt x="4087" y="4087"/>
                    <a:pt x="2558" y="4495"/>
                  </a:cubicBezTo>
                  <a:cubicBezTo>
                    <a:pt x="2271" y="4592"/>
                    <a:pt x="1984" y="4639"/>
                    <a:pt x="1703" y="4639"/>
                  </a:cubicBezTo>
                  <a:cubicBezTo>
                    <a:pt x="1083" y="4639"/>
                    <a:pt x="495" y="4411"/>
                    <a:pt x="0" y="3989"/>
                  </a:cubicBezTo>
                  <a:lnTo>
                    <a:pt x="0" y="3989"/>
                  </a:lnTo>
                  <a:cubicBezTo>
                    <a:pt x="561" y="4703"/>
                    <a:pt x="1367" y="5109"/>
                    <a:pt x="2229" y="5109"/>
                  </a:cubicBezTo>
                  <a:cubicBezTo>
                    <a:pt x="2472" y="5109"/>
                    <a:pt x="2719" y="5077"/>
                    <a:pt x="2967" y="5010"/>
                  </a:cubicBezTo>
                  <a:cubicBezTo>
                    <a:pt x="4496" y="4602"/>
                    <a:pt x="5419" y="2967"/>
                    <a:pt x="5010" y="1430"/>
                  </a:cubicBezTo>
                  <a:cubicBezTo>
                    <a:pt x="4806" y="817"/>
                    <a:pt x="4496" y="409"/>
                    <a:pt x="3989" y="0"/>
                  </a:cubicBezTo>
                  <a:close/>
                </a:path>
              </a:pathLst>
            </a:custGeom>
            <a:solidFill>
              <a:srgbClr val="F0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1860125" y="3482550"/>
              <a:ext cx="137950" cy="48650"/>
            </a:xfrm>
            <a:custGeom>
              <a:avLst/>
              <a:gdLst/>
              <a:ahLst/>
              <a:cxnLst/>
              <a:rect l="l" t="t" r="r" b="b"/>
              <a:pathLst>
                <a:path w="5518" h="1946" extrusionOk="0">
                  <a:moveTo>
                    <a:pt x="5517" y="0"/>
                  </a:moveTo>
                  <a:lnTo>
                    <a:pt x="0" y="1537"/>
                  </a:lnTo>
                  <a:lnTo>
                    <a:pt x="0" y="1635"/>
                  </a:lnTo>
                  <a:cubicBezTo>
                    <a:pt x="0" y="1741"/>
                    <a:pt x="98" y="1839"/>
                    <a:pt x="98" y="1946"/>
                  </a:cubicBezTo>
                  <a:lnTo>
                    <a:pt x="5517" y="409"/>
                  </a:lnTo>
                  <a:lnTo>
                    <a:pt x="5517" y="107"/>
                  </a:lnTo>
                  <a:lnTo>
                    <a:pt x="5517" y="0"/>
                  </a:lnTo>
                  <a:close/>
                </a:path>
              </a:pathLst>
            </a:custGeom>
            <a:solidFill>
              <a:srgbClr val="F0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1857475" y="3477450"/>
              <a:ext cx="140600" cy="48650"/>
            </a:xfrm>
            <a:custGeom>
              <a:avLst/>
              <a:gdLst/>
              <a:ahLst/>
              <a:cxnLst/>
              <a:rect l="l" t="t" r="r" b="b"/>
              <a:pathLst>
                <a:path w="5624" h="1946" extrusionOk="0">
                  <a:moveTo>
                    <a:pt x="5517" y="0"/>
                  </a:moveTo>
                  <a:lnTo>
                    <a:pt x="0" y="1635"/>
                  </a:lnTo>
                  <a:cubicBezTo>
                    <a:pt x="106" y="1635"/>
                    <a:pt x="106" y="1741"/>
                    <a:pt x="106" y="1741"/>
                  </a:cubicBezTo>
                  <a:lnTo>
                    <a:pt x="106" y="1945"/>
                  </a:lnTo>
                  <a:lnTo>
                    <a:pt x="5623" y="409"/>
                  </a:lnTo>
                  <a:lnTo>
                    <a:pt x="5623" y="204"/>
                  </a:lnTo>
                  <a:cubicBezTo>
                    <a:pt x="5623" y="204"/>
                    <a:pt x="5517" y="106"/>
                    <a:pt x="5517" y="0"/>
                  </a:cubicBez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 name="Google Shape;105;p2"/>
            <p:cNvGrpSpPr/>
            <p:nvPr/>
          </p:nvGrpSpPr>
          <p:grpSpPr>
            <a:xfrm>
              <a:off x="2268800" y="3907175"/>
              <a:ext cx="155725" cy="143150"/>
              <a:chOff x="2268800" y="3907175"/>
              <a:chExt cx="155725" cy="143150"/>
            </a:xfrm>
          </p:grpSpPr>
          <p:sp>
            <p:nvSpPr>
              <p:cNvPr id="106" name="Google Shape;106;p2"/>
              <p:cNvSpPr/>
              <p:nvPr/>
            </p:nvSpPr>
            <p:spPr>
              <a:xfrm>
                <a:off x="2268800" y="3907175"/>
                <a:ext cx="155725" cy="143150"/>
              </a:xfrm>
              <a:custGeom>
                <a:avLst/>
                <a:gdLst/>
                <a:ahLst/>
                <a:cxnLst/>
                <a:rect l="l" t="t" r="r" b="b"/>
                <a:pathLst>
                  <a:path w="6229" h="5726" extrusionOk="0">
                    <a:moveTo>
                      <a:pt x="3066" y="1"/>
                    </a:moveTo>
                    <a:cubicBezTo>
                      <a:pt x="2359" y="1"/>
                      <a:pt x="1658" y="258"/>
                      <a:pt x="1120" y="792"/>
                    </a:cubicBezTo>
                    <a:cubicBezTo>
                      <a:pt x="0" y="1920"/>
                      <a:pt x="0" y="3759"/>
                      <a:pt x="1022" y="4879"/>
                    </a:cubicBezTo>
                    <a:cubicBezTo>
                      <a:pt x="1582" y="5443"/>
                      <a:pt x="2321" y="5725"/>
                      <a:pt x="3062" y="5725"/>
                    </a:cubicBezTo>
                    <a:cubicBezTo>
                      <a:pt x="3803" y="5725"/>
                      <a:pt x="4545" y="5443"/>
                      <a:pt x="5109" y="4879"/>
                    </a:cubicBezTo>
                    <a:cubicBezTo>
                      <a:pt x="6228" y="3857"/>
                      <a:pt x="6228" y="2018"/>
                      <a:pt x="5207" y="899"/>
                    </a:cubicBezTo>
                    <a:cubicBezTo>
                      <a:pt x="4621" y="309"/>
                      <a:pt x="3840" y="1"/>
                      <a:pt x="30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2317225" y="3909200"/>
                <a:ext cx="107300" cy="140400"/>
              </a:xfrm>
              <a:custGeom>
                <a:avLst/>
                <a:gdLst/>
                <a:ahLst/>
                <a:cxnLst/>
                <a:rect l="l" t="t" r="r" b="b"/>
                <a:pathLst>
                  <a:path w="4292" h="5616" extrusionOk="0">
                    <a:moveTo>
                      <a:pt x="1741" y="0"/>
                    </a:moveTo>
                    <a:cubicBezTo>
                      <a:pt x="2044" y="98"/>
                      <a:pt x="2354" y="303"/>
                      <a:pt x="2657" y="613"/>
                    </a:cubicBezTo>
                    <a:cubicBezTo>
                      <a:pt x="3678" y="1733"/>
                      <a:pt x="3678" y="3572"/>
                      <a:pt x="2559" y="4700"/>
                    </a:cubicBezTo>
                    <a:cubicBezTo>
                      <a:pt x="1990" y="5184"/>
                      <a:pt x="1300" y="5475"/>
                      <a:pt x="580" y="5475"/>
                    </a:cubicBezTo>
                    <a:cubicBezTo>
                      <a:pt x="388" y="5475"/>
                      <a:pt x="194" y="5454"/>
                      <a:pt x="0" y="5411"/>
                    </a:cubicBezTo>
                    <a:lnTo>
                      <a:pt x="0" y="5411"/>
                    </a:lnTo>
                    <a:cubicBezTo>
                      <a:pt x="341" y="5547"/>
                      <a:pt x="704" y="5616"/>
                      <a:pt x="1071" y="5616"/>
                    </a:cubicBezTo>
                    <a:cubicBezTo>
                      <a:pt x="1806" y="5616"/>
                      <a:pt x="2556" y="5343"/>
                      <a:pt x="3172" y="4798"/>
                    </a:cubicBezTo>
                    <a:cubicBezTo>
                      <a:pt x="4291" y="3776"/>
                      <a:pt x="4291" y="1937"/>
                      <a:pt x="3270" y="818"/>
                    </a:cubicBezTo>
                    <a:cubicBezTo>
                      <a:pt x="2763" y="303"/>
                      <a:pt x="2248" y="98"/>
                      <a:pt x="1741" y="0"/>
                    </a:cubicBezTo>
                    <a:close/>
                  </a:path>
                </a:pathLst>
              </a:custGeom>
              <a:solidFill>
                <a:srgbClr val="F0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2294325" y="3929625"/>
                <a:ext cx="109750" cy="104650"/>
              </a:xfrm>
              <a:custGeom>
                <a:avLst/>
                <a:gdLst/>
                <a:ahLst/>
                <a:cxnLst/>
                <a:rect l="l" t="t" r="r" b="b"/>
                <a:pathLst>
                  <a:path w="4390" h="4186" extrusionOk="0">
                    <a:moveTo>
                      <a:pt x="4186" y="1"/>
                    </a:moveTo>
                    <a:lnTo>
                      <a:pt x="1" y="3981"/>
                    </a:lnTo>
                    <a:lnTo>
                      <a:pt x="99" y="3981"/>
                    </a:lnTo>
                    <a:cubicBezTo>
                      <a:pt x="205" y="4087"/>
                      <a:pt x="205" y="4186"/>
                      <a:pt x="303" y="4186"/>
                    </a:cubicBezTo>
                    <a:lnTo>
                      <a:pt x="4390" y="303"/>
                    </a:lnTo>
                    <a:cubicBezTo>
                      <a:pt x="4292" y="205"/>
                      <a:pt x="4292" y="99"/>
                      <a:pt x="4186" y="99"/>
                    </a:cubicBezTo>
                    <a:lnTo>
                      <a:pt x="4186" y="1"/>
                    </a:lnTo>
                    <a:close/>
                  </a:path>
                </a:pathLst>
              </a:custGeom>
              <a:solidFill>
                <a:srgbClr val="F0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2291675" y="3926975"/>
                <a:ext cx="109950" cy="104850"/>
              </a:xfrm>
              <a:custGeom>
                <a:avLst/>
                <a:gdLst/>
                <a:ahLst/>
                <a:cxnLst/>
                <a:rect l="l" t="t" r="r" b="b"/>
                <a:pathLst>
                  <a:path w="4398" h="4194" extrusionOk="0">
                    <a:moveTo>
                      <a:pt x="4087" y="0"/>
                    </a:moveTo>
                    <a:lnTo>
                      <a:pt x="1" y="3883"/>
                    </a:lnTo>
                    <a:cubicBezTo>
                      <a:pt x="1" y="3989"/>
                      <a:pt x="107" y="3989"/>
                      <a:pt x="107" y="4087"/>
                    </a:cubicBezTo>
                    <a:cubicBezTo>
                      <a:pt x="205" y="4087"/>
                      <a:pt x="205" y="4193"/>
                      <a:pt x="311" y="4193"/>
                    </a:cubicBezTo>
                    <a:lnTo>
                      <a:pt x="4398" y="205"/>
                    </a:lnTo>
                    <a:cubicBezTo>
                      <a:pt x="4292" y="205"/>
                      <a:pt x="4292" y="107"/>
                      <a:pt x="4292" y="107"/>
                    </a:cubicBezTo>
                    <a:cubicBezTo>
                      <a:pt x="4194" y="0"/>
                      <a:pt x="4194" y="0"/>
                      <a:pt x="4087" y="0"/>
                    </a:cubicBez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0" name="Google Shape;110;p2"/>
            <p:cNvSpPr/>
            <p:nvPr/>
          </p:nvSpPr>
          <p:spPr>
            <a:xfrm>
              <a:off x="1584275" y="3575875"/>
              <a:ext cx="163500" cy="142975"/>
            </a:xfrm>
            <a:custGeom>
              <a:avLst/>
              <a:gdLst/>
              <a:ahLst/>
              <a:cxnLst/>
              <a:rect l="l" t="t" r="r" b="b"/>
              <a:pathLst>
                <a:path w="6540" h="5719" extrusionOk="0">
                  <a:moveTo>
                    <a:pt x="3250" y="0"/>
                  </a:moveTo>
                  <a:cubicBezTo>
                    <a:pt x="2177" y="0"/>
                    <a:pt x="1152" y="551"/>
                    <a:pt x="711" y="1580"/>
                  </a:cubicBezTo>
                  <a:cubicBezTo>
                    <a:pt x="0" y="3010"/>
                    <a:pt x="507" y="4751"/>
                    <a:pt x="1937" y="5462"/>
                  </a:cubicBezTo>
                  <a:cubicBezTo>
                    <a:pt x="2339" y="5634"/>
                    <a:pt x="2765" y="5718"/>
                    <a:pt x="3185" y="5718"/>
                  </a:cubicBezTo>
                  <a:cubicBezTo>
                    <a:pt x="4264" y="5718"/>
                    <a:pt x="5308" y="5167"/>
                    <a:pt x="5820" y="4138"/>
                  </a:cubicBezTo>
                  <a:cubicBezTo>
                    <a:pt x="6539" y="2708"/>
                    <a:pt x="5926" y="967"/>
                    <a:pt x="4496" y="256"/>
                  </a:cubicBezTo>
                  <a:cubicBezTo>
                    <a:pt x="4094" y="84"/>
                    <a:pt x="3668" y="0"/>
                    <a:pt x="32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1591825" y="3635800"/>
              <a:ext cx="145725" cy="83050"/>
            </a:xfrm>
            <a:custGeom>
              <a:avLst/>
              <a:gdLst/>
              <a:ahLst/>
              <a:cxnLst/>
              <a:rect l="l" t="t" r="r" b="b"/>
              <a:pathLst>
                <a:path w="5829" h="3322" extrusionOk="0">
                  <a:moveTo>
                    <a:pt x="5722" y="0"/>
                  </a:moveTo>
                  <a:cubicBezTo>
                    <a:pt x="5722" y="409"/>
                    <a:pt x="5624" y="720"/>
                    <a:pt x="5420" y="1128"/>
                  </a:cubicBezTo>
                  <a:cubicBezTo>
                    <a:pt x="4992" y="2125"/>
                    <a:pt x="4017" y="2673"/>
                    <a:pt x="2981" y="2673"/>
                  </a:cubicBezTo>
                  <a:cubicBezTo>
                    <a:pt x="2531" y="2673"/>
                    <a:pt x="2069" y="2570"/>
                    <a:pt x="1635" y="2354"/>
                  </a:cubicBezTo>
                  <a:cubicBezTo>
                    <a:pt x="818" y="1946"/>
                    <a:pt x="205" y="1226"/>
                    <a:pt x="107" y="311"/>
                  </a:cubicBezTo>
                  <a:lnTo>
                    <a:pt x="107" y="311"/>
                  </a:lnTo>
                  <a:cubicBezTo>
                    <a:pt x="1" y="1431"/>
                    <a:pt x="614" y="2559"/>
                    <a:pt x="1635" y="3065"/>
                  </a:cubicBezTo>
                  <a:cubicBezTo>
                    <a:pt x="2037" y="3237"/>
                    <a:pt x="2463" y="3321"/>
                    <a:pt x="2883" y="3321"/>
                  </a:cubicBezTo>
                  <a:cubicBezTo>
                    <a:pt x="3962" y="3321"/>
                    <a:pt x="5006" y="2770"/>
                    <a:pt x="5518" y="1741"/>
                  </a:cubicBezTo>
                  <a:cubicBezTo>
                    <a:pt x="5722" y="1128"/>
                    <a:pt x="5828" y="613"/>
                    <a:pt x="5722" y="0"/>
                  </a:cubicBezTo>
                  <a:close/>
                </a:path>
              </a:pathLst>
            </a:custGeom>
            <a:solidFill>
              <a:srgbClr val="F0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1596950" y="3615375"/>
              <a:ext cx="132825" cy="71525"/>
            </a:xfrm>
            <a:custGeom>
              <a:avLst/>
              <a:gdLst/>
              <a:ahLst/>
              <a:cxnLst/>
              <a:rect l="l" t="t" r="r" b="b"/>
              <a:pathLst>
                <a:path w="5313" h="2861" extrusionOk="0">
                  <a:moveTo>
                    <a:pt x="204" y="0"/>
                  </a:moveTo>
                  <a:lnTo>
                    <a:pt x="106" y="106"/>
                  </a:lnTo>
                  <a:cubicBezTo>
                    <a:pt x="106" y="204"/>
                    <a:pt x="0" y="311"/>
                    <a:pt x="0" y="409"/>
                  </a:cubicBezTo>
                  <a:lnTo>
                    <a:pt x="5108" y="2861"/>
                  </a:lnTo>
                  <a:cubicBezTo>
                    <a:pt x="5108" y="2763"/>
                    <a:pt x="5215" y="2763"/>
                    <a:pt x="5215" y="2656"/>
                  </a:cubicBezTo>
                  <a:cubicBezTo>
                    <a:pt x="5215" y="2558"/>
                    <a:pt x="5313" y="2558"/>
                    <a:pt x="5313" y="2558"/>
                  </a:cubicBezTo>
                  <a:lnTo>
                    <a:pt x="204" y="0"/>
                  </a:lnTo>
                  <a:close/>
                </a:path>
              </a:pathLst>
            </a:custGeom>
            <a:solidFill>
              <a:srgbClr val="F0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1599600" y="3612900"/>
              <a:ext cx="132850" cy="68900"/>
            </a:xfrm>
            <a:custGeom>
              <a:avLst/>
              <a:gdLst/>
              <a:ahLst/>
              <a:cxnLst/>
              <a:rect l="l" t="t" r="r" b="b"/>
              <a:pathLst>
                <a:path w="5314" h="2756" extrusionOk="0">
                  <a:moveTo>
                    <a:pt x="98" y="1"/>
                  </a:moveTo>
                  <a:lnTo>
                    <a:pt x="98" y="99"/>
                  </a:lnTo>
                  <a:cubicBezTo>
                    <a:pt x="0" y="205"/>
                    <a:pt x="0" y="205"/>
                    <a:pt x="0" y="303"/>
                  </a:cubicBezTo>
                  <a:lnTo>
                    <a:pt x="5109" y="2755"/>
                  </a:lnTo>
                  <a:lnTo>
                    <a:pt x="5207" y="2657"/>
                  </a:lnTo>
                  <a:cubicBezTo>
                    <a:pt x="5207" y="2551"/>
                    <a:pt x="5207" y="2551"/>
                    <a:pt x="5313" y="2453"/>
                  </a:cubicBezTo>
                  <a:lnTo>
                    <a:pt x="98"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lt1"/>
        </a:solidFill>
        <a:effectLst/>
      </p:bgPr>
    </p:bg>
    <p:spTree>
      <p:nvGrpSpPr>
        <p:cNvPr id="1" name="Shape 114"/>
        <p:cNvGrpSpPr/>
        <p:nvPr/>
      </p:nvGrpSpPr>
      <p:grpSpPr>
        <a:xfrm>
          <a:off x="0" y="0"/>
          <a:ext cx="0" cy="0"/>
          <a:chOff x="0" y="0"/>
          <a:chExt cx="0" cy="0"/>
        </a:xfrm>
      </p:grpSpPr>
      <p:sp>
        <p:nvSpPr>
          <p:cNvPr id="115" name="Google Shape;115;p3"/>
          <p:cNvSpPr txBox="1">
            <a:spLocks noGrp="1"/>
          </p:cNvSpPr>
          <p:nvPr>
            <p:ph type="title"/>
          </p:nvPr>
        </p:nvSpPr>
        <p:spPr>
          <a:xfrm>
            <a:off x="713275" y="2288400"/>
            <a:ext cx="76875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16" name="Google Shape;116;p3"/>
          <p:cNvSpPr/>
          <p:nvPr/>
        </p:nvSpPr>
        <p:spPr>
          <a:xfrm>
            <a:off x="0" y="0"/>
            <a:ext cx="2143137" cy="3002177"/>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3"/>
          <p:cNvSpPr/>
          <p:nvPr/>
        </p:nvSpPr>
        <p:spPr>
          <a:xfrm rot="10800000">
            <a:off x="7000875" y="2141325"/>
            <a:ext cx="2143137" cy="3002177"/>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3"/>
          <p:cNvSpPr txBox="1">
            <a:spLocks noGrp="1"/>
          </p:cNvSpPr>
          <p:nvPr>
            <p:ph type="subTitle" idx="1"/>
          </p:nvPr>
        </p:nvSpPr>
        <p:spPr>
          <a:xfrm>
            <a:off x="1988250" y="3078375"/>
            <a:ext cx="5167500" cy="504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19" name="Google Shape;119;p3"/>
          <p:cNvSpPr txBox="1">
            <a:spLocks noGrp="1"/>
          </p:cNvSpPr>
          <p:nvPr>
            <p:ph type="title" idx="2" hasCustomPrompt="1"/>
          </p:nvPr>
        </p:nvSpPr>
        <p:spPr>
          <a:xfrm>
            <a:off x="3994525" y="1619250"/>
            <a:ext cx="11250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4500"/>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grpSp>
        <p:nvGrpSpPr>
          <p:cNvPr id="120" name="Google Shape;120;p3"/>
          <p:cNvGrpSpPr/>
          <p:nvPr/>
        </p:nvGrpSpPr>
        <p:grpSpPr>
          <a:xfrm>
            <a:off x="714013" y="3855263"/>
            <a:ext cx="985925" cy="744150"/>
            <a:chOff x="1666700" y="5967688"/>
            <a:chExt cx="985925" cy="744150"/>
          </a:xfrm>
        </p:grpSpPr>
        <p:sp>
          <p:nvSpPr>
            <p:cNvPr id="121" name="Google Shape;121;p3"/>
            <p:cNvSpPr/>
            <p:nvPr/>
          </p:nvSpPr>
          <p:spPr>
            <a:xfrm>
              <a:off x="1666700" y="5967688"/>
              <a:ext cx="985925" cy="744150"/>
            </a:xfrm>
            <a:custGeom>
              <a:avLst/>
              <a:gdLst/>
              <a:ahLst/>
              <a:cxn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3"/>
            <p:cNvSpPr/>
            <p:nvPr/>
          </p:nvSpPr>
          <p:spPr>
            <a:xfrm>
              <a:off x="1758650" y="6363863"/>
              <a:ext cx="130375" cy="130375"/>
            </a:xfrm>
            <a:custGeom>
              <a:avLst/>
              <a:gdLst/>
              <a:ahLst/>
              <a:cxn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3"/>
            <p:cNvSpPr/>
            <p:nvPr/>
          </p:nvSpPr>
          <p:spPr>
            <a:xfrm>
              <a:off x="1735750" y="6361013"/>
              <a:ext cx="148175" cy="131150"/>
            </a:xfrm>
            <a:custGeom>
              <a:avLst/>
              <a:gdLst/>
              <a:ahLst/>
              <a:cxn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3"/>
            <p:cNvSpPr/>
            <p:nvPr/>
          </p:nvSpPr>
          <p:spPr>
            <a:xfrm>
              <a:off x="1766400" y="6369163"/>
              <a:ext cx="117525" cy="122175"/>
            </a:xfrm>
            <a:custGeom>
              <a:avLst/>
              <a:gdLst/>
              <a:ahLst/>
              <a:cxn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3"/>
            <p:cNvSpPr/>
            <p:nvPr/>
          </p:nvSpPr>
          <p:spPr>
            <a:xfrm>
              <a:off x="1751075" y="6397163"/>
              <a:ext cx="119975" cy="66425"/>
            </a:xfrm>
            <a:custGeom>
              <a:avLst/>
              <a:gdLst/>
              <a:ahLst/>
              <a:cxn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3"/>
            <p:cNvSpPr/>
            <p:nvPr/>
          </p:nvSpPr>
          <p:spPr>
            <a:xfrm>
              <a:off x="1748425" y="6392063"/>
              <a:ext cx="120175" cy="69075"/>
            </a:xfrm>
            <a:custGeom>
              <a:avLst/>
              <a:gdLst/>
              <a:ahLst/>
              <a:cxn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3"/>
            <p:cNvSpPr/>
            <p:nvPr/>
          </p:nvSpPr>
          <p:spPr>
            <a:xfrm>
              <a:off x="1911900" y="6282113"/>
              <a:ext cx="130375" cy="130400"/>
            </a:xfrm>
            <a:custGeom>
              <a:avLst/>
              <a:gdLst/>
              <a:ahLst/>
              <a:cxn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3"/>
            <p:cNvSpPr/>
            <p:nvPr/>
          </p:nvSpPr>
          <p:spPr>
            <a:xfrm>
              <a:off x="1889000" y="6279288"/>
              <a:ext cx="148175" cy="129975"/>
            </a:xfrm>
            <a:custGeom>
              <a:avLst/>
              <a:gdLst/>
              <a:ahLst/>
              <a:cxn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3"/>
            <p:cNvSpPr/>
            <p:nvPr/>
          </p:nvSpPr>
          <p:spPr>
            <a:xfrm>
              <a:off x="1922125" y="6287438"/>
              <a:ext cx="115050" cy="122175"/>
            </a:xfrm>
            <a:custGeom>
              <a:avLst/>
              <a:gdLst/>
              <a:ahLst/>
              <a:cxn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3"/>
            <p:cNvSpPr/>
            <p:nvPr/>
          </p:nvSpPr>
          <p:spPr>
            <a:xfrm>
              <a:off x="1906800" y="6315438"/>
              <a:ext cx="117500" cy="66425"/>
            </a:xfrm>
            <a:custGeom>
              <a:avLst/>
              <a:gdLst/>
              <a:ahLst/>
              <a:cxn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3"/>
            <p:cNvSpPr/>
            <p:nvPr/>
          </p:nvSpPr>
          <p:spPr>
            <a:xfrm>
              <a:off x="1904325" y="6310313"/>
              <a:ext cx="119975" cy="69100"/>
            </a:xfrm>
            <a:custGeom>
              <a:avLst/>
              <a:gdLst/>
              <a:ahLst/>
              <a:cxn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
            <p:cNvSpPr/>
            <p:nvPr/>
          </p:nvSpPr>
          <p:spPr>
            <a:xfrm>
              <a:off x="2067800" y="62003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3"/>
            <p:cNvSpPr/>
            <p:nvPr/>
          </p:nvSpPr>
          <p:spPr>
            <a:xfrm>
              <a:off x="2044725" y="6197563"/>
              <a:ext cx="148150" cy="129975"/>
            </a:xfrm>
            <a:custGeom>
              <a:avLst/>
              <a:gdLst/>
              <a:ahLst/>
              <a:cxn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3"/>
            <p:cNvSpPr/>
            <p:nvPr/>
          </p:nvSpPr>
          <p:spPr>
            <a:xfrm>
              <a:off x="2078025" y="6205713"/>
              <a:ext cx="114850" cy="122175"/>
            </a:xfrm>
            <a:custGeom>
              <a:avLst/>
              <a:gdLst/>
              <a:ahLst/>
              <a:cxn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3"/>
            <p:cNvSpPr/>
            <p:nvPr/>
          </p:nvSpPr>
          <p:spPr>
            <a:xfrm>
              <a:off x="2060050" y="6233688"/>
              <a:ext cx="120175" cy="66450"/>
            </a:xfrm>
            <a:custGeom>
              <a:avLst/>
              <a:gdLst/>
              <a:ahLst/>
              <a:cxn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3"/>
            <p:cNvSpPr/>
            <p:nvPr/>
          </p:nvSpPr>
          <p:spPr>
            <a:xfrm>
              <a:off x="2060050" y="6228588"/>
              <a:ext cx="117500" cy="69100"/>
            </a:xfrm>
            <a:custGeom>
              <a:avLst/>
              <a:gdLst/>
              <a:ahLst/>
              <a:cxn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3"/>
            <p:cNvSpPr/>
            <p:nvPr/>
          </p:nvSpPr>
          <p:spPr>
            <a:xfrm>
              <a:off x="2221050" y="6118663"/>
              <a:ext cx="130200" cy="130375"/>
            </a:xfrm>
            <a:custGeom>
              <a:avLst/>
              <a:gdLst/>
              <a:ahLst/>
              <a:cxn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3"/>
            <p:cNvSpPr/>
            <p:nvPr/>
          </p:nvSpPr>
          <p:spPr>
            <a:xfrm>
              <a:off x="2197975" y="6115813"/>
              <a:ext cx="150825" cy="129975"/>
            </a:xfrm>
            <a:custGeom>
              <a:avLst/>
              <a:gdLst/>
              <a:ahLst/>
              <a:cxn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3"/>
            <p:cNvSpPr/>
            <p:nvPr/>
          </p:nvSpPr>
          <p:spPr>
            <a:xfrm>
              <a:off x="2231275" y="6123963"/>
              <a:ext cx="117525" cy="122175"/>
            </a:xfrm>
            <a:custGeom>
              <a:avLst/>
              <a:gdLst/>
              <a:ahLst/>
              <a:cxn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3"/>
            <p:cNvSpPr/>
            <p:nvPr/>
          </p:nvSpPr>
          <p:spPr>
            <a:xfrm>
              <a:off x="2215950" y="6151963"/>
              <a:ext cx="117525" cy="66425"/>
            </a:xfrm>
            <a:custGeom>
              <a:avLst/>
              <a:gdLst/>
              <a:ahLst/>
              <a:cxn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3"/>
            <p:cNvSpPr/>
            <p:nvPr/>
          </p:nvSpPr>
          <p:spPr>
            <a:xfrm>
              <a:off x="2213300" y="6146863"/>
              <a:ext cx="120175" cy="69075"/>
            </a:xfrm>
            <a:custGeom>
              <a:avLst/>
              <a:gdLst/>
              <a:ahLst/>
              <a:cxn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3"/>
            <p:cNvSpPr/>
            <p:nvPr/>
          </p:nvSpPr>
          <p:spPr>
            <a:xfrm>
              <a:off x="2376750" y="6036913"/>
              <a:ext cx="130400" cy="130400"/>
            </a:xfrm>
            <a:custGeom>
              <a:avLst/>
              <a:gdLst/>
              <a:ahLst/>
              <a:cxn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3"/>
            <p:cNvSpPr/>
            <p:nvPr/>
          </p:nvSpPr>
          <p:spPr>
            <a:xfrm>
              <a:off x="2353875" y="6034013"/>
              <a:ext cx="148175" cy="130050"/>
            </a:xfrm>
            <a:custGeom>
              <a:avLst/>
              <a:gdLst/>
              <a:ahLst/>
              <a:cxn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3"/>
            <p:cNvSpPr/>
            <p:nvPr/>
          </p:nvSpPr>
          <p:spPr>
            <a:xfrm>
              <a:off x="2386975" y="6042238"/>
              <a:ext cx="115075" cy="122175"/>
            </a:xfrm>
            <a:custGeom>
              <a:avLst/>
              <a:gdLst/>
              <a:ahLst/>
              <a:cxn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3"/>
            <p:cNvSpPr/>
            <p:nvPr/>
          </p:nvSpPr>
          <p:spPr>
            <a:xfrm>
              <a:off x="2371650" y="6070238"/>
              <a:ext cx="117525" cy="66425"/>
            </a:xfrm>
            <a:custGeom>
              <a:avLst/>
              <a:gdLst/>
              <a:ahLst/>
              <a:cxn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3"/>
            <p:cNvSpPr/>
            <p:nvPr/>
          </p:nvSpPr>
          <p:spPr>
            <a:xfrm>
              <a:off x="2369200" y="6065113"/>
              <a:ext cx="117525" cy="69100"/>
            </a:xfrm>
            <a:custGeom>
              <a:avLst/>
              <a:gdLst/>
              <a:ahLst/>
              <a:cxn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3"/>
            <p:cNvSpPr/>
            <p:nvPr/>
          </p:nvSpPr>
          <p:spPr>
            <a:xfrm>
              <a:off x="1832825" y="6506888"/>
              <a:ext cx="130175" cy="130400"/>
            </a:xfrm>
            <a:custGeom>
              <a:avLst/>
              <a:gdLst/>
              <a:ahLst/>
              <a:cxn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3"/>
            <p:cNvSpPr/>
            <p:nvPr/>
          </p:nvSpPr>
          <p:spPr>
            <a:xfrm>
              <a:off x="1809725" y="6504063"/>
              <a:ext cx="148175" cy="129975"/>
            </a:xfrm>
            <a:custGeom>
              <a:avLst/>
              <a:gdLst/>
              <a:ahLst/>
              <a:cxn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3"/>
            <p:cNvSpPr/>
            <p:nvPr/>
          </p:nvSpPr>
          <p:spPr>
            <a:xfrm>
              <a:off x="1843025" y="6512213"/>
              <a:ext cx="114875" cy="122175"/>
            </a:xfrm>
            <a:custGeom>
              <a:avLst/>
              <a:gdLst/>
              <a:ahLst/>
              <a:cxn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3"/>
            <p:cNvSpPr/>
            <p:nvPr/>
          </p:nvSpPr>
          <p:spPr>
            <a:xfrm>
              <a:off x="1827700" y="6540188"/>
              <a:ext cx="117525" cy="66450"/>
            </a:xfrm>
            <a:custGeom>
              <a:avLst/>
              <a:gdLst/>
              <a:ahLst/>
              <a:cxn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3"/>
            <p:cNvSpPr/>
            <p:nvPr/>
          </p:nvSpPr>
          <p:spPr>
            <a:xfrm>
              <a:off x="1825050" y="6535088"/>
              <a:ext cx="120175" cy="69100"/>
            </a:xfrm>
            <a:custGeom>
              <a:avLst/>
              <a:gdLst/>
              <a:ahLst/>
              <a:cxn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3"/>
            <p:cNvSpPr/>
            <p:nvPr/>
          </p:nvSpPr>
          <p:spPr>
            <a:xfrm>
              <a:off x="1988525" y="6425163"/>
              <a:ext cx="130400" cy="130375"/>
            </a:xfrm>
            <a:custGeom>
              <a:avLst/>
              <a:gdLst/>
              <a:ahLst/>
              <a:cxn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3"/>
            <p:cNvSpPr/>
            <p:nvPr/>
          </p:nvSpPr>
          <p:spPr>
            <a:xfrm>
              <a:off x="1965625" y="6422313"/>
              <a:ext cx="148175" cy="129975"/>
            </a:xfrm>
            <a:custGeom>
              <a:avLst/>
              <a:gdLst/>
              <a:ahLst/>
              <a:cxn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3"/>
            <p:cNvSpPr/>
            <p:nvPr/>
          </p:nvSpPr>
          <p:spPr>
            <a:xfrm>
              <a:off x="1998750" y="6430463"/>
              <a:ext cx="115050" cy="122175"/>
            </a:xfrm>
            <a:custGeom>
              <a:avLst/>
              <a:gdLst/>
              <a:ahLst/>
              <a:cxn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3"/>
            <p:cNvSpPr/>
            <p:nvPr/>
          </p:nvSpPr>
          <p:spPr>
            <a:xfrm>
              <a:off x="1980950" y="6458463"/>
              <a:ext cx="119975" cy="66425"/>
            </a:xfrm>
            <a:custGeom>
              <a:avLst/>
              <a:gdLst/>
              <a:ahLst/>
              <a:cxn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3"/>
            <p:cNvSpPr/>
            <p:nvPr/>
          </p:nvSpPr>
          <p:spPr>
            <a:xfrm>
              <a:off x="1980950" y="6453363"/>
              <a:ext cx="117525" cy="69075"/>
            </a:xfrm>
            <a:custGeom>
              <a:avLst/>
              <a:gdLst/>
              <a:ahLst/>
              <a:cxn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3"/>
            <p:cNvSpPr/>
            <p:nvPr/>
          </p:nvSpPr>
          <p:spPr>
            <a:xfrm>
              <a:off x="2141775" y="6343413"/>
              <a:ext cx="130400" cy="130400"/>
            </a:xfrm>
            <a:custGeom>
              <a:avLst/>
              <a:gdLst/>
              <a:ahLst/>
              <a:cxn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3"/>
            <p:cNvSpPr/>
            <p:nvPr/>
          </p:nvSpPr>
          <p:spPr>
            <a:xfrm>
              <a:off x="2118900" y="6340513"/>
              <a:ext cx="150600" cy="130050"/>
            </a:xfrm>
            <a:custGeom>
              <a:avLst/>
              <a:gdLst/>
              <a:ahLst/>
              <a:cxn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3"/>
            <p:cNvSpPr/>
            <p:nvPr/>
          </p:nvSpPr>
          <p:spPr>
            <a:xfrm>
              <a:off x="2152000" y="6348738"/>
              <a:ext cx="117500" cy="122175"/>
            </a:xfrm>
            <a:custGeom>
              <a:avLst/>
              <a:gdLst/>
              <a:ahLst/>
              <a:cxn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3"/>
            <p:cNvSpPr/>
            <p:nvPr/>
          </p:nvSpPr>
          <p:spPr>
            <a:xfrm>
              <a:off x="2136675" y="6376738"/>
              <a:ext cx="117500" cy="66425"/>
            </a:xfrm>
            <a:custGeom>
              <a:avLst/>
              <a:gdLst/>
              <a:ahLst/>
              <a:cxn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3"/>
            <p:cNvSpPr/>
            <p:nvPr/>
          </p:nvSpPr>
          <p:spPr>
            <a:xfrm>
              <a:off x="2134225" y="6371613"/>
              <a:ext cx="119950" cy="66450"/>
            </a:xfrm>
            <a:custGeom>
              <a:avLst/>
              <a:gdLst/>
              <a:ahLst/>
              <a:cxn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3"/>
            <p:cNvSpPr/>
            <p:nvPr/>
          </p:nvSpPr>
          <p:spPr>
            <a:xfrm>
              <a:off x="2297675" y="62616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p:nvPr/>
          </p:nvSpPr>
          <p:spPr>
            <a:xfrm>
              <a:off x="2274600" y="6258788"/>
              <a:ext cx="148150" cy="129600"/>
            </a:xfrm>
            <a:custGeom>
              <a:avLst/>
              <a:gdLst/>
              <a:ahLst/>
              <a:cxn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3"/>
            <p:cNvSpPr/>
            <p:nvPr/>
          </p:nvSpPr>
          <p:spPr>
            <a:xfrm>
              <a:off x="2307900" y="6267013"/>
              <a:ext cx="114850" cy="122175"/>
            </a:xfrm>
            <a:custGeom>
              <a:avLst/>
              <a:gdLst/>
              <a:ahLst/>
              <a:cxn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3"/>
            <p:cNvSpPr/>
            <p:nvPr/>
          </p:nvSpPr>
          <p:spPr>
            <a:xfrm>
              <a:off x="2292575" y="6292538"/>
              <a:ext cx="117525" cy="68900"/>
            </a:xfrm>
            <a:custGeom>
              <a:avLst/>
              <a:gdLst/>
              <a:ahLst/>
              <a:cxn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3"/>
            <p:cNvSpPr/>
            <p:nvPr/>
          </p:nvSpPr>
          <p:spPr>
            <a:xfrm>
              <a:off x="2289925" y="6289888"/>
              <a:ext cx="117500" cy="66425"/>
            </a:xfrm>
            <a:custGeom>
              <a:avLst/>
              <a:gdLst/>
              <a:ahLst/>
              <a:cxn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3"/>
            <p:cNvSpPr/>
            <p:nvPr/>
          </p:nvSpPr>
          <p:spPr>
            <a:xfrm>
              <a:off x="2453375" y="6179963"/>
              <a:ext cx="130400" cy="130375"/>
            </a:xfrm>
            <a:custGeom>
              <a:avLst/>
              <a:gdLst/>
              <a:ahLst/>
              <a:cxn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3"/>
            <p:cNvSpPr/>
            <p:nvPr/>
          </p:nvSpPr>
          <p:spPr>
            <a:xfrm>
              <a:off x="2430500" y="6177038"/>
              <a:ext cx="148175" cy="129600"/>
            </a:xfrm>
            <a:custGeom>
              <a:avLst/>
              <a:gdLst/>
              <a:ahLst/>
              <a:cxn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
            <p:cNvSpPr/>
            <p:nvPr/>
          </p:nvSpPr>
          <p:spPr>
            <a:xfrm>
              <a:off x="2461150" y="6182613"/>
              <a:ext cx="117525" cy="124825"/>
            </a:xfrm>
            <a:custGeom>
              <a:avLst/>
              <a:gdLst/>
              <a:ahLst/>
              <a:cxn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3"/>
            <p:cNvSpPr/>
            <p:nvPr/>
          </p:nvSpPr>
          <p:spPr>
            <a:xfrm>
              <a:off x="2445825" y="6210813"/>
              <a:ext cx="119975" cy="68875"/>
            </a:xfrm>
            <a:custGeom>
              <a:avLst/>
              <a:gdLst/>
              <a:ahLst/>
              <a:cxn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3"/>
            <p:cNvSpPr/>
            <p:nvPr/>
          </p:nvSpPr>
          <p:spPr>
            <a:xfrm>
              <a:off x="2443175" y="6208163"/>
              <a:ext cx="120175" cy="66425"/>
            </a:xfrm>
            <a:custGeom>
              <a:avLst/>
              <a:gdLst/>
              <a:ahLst/>
              <a:cxn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 name="Google Shape;172;p3"/>
          <p:cNvGrpSpPr/>
          <p:nvPr/>
        </p:nvGrpSpPr>
        <p:grpSpPr>
          <a:xfrm>
            <a:off x="580675" y="3130200"/>
            <a:ext cx="531275" cy="821125"/>
            <a:chOff x="238125" y="3188925"/>
            <a:chExt cx="531275" cy="821125"/>
          </a:xfrm>
        </p:grpSpPr>
        <p:sp>
          <p:nvSpPr>
            <p:cNvPr id="173" name="Google Shape;173;p3"/>
            <p:cNvSpPr/>
            <p:nvPr/>
          </p:nvSpPr>
          <p:spPr>
            <a:xfrm>
              <a:off x="281625" y="3275750"/>
              <a:ext cx="487775" cy="734300"/>
            </a:xfrm>
            <a:custGeom>
              <a:avLst/>
              <a:gdLst/>
              <a:ahLst/>
              <a:cxnLst/>
              <a:rect l="l" t="t" r="r" b="b"/>
              <a:pathLst>
                <a:path w="19511" h="29372" extrusionOk="0">
                  <a:moveTo>
                    <a:pt x="11950" y="1"/>
                  </a:moveTo>
                  <a:lnTo>
                    <a:pt x="1" y="3475"/>
                  </a:lnTo>
                  <a:lnTo>
                    <a:pt x="7357" y="28403"/>
                  </a:lnTo>
                  <a:cubicBezTo>
                    <a:pt x="7526" y="28991"/>
                    <a:pt x="8040" y="29371"/>
                    <a:pt x="8619" y="29371"/>
                  </a:cubicBezTo>
                  <a:cubicBezTo>
                    <a:pt x="8741" y="29371"/>
                    <a:pt x="8866" y="29354"/>
                    <a:pt x="8992" y="29319"/>
                  </a:cubicBezTo>
                  <a:lnTo>
                    <a:pt x="18391" y="26564"/>
                  </a:lnTo>
                  <a:cubicBezTo>
                    <a:pt x="19102" y="26360"/>
                    <a:pt x="19511" y="25641"/>
                    <a:pt x="19306" y="24930"/>
                  </a:cubicBezTo>
                  <a:lnTo>
                    <a:pt x="11950"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3"/>
            <p:cNvSpPr/>
            <p:nvPr/>
          </p:nvSpPr>
          <p:spPr>
            <a:xfrm>
              <a:off x="324950" y="3418800"/>
              <a:ext cx="365375" cy="316750"/>
            </a:xfrm>
            <a:custGeom>
              <a:avLst/>
              <a:gdLst/>
              <a:ahLst/>
              <a:cxnLst/>
              <a:rect l="l" t="t" r="r" b="b"/>
              <a:pathLst>
                <a:path w="14615" h="12670" extrusionOk="0">
                  <a:moveTo>
                    <a:pt x="11852" y="0"/>
                  </a:moveTo>
                  <a:lnTo>
                    <a:pt x="1" y="3474"/>
                  </a:lnTo>
                  <a:lnTo>
                    <a:pt x="2657" y="12669"/>
                  </a:lnTo>
                  <a:lnTo>
                    <a:pt x="14615" y="9195"/>
                  </a:lnTo>
                  <a:lnTo>
                    <a:pt x="118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
            <p:cNvSpPr/>
            <p:nvPr/>
          </p:nvSpPr>
          <p:spPr>
            <a:xfrm>
              <a:off x="238125" y="3188925"/>
              <a:ext cx="360250" cy="178800"/>
            </a:xfrm>
            <a:custGeom>
              <a:avLst/>
              <a:gdLst/>
              <a:ahLst/>
              <a:cxnLst/>
              <a:rect l="l" t="t" r="r" b="b"/>
              <a:pathLst>
                <a:path w="14410" h="7152" extrusionOk="0">
                  <a:moveTo>
                    <a:pt x="13486" y="0"/>
                  </a:moveTo>
                  <a:lnTo>
                    <a:pt x="0" y="3981"/>
                  </a:lnTo>
                  <a:lnTo>
                    <a:pt x="1022" y="7152"/>
                  </a:lnTo>
                  <a:lnTo>
                    <a:pt x="14410" y="3270"/>
                  </a:lnTo>
                  <a:lnTo>
                    <a:pt x="134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3"/>
            <p:cNvSpPr/>
            <p:nvPr/>
          </p:nvSpPr>
          <p:spPr>
            <a:xfrm>
              <a:off x="250975" y="3280875"/>
              <a:ext cx="38250" cy="84200"/>
            </a:xfrm>
            <a:custGeom>
              <a:avLst/>
              <a:gdLst/>
              <a:ahLst/>
              <a:cxnLst/>
              <a:rect l="l" t="t" r="r" b="b"/>
              <a:pathLst>
                <a:path w="1530" h="3368" extrusionOk="0">
                  <a:moveTo>
                    <a:pt x="614" y="0"/>
                  </a:moveTo>
                  <a:lnTo>
                    <a:pt x="1" y="205"/>
                  </a:lnTo>
                  <a:lnTo>
                    <a:pt x="916" y="3368"/>
                  </a:lnTo>
                  <a:lnTo>
                    <a:pt x="1529" y="3163"/>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3"/>
            <p:cNvSpPr/>
            <p:nvPr/>
          </p:nvSpPr>
          <p:spPr>
            <a:xfrm>
              <a:off x="281625" y="3273100"/>
              <a:ext cx="35800" cy="84425"/>
            </a:xfrm>
            <a:custGeom>
              <a:avLst/>
              <a:gdLst/>
              <a:ahLst/>
              <a:cxnLst/>
              <a:rect l="l" t="t" r="r" b="b"/>
              <a:pathLst>
                <a:path w="1432" h="3377" extrusionOk="0">
                  <a:moveTo>
                    <a:pt x="508" y="1"/>
                  </a:moveTo>
                  <a:lnTo>
                    <a:pt x="1" y="107"/>
                  </a:lnTo>
                  <a:lnTo>
                    <a:pt x="916" y="3376"/>
                  </a:lnTo>
                  <a:lnTo>
                    <a:pt x="1431" y="3172"/>
                  </a:lnTo>
                  <a:lnTo>
                    <a:pt x="508"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
            <p:cNvSpPr/>
            <p:nvPr/>
          </p:nvSpPr>
          <p:spPr>
            <a:xfrm>
              <a:off x="309625" y="3262875"/>
              <a:ext cx="38450" cy="84425"/>
            </a:xfrm>
            <a:custGeom>
              <a:avLst/>
              <a:gdLst/>
              <a:ahLst/>
              <a:cxnLst/>
              <a:rect l="l" t="t" r="r" b="b"/>
              <a:pathLst>
                <a:path w="1538" h="3377" extrusionOk="0">
                  <a:moveTo>
                    <a:pt x="614" y="1"/>
                  </a:moveTo>
                  <a:lnTo>
                    <a:pt x="1" y="205"/>
                  </a:lnTo>
                  <a:lnTo>
                    <a:pt x="1022" y="3377"/>
                  </a:lnTo>
                  <a:lnTo>
                    <a:pt x="1537" y="3270"/>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3"/>
            <p:cNvSpPr/>
            <p:nvPr/>
          </p:nvSpPr>
          <p:spPr>
            <a:xfrm>
              <a:off x="340275" y="3255325"/>
              <a:ext cx="38450" cy="84200"/>
            </a:xfrm>
            <a:custGeom>
              <a:avLst/>
              <a:gdLst/>
              <a:ahLst/>
              <a:cxnLst/>
              <a:rect l="l" t="t" r="r" b="b"/>
              <a:pathLst>
                <a:path w="1538" h="3368" extrusionOk="0">
                  <a:moveTo>
                    <a:pt x="614" y="1"/>
                  </a:moveTo>
                  <a:lnTo>
                    <a:pt x="1" y="205"/>
                  </a:lnTo>
                  <a:lnTo>
                    <a:pt x="924" y="3368"/>
                  </a:lnTo>
                  <a:lnTo>
                    <a:pt x="1537" y="3164"/>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3"/>
            <p:cNvSpPr/>
            <p:nvPr/>
          </p:nvSpPr>
          <p:spPr>
            <a:xfrm>
              <a:off x="370925" y="3245100"/>
              <a:ext cx="38450" cy="84225"/>
            </a:xfrm>
            <a:custGeom>
              <a:avLst/>
              <a:gdLst/>
              <a:ahLst/>
              <a:cxnLst/>
              <a:rect l="l" t="t" r="r" b="b"/>
              <a:pathLst>
                <a:path w="1538" h="3369" extrusionOk="0">
                  <a:moveTo>
                    <a:pt x="516" y="1"/>
                  </a:moveTo>
                  <a:lnTo>
                    <a:pt x="1" y="205"/>
                  </a:lnTo>
                  <a:lnTo>
                    <a:pt x="924" y="3368"/>
                  </a:lnTo>
                  <a:lnTo>
                    <a:pt x="1537" y="3270"/>
                  </a:lnTo>
                  <a:lnTo>
                    <a:pt x="516"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
            <p:cNvSpPr/>
            <p:nvPr/>
          </p:nvSpPr>
          <p:spPr>
            <a:xfrm>
              <a:off x="401575" y="3237350"/>
              <a:ext cx="35800" cy="84400"/>
            </a:xfrm>
            <a:custGeom>
              <a:avLst/>
              <a:gdLst/>
              <a:ahLst/>
              <a:cxnLst/>
              <a:rect l="l" t="t" r="r" b="b"/>
              <a:pathLst>
                <a:path w="1432" h="3376" extrusionOk="0">
                  <a:moveTo>
                    <a:pt x="516" y="0"/>
                  </a:moveTo>
                  <a:lnTo>
                    <a:pt x="1" y="205"/>
                  </a:lnTo>
                  <a:lnTo>
                    <a:pt x="924" y="3376"/>
                  </a:lnTo>
                  <a:lnTo>
                    <a:pt x="1431" y="3172"/>
                  </a:lnTo>
                  <a:lnTo>
                    <a:pt x="516"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3"/>
            <p:cNvSpPr/>
            <p:nvPr/>
          </p:nvSpPr>
          <p:spPr>
            <a:xfrm>
              <a:off x="429775" y="3229775"/>
              <a:ext cx="38250" cy="81775"/>
            </a:xfrm>
            <a:custGeom>
              <a:avLst/>
              <a:gdLst/>
              <a:ahLst/>
              <a:cxnLst/>
              <a:rect l="l" t="t" r="r" b="b"/>
              <a:pathLst>
                <a:path w="1530" h="3271" extrusionOk="0">
                  <a:moveTo>
                    <a:pt x="614" y="1"/>
                  </a:moveTo>
                  <a:lnTo>
                    <a:pt x="1" y="99"/>
                  </a:lnTo>
                  <a:lnTo>
                    <a:pt x="916" y="3270"/>
                  </a:lnTo>
                  <a:lnTo>
                    <a:pt x="1529" y="3164"/>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3"/>
            <p:cNvSpPr/>
            <p:nvPr/>
          </p:nvSpPr>
          <p:spPr>
            <a:xfrm>
              <a:off x="460425" y="3219575"/>
              <a:ext cx="38250" cy="84200"/>
            </a:xfrm>
            <a:custGeom>
              <a:avLst/>
              <a:gdLst/>
              <a:ahLst/>
              <a:cxnLst/>
              <a:rect l="l" t="t" r="r" b="b"/>
              <a:pathLst>
                <a:path w="1530" h="3368" extrusionOk="0">
                  <a:moveTo>
                    <a:pt x="614" y="0"/>
                  </a:moveTo>
                  <a:lnTo>
                    <a:pt x="1" y="205"/>
                  </a:lnTo>
                  <a:lnTo>
                    <a:pt x="916" y="3368"/>
                  </a:lnTo>
                  <a:lnTo>
                    <a:pt x="1529" y="3163"/>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3"/>
            <p:cNvSpPr/>
            <p:nvPr/>
          </p:nvSpPr>
          <p:spPr>
            <a:xfrm>
              <a:off x="491075" y="3211800"/>
              <a:ext cx="35800" cy="84425"/>
            </a:xfrm>
            <a:custGeom>
              <a:avLst/>
              <a:gdLst/>
              <a:ahLst/>
              <a:cxnLst/>
              <a:rect l="l" t="t" r="r" b="b"/>
              <a:pathLst>
                <a:path w="1432" h="3377" extrusionOk="0">
                  <a:moveTo>
                    <a:pt x="507" y="1"/>
                  </a:moveTo>
                  <a:lnTo>
                    <a:pt x="1" y="107"/>
                  </a:lnTo>
                  <a:lnTo>
                    <a:pt x="916" y="3376"/>
                  </a:lnTo>
                  <a:lnTo>
                    <a:pt x="1431" y="3172"/>
                  </a:lnTo>
                  <a:lnTo>
                    <a:pt x="507"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3"/>
            <p:cNvSpPr/>
            <p:nvPr/>
          </p:nvSpPr>
          <p:spPr>
            <a:xfrm>
              <a:off x="519075" y="3201575"/>
              <a:ext cx="38450" cy="84425"/>
            </a:xfrm>
            <a:custGeom>
              <a:avLst/>
              <a:gdLst/>
              <a:ahLst/>
              <a:cxnLst/>
              <a:rect l="l" t="t" r="r" b="b"/>
              <a:pathLst>
                <a:path w="1538" h="3377" extrusionOk="0">
                  <a:moveTo>
                    <a:pt x="613" y="1"/>
                  </a:moveTo>
                  <a:lnTo>
                    <a:pt x="0" y="205"/>
                  </a:lnTo>
                  <a:lnTo>
                    <a:pt x="1022" y="3377"/>
                  </a:lnTo>
                  <a:lnTo>
                    <a:pt x="1537" y="3270"/>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3"/>
            <p:cNvSpPr/>
            <p:nvPr/>
          </p:nvSpPr>
          <p:spPr>
            <a:xfrm>
              <a:off x="549725" y="3194025"/>
              <a:ext cx="38450" cy="84200"/>
            </a:xfrm>
            <a:custGeom>
              <a:avLst/>
              <a:gdLst/>
              <a:ahLst/>
              <a:cxnLst/>
              <a:rect l="l" t="t" r="r" b="b"/>
              <a:pathLst>
                <a:path w="1538" h="3368" extrusionOk="0">
                  <a:moveTo>
                    <a:pt x="613" y="1"/>
                  </a:moveTo>
                  <a:lnTo>
                    <a:pt x="0" y="99"/>
                  </a:lnTo>
                  <a:lnTo>
                    <a:pt x="924" y="3368"/>
                  </a:lnTo>
                  <a:lnTo>
                    <a:pt x="1537" y="3164"/>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3"/>
            <p:cNvSpPr/>
            <p:nvPr/>
          </p:nvSpPr>
          <p:spPr>
            <a:xfrm>
              <a:off x="281625" y="3275750"/>
              <a:ext cx="309000" cy="122625"/>
            </a:xfrm>
            <a:custGeom>
              <a:avLst/>
              <a:gdLst/>
              <a:ahLst/>
              <a:cxnLst/>
              <a:rect l="l" t="t" r="r" b="b"/>
              <a:pathLst>
                <a:path w="12360" h="4905" extrusionOk="0">
                  <a:moveTo>
                    <a:pt x="11950" y="1"/>
                  </a:moveTo>
                  <a:lnTo>
                    <a:pt x="1" y="3475"/>
                  </a:lnTo>
                  <a:lnTo>
                    <a:pt x="410" y="4905"/>
                  </a:lnTo>
                  <a:lnTo>
                    <a:pt x="12359" y="1325"/>
                  </a:lnTo>
                  <a:lnTo>
                    <a:pt x="11950"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
            <p:cNvSpPr/>
            <p:nvPr/>
          </p:nvSpPr>
          <p:spPr>
            <a:xfrm>
              <a:off x="557500" y="3574500"/>
              <a:ext cx="86850" cy="38425"/>
            </a:xfrm>
            <a:custGeom>
              <a:avLst/>
              <a:gdLst/>
              <a:ahLst/>
              <a:cxnLst/>
              <a:rect l="l" t="t" r="r" b="b"/>
              <a:pathLst>
                <a:path w="3474" h="1537" extrusionOk="0">
                  <a:moveTo>
                    <a:pt x="3367" y="0"/>
                  </a:moveTo>
                  <a:lnTo>
                    <a:pt x="0" y="1022"/>
                  </a:lnTo>
                  <a:lnTo>
                    <a:pt x="204" y="1537"/>
                  </a:lnTo>
                  <a:lnTo>
                    <a:pt x="3474" y="613"/>
                  </a:lnTo>
                  <a:lnTo>
                    <a:pt x="3367"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3"/>
            <p:cNvSpPr/>
            <p:nvPr/>
          </p:nvSpPr>
          <p:spPr>
            <a:xfrm>
              <a:off x="549725" y="3546500"/>
              <a:ext cx="86875" cy="38250"/>
            </a:xfrm>
            <a:custGeom>
              <a:avLst/>
              <a:gdLst/>
              <a:ahLst/>
              <a:cxnLst/>
              <a:rect l="l" t="t" r="r" b="b"/>
              <a:pathLst>
                <a:path w="3475" h="1530" extrusionOk="0">
                  <a:moveTo>
                    <a:pt x="3270" y="1"/>
                  </a:moveTo>
                  <a:lnTo>
                    <a:pt x="0" y="1022"/>
                  </a:lnTo>
                  <a:lnTo>
                    <a:pt x="205" y="1529"/>
                  </a:lnTo>
                  <a:lnTo>
                    <a:pt x="3474" y="614"/>
                  </a:lnTo>
                  <a:lnTo>
                    <a:pt x="3270"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3"/>
            <p:cNvSpPr/>
            <p:nvPr/>
          </p:nvSpPr>
          <p:spPr>
            <a:xfrm>
              <a:off x="542175" y="3518300"/>
              <a:ext cx="86850" cy="38450"/>
            </a:xfrm>
            <a:custGeom>
              <a:avLst/>
              <a:gdLst/>
              <a:ahLst/>
              <a:cxnLst/>
              <a:rect l="l" t="t" r="r" b="b"/>
              <a:pathLst>
                <a:path w="3474" h="1538" extrusionOk="0">
                  <a:moveTo>
                    <a:pt x="3269" y="1"/>
                  </a:moveTo>
                  <a:lnTo>
                    <a:pt x="0" y="1022"/>
                  </a:lnTo>
                  <a:lnTo>
                    <a:pt x="98" y="1537"/>
                  </a:lnTo>
                  <a:lnTo>
                    <a:pt x="3474" y="614"/>
                  </a:lnTo>
                  <a:lnTo>
                    <a:pt x="3269"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3"/>
            <p:cNvSpPr/>
            <p:nvPr/>
          </p:nvSpPr>
          <p:spPr>
            <a:xfrm>
              <a:off x="360725" y="3514550"/>
              <a:ext cx="84400" cy="75050"/>
            </a:xfrm>
            <a:custGeom>
              <a:avLst/>
              <a:gdLst/>
              <a:ahLst/>
              <a:cxnLst/>
              <a:rect l="l" t="t" r="r" b="b"/>
              <a:pathLst>
                <a:path w="3376" h="3002" extrusionOk="0">
                  <a:moveTo>
                    <a:pt x="1712" y="1"/>
                  </a:moveTo>
                  <a:cubicBezTo>
                    <a:pt x="1583" y="1"/>
                    <a:pt x="1454" y="18"/>
                    <a:pt x="1332" y="53"/>
                  </a:cubicBezTo>
                  <a:cubicBezTo>
                    <a:pt x="515" y="355"/>
                    <a:pt x="0" y="1172"/>
                    <a:pt x="311" y="1892"/>
                  </a:cubicBezTo>
                  <a:cubicBezTo>
                    <a:pt x="474" y="2546"/>
                    <a:pt x="1031" y="3002"/>
                    <a:pt x="1666" y="3002"/>
                  </a:cubicBezTo>
                  <a:cubicBezTo>
                    <a:pt x="1824" y="3002"/>
                    <a:pt x="1987" y="2974"/>
                    <a:pt x="2150" y="2913"/>
                  </a:cubicBezTo>
                  <a:cubicBezTo>
                    <a:pt x="2967" y="2709"/>
                    <a:pt x="3376" y="1892"/>
                    <a:pt x="3171" y="1074"/>
                  </a:cubicBezTo>
                  <a:cubicBezTo>
                    <a:pt x="3002" y="397"/>
                    <a:pt x="2339" y="1"/>
                    <a:pt x="1712"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
            <p:cNvSpPr/>
            <p:nvPr/>
          </p:nvSpPr>
          <p:spPr>
            <a:xfrm>
              <a:off x="450200" y="3847900"/>
              <a:ext cx="319200" cy="162150"/>
            </a:xfrm>
            <a:custGeom>
              <a:avLst/>
              <a:gdLst/>
              <a:ahLst/>
              <a:cxnLst/>
              <a:rect l="l" t="t" r="r" b="b"/>
              <a:pathLst>
                <a:path w="12768" h="6486" extrusionOk="0">
                  <a:moveTo>
                    <a:pt x="1" y="3572"/>
                  </a:moveTo>
                  <a:lnTo>
                    <a:pt x="1" y="3572"/>
                  </a:lnTo>
                  <a:cubicBezTo>
                    <a:pt x="9" y="3599"/>
                    <a:pt x="17" y="3625"/>
                    <a:pt x="26" y="3651"/>
                  </a:cubicBezTo>
                  <a:lnTo>
                    <a:pt x="26" y="3651"/>
                  </a:lnTo>
                  <a:lnTo>
                    <a:pt x="1" y="3572"/>
                  </a:lnTo>
                  <a:close/>
                  <a:moveTo>
                    <a:pt x="11950" y="0"/>
                  </a:moveTo>
                  <a:cubicBezTo>
                    <a:pt x="12155" y="711"/>
                    <a:pt x="11746" y="1431"/>
                    <a:pt x="11035" y="1635"/>
                  </a:cubicBezTo>
                  <a:lnTo>
                    <a:pt x="1636" y="4496"/>
                  </a:lnTo>
                  <a:cubicBezTo>
                    <a:pt x="1510" y="4531"/>
                    <a:pt x="1385" y="4548"/>
                    <a:pt x="1263" y="4548"/>
                  </a:cubicBezTo>
                  <a:cubicBezTo>
                    <a:pt x="710" y="4548"/>
                    <a:pt x="216" y="4200"/>
                    <a:pt x="26" y="3651"/>
                  </a:cubicBezTo>
                  <a:lnTo>
                    <a:pt x="26" y="3651"/>
                  </a:lnTo>
                  <a:lnTo>
                    <a:pt x="614" y="5517"/>
                  </a:lnTo>
                  <a:cubicBezTo>
                    <a:pt x="783" y="6105"/>
                    <a:pt x="1297" y="6485"/>
                    <a:pt x="1876" y="6485"/>
                  </a:cubicBezTo>
                  <a:cubicBezTo>
                    <a:pt x="1998" y="6485"/>
                    <a:pt x="2123" y="6468"/>
                    <a:pt x="2249" y="6433"/>
                  </a:cubicBezTo>
                  <a:lnTo>
                    <a:pt x="11648" y="3678"/>
                  </a:lnTo>
                  <a:cubicBezTo>
                    <a:pt x="12359" y="3474"/>
                    <a:pt x="12768" y="2755"/>
                    <a:pt x="12563" y="2044"/>
                  </a:cubicBezTo>
                  <a:lnTo>
                    <a:pt x="11950"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3" name="Google Shape;193;p3"/>
          <p:cNvGrpSpPr/>
          <p:nvPr/>
        </p:nvGrpSpPr>
        <p:grpSpPr>
          <a:xfrm>
            <a:off x="7950550" y="4029050"/>
            <a:ext cx="480225" cy="615300"/>
            <a:chOff x="912850" y="4743425"/>
            <a:chExt cx="480225" cy="615300"/>
          </a:xfrm>
        </p:grpSpPr>
        <p:sp>
          <p:nvSpPr>
            <p:cNvPr id="194" name="Google Shape;194;p3"/>
            <p:cNvSpPr/>
            <p:nvPr/>
          </p:nvSpPr>
          <p:spPr>
            <a:xfrm>
              <a:off x="912850" y="4825175"/>
              <a:ext cx="480225" cy="533550"/>
            </a:xfrm>
            <a:custGeom>
              <a:avLst/>
              <a:gdLst/>
              <a:ahLst/>
              <a:cxnLst/>
              <a:rect l="l" t="t" r="r" b="b"/>
              <a:pathLst>
                <a:path w="19209" h="21342" extrusionOk="0">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3"/>
            <p:cNvSpPr/>
            <p:nvPr/>
          </p:nvSpPr>
          <p:spPr>
            <a:xfrm>
              <a:off x="1055900" y="4825175"/>
              <a:ext cx="291200" cy="71525"/>
            </a:xfrm>
            <a:custGeom>
              <a:avLst/>
              <a:gdLst/>
              <a:ahLst/>
              <a:cxnLst/>
              <a:rect l="l" t="t" r="r" b="b"/>
              <a:pathLst>
                <a:path w="11648" h="2861" extrusionOk="0">
                  <a:moveTo>
                    <a:pt x="205" y="0"/>
                  </a:moveTo>
                  <a:lnTo>
                    <a:pt x="0" y="613"/>
                  </a:lnTo>
                  <a:lnTo>
                    <a:pt x="11549" y="2861"/>
                  </a:lnTo>
                  <a:lnTo>
                    <a:pt x="11647" y="2248"/>
                  </a:lnTo>
                  <a:lnTo>
                    <a:pt x="205"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
            <p:cNvSpPr/>
            <p:nvPr/>
          </p:nvSpPr>
          <p:spPr>
            <a:xfrm>
              <a:off x="1038125" y="4743425"/>
              <a:ext cx="344725" cy="143075"/>
            </a:xfrm>
            <a:custGeom>
              <a:avLst/>
              <a:gdLst/>
              <a:ahLst/>
              <a:cxnLst/>
              <a:rect l="l" t="t" r="r" b="b"/>
              <a:pathLst>
                <a:path w="13789" h="5723" extrusionOk="0">
                  <a:moveTo>
                    <a:pt x="613" y="1"/>
                  </a:moveTo>
                  <a:lnTo>
                    <a:pt x="0" y="3066"/>
                  </a:lnTo>
                  <a:lnTo>
                    <a:pt x="13176" y="5722"/>
                  </a:lnTo>
                  <a:lnTo>
                    <a:pt x="13789" y="2657"/>
                  </a:lnTo>
                  <a:lnTo>
                    <a:pt x="6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3"/>
            <p:cNvSpPr/>
            <p:nvPr/>
          </p:nvSpPr>
          <p:spPr>
            <a:xfrm>
              <a:off x="1050775" y="4745900"/>
              <a:ext cx="28225" cy="79300"/>
            </a:xfrm>
            <a:custGeom>
              <a:avLst/>
              <a:gdLst/>
              <a:ahLst/>
              <a:cxnLst/>
              <a:rect l="l" t="t" r="r" b="b"/>
              <a:pathLst>
                <a:path w="1129" h="3172" extrusionOk="0">
                  <a:moveTo>
                    <a:pt x="614" y="0"/>
                  </a:moveTo>
                  <a:lnTo>
                    <a:pt x="1" y="3065"/>
                  </a:lnTo>
                  <a:lnTo>
                    <a:pt x="516" y="3171"/>
                  </a:lnTo>
                  <a:lnTo>
                    <a:pt x="1129" y="106"/>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
            <p:cNvSpPr/>
            <p:nvPr/>
          </p:nvSpPr>
          <p:spPr>
            <a:xfrm>
              <a:off x="1078975" y="4751000"/>
              <a:ext cx="30675" cy="81750"/>
            </a:xfrm>
            <a:custGeom>
              <a:avLst/>
              <a:gdLst/>
              <a:ahLst/>
              <a:cxnLst/>
              <a:rect l="l" t="t" r="r" b="b"/>
              <a:pathLst>
                <a:path w="1227" h="3270" extrusionOk="0">
                  <a:moveTo>
                    <a:pt x="614" y="0"/>
                  </a:moveTo>
                  <a:lnTo>
                    <a:pt x="1" y="3172"/>
                  </a:lnTo>
                  <a:lnTo>
                    <a:pt x="614" y="3270"/>
                  </a:lnTo>
                  <a:lnTo>
                    <a:pt x="1227" y="107"/>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
            <p:cNvSpPr/>
            <p:nvPr/>
          </p:nvSpPr>
          <p:spPr>
            <a:xfrm>
              <a:off x="1109625" y="4756100"/>
              <a:ext cx="28025" cy="81775"/>
            </a:xfrm>
            <a:custGeom>
              <a:avLst/>
              <a:gdLst/>
              <a:ahLst/>
              <a:cxnLst/>
              <a:rect l="l" t="t" r="r" b="b"/>
              <a:pathLst>
                <a:path w="1121" h="3271" extrusionOk="0">
                  <a:moveTo>
                    <a:pt x="614" y="1"/>
                  </a:moveTo>
                  <a:lnTo>
                    <a:pt x="1" y="3172"/>
                  </a:lnTo>
                  <a:lnTo>
                    <a:pt x="508" y="3270"/>
                  </a:lnTo>
                  <a:lnTo>
                    <a:pt x="1121" y="107"/>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
            <p:cNvSpPr/>
            <p:nvPr/>
          </p:nvSpPr>
          <p:spPr>
            <a:xfrm>
              <a:off x="1137625" y="4763875"/>
              <a:ext cx="30675" cy="79100"/>
            </a:xfrm>
            <a:custGeom>
              <a:avLst/>
              <a:gdLst/>
              <a:ahLst/>
              <a:cxnLst/>
              <a:rect l="l" t="t" r="r" b="b"/>
              <a:pathLst>
                <a:path w="1227" h="3164" extrusionOk="0">
                  <a:moveTo>
                    <a:pt x="614" y="0"/>
                  </a:moveTo>
                  <a:lnTo>
                    <a:pt x="1" y="3065"/>
                  </a:lnTo>
                  <a:lnTo>
                    <a:pt x="516" y="3163"/>
                  </a:lnTo>
                  <a:lnTo>
                    <a:pt x="1227" y="98"/>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3"/>
            <p:cNvSpPr/>
            <p:nvPr/>
          </p:nvSpPr>
          <p:spPr>
            <a:xfrm>
              <a:off x="1165825" y="4768975"/>
              <a:ext cx="30675" cy="79100"/>
            </a:xfrm>
            <a:custGeom>
              <a:avLst/>
              <a:gdLst/>
              <a:ahLst/>
              <a:cxnLst/>
              <a:rect l="l" t="t" r="r" b="b"/>
              <a:pathLst>
                <a:path w="1227" h="3164" extrusionOk="0">
                  <a:moveTo>
                    <a:pt x="712" y="1"/>
                  </a:moveTo>
                  <a:lnTo>
                    <a:pt x="1" y="3066"/>
                  </a:lnTo>
                  <a:lnTo>
                    <a:pt x="614" y="3164"/>
                  </a:lnTo>
                  <a:lnTo>
                    <a:pt x="1227" y="99"/>
                  </a:lnTo>
                  <a:lnTo>
                    <a:pt x="712"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
            <p:cNvSpPr/>
            <p:nvPr/>
          </p:nvSpPr>
          <p:spPr>
            <a:xfrm>
              <a:off x="1196475" y="4774075"/>
              <a:ext cx="28025" cy="81775"/>
            </a:xfrm>
            <a:custGeom>
              <a:avLst/>
              <a:gdLst/>
              <a:ahLst/>
              <a:cxnLst/>
              <a:rect l="l" t="t" r="r" b="b"/>
              <a:pathLst>
                <a:path w="1121" h="3271" extrusionOk="0">
                  <a:moveTo>
                    <a:pt x="614" y="1"/>
                  </a:moveTo>
                  <a:lnTo>
                    <a:pt x="1" y="3164"/>
                  </a:lnTo>
                  <a:lnTo>
                    <a:pt x="507" y="3270"/>
                  </a:lnTo>
                  <a:lnTo>
                    <a:pt x="1120"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
            <p:cNvSpPr/>
            <p:nvPr/>
          </p:nvSpPr>
          <p:spPr>
            <a:xfrm>
              <a:off x="1224475" y="4779200"/>
              <a:ext cx="30675" cy="81750"/>
            </a:xfrm>
            <a:custGeom>
              <a:avLst/>
              <a:gdLst/>
              <a:ahLst/>
              <a:cxnLst/>
              <a:rect l="l" t="t" r="r" b="b"/>
              <a:pathLst>
                <a:path w="1227" h="3270" extrusionOk="0">
                  <a:moveTo>
                    <a:pt x="613" y="0"/>
                  </a:moveTo>
                  <a:lnTo>
                    <a:pt x="0" y="3163"/>
                  </a:lnTo>
                  <a:lnTo>
                    <a:pt x="613" y="3270"/>
                  </a:lnTo>
                  <a:lnTo>
                    <a:pt x="1226" y="98"/>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3"/>
            <p:cNvSpPr/>
            <p:nvPr/>
          </p:nvSpPr>
          <p:spPr>
            <a:xfrm>
              <a:off x="1255125" y="4786750"/>
              <a:ext cx="28225" cy="79300"/>
            </a:xfrm>
            <a:custGeom>
              <a:avLst/>
              <a:gdLst/>
              <a:ahLst/>
              <a:cxnLst/>
              <a:rect l="l" t="t" r="r" b="b"/>
              <a:pathLst>
                <a:path w="1129" h="3172" extrusionOk="0">
                  <a:moveTo>
                    <a:pt x="613" y="1"/>
                  </a:moveTo>
                  <a:lnTo>
                    <a:pt x="0" y="3066"/>
                  </a:lnTo>
                  <a:lnTo>
                    <a:pt x="515" y="3172"/>
                  </a:lnTo>
                  <a:lnTo>
                    <a:pt x="1128" y="107"/>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
            <p:cNvSpPr/>
            <p:nvPr/>
          </p:nvSpPr>
          <p:spPr>
            <a:xfrm>
              <a:off x="1283325" y="4791875"/>
              <a:ext cx="30675" cy="81750"/>
            </a:xfrm>
            <a:custGeom>
              <a:avLst/>
              <a:gdLst/>
              <a:ahLst/>
              <a:cxnLst/>
              <a:rect l="l" t="t" r="r" b="b"/>
              <a:pathLst>
                <a:path w="1227" h="3270" extrusionOk="0">
                  <a:moveTo>
                    <a:pt x="613" y="0"/>
                  </a:moveTo>
                  <a:lnTo>
                    <a:pt x="0" y="3171"/>
                  </a:lnTo>
                  <a:lnTo>
                    <a:pt x="613" y="3269"/>
                  </a:lnTo>
                  <a:lnTo>
                    <a:pt x="1226" y="106"/>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3"/>
            <p:cNvSpPr/>
            <p:nvPr/>
          </p:nvSpPr>
          <p:spPr>
            <a:xfrm>
              <a:off x="1313975" y="4796975"/>
              <a:ext cx="28000" cy="81750"/>
            </a:xfrm>
            <a:custGeom>
              <a:avLst/>
              <a:gdLst/>
              <a:ahLst/>
              <a:cxnLst/>
              <a:rect l="l" t="t" r="r" b="b"/>
              <a:pathLst>
                <a:path w="1120" h="3270" extrusionOk="0">
                  <a:moveTo>
                    <a:pt x="613" y="0"/>
                  </a:moveTo>
                  <a:lnTo>
                    <a:pt x="0" y="3172"/>
                  </a:lnTo>
                  <a:lnTo>
                    <a:pt x="507" y="3270"/>
                  </a:lnTo>
                  <a:lnTo>
                    <a:pt x="1120" y="107"/>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
            <p:cNvSpPr/>
            <p:nvPr/>
          </p:nvSpPr>
          <p:spPr>
            <a:xfrm>
              <a:off x="1341950" y="4804725"/>
              <a:ext cx="30675" cy="79125"/>
            </a:xfrm>
            <a:custGeom>
              <a:avLst/>
              <a:gdLst/>
              <a:ahLst/>
              <a:cxnLst/>
              <a:rect l="l" t="t" r="r" b="b"/>
              <a:pathLst>
                <a:path w="1227" h="3165" extrusionOk="0">
                  <a:moveTo>
                    <a:pt x="614" y="1"/>
                  </a:moveTo>
                  <a:lnTo>
                    <a:pt x="1" y="3066"/>
                  </a:lnTo>
                  <a:lnTo>
                    <a:pt x="516" y="3164"/>
                  </a:lnTo>
                  <a:lnTo>
                    <a:pt x="1227"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
            <p:cNvSpPr/>
            <p:nvPr/>
          </p:nvSpPr>
          <p:spPr>
            <a:xfrm>
              <a:off x="935950" y="4963100"/>
              <a:ext cx="441800" cy="260550"/>
            </a:xfrm>
            <a:custGeom>
              <a:avLst/>
              <a:gdLst/>
              <a:ahLst/>
              <a:cxnLst/>
              <a:rect l="l" t="t" r="r" b="b"/>
              <a:pathLst>
                <a:path w="17672" h="10422" extrusionOk="0">
                  <a:moveTo>
                    <a:pt x="1431" y="0"/>
                  </a:moveTo>
                  <a:lnTo>
                    <a:pt x="0" y="7250"/>
                  </a:lnTo>
                  <a:lnTo>
                    <a:pt x="16241" y="10421"/>
                  </a:lnTo>
                  <a:lnTo>
                    <a:pt x="17671" y="3163"/>
                  </a:lnTo>
                  <a:lnTo>
                    <a:pt x="14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
            <p:cNvSpPr/>
            <p:nvPr/>
          </p:nvSpPr>
          <p:spPr>
            <a:xfrm>
              <a:off x="912850" y="5169875"/>
              <a:ext cx="424025" cy="188850"/>
            </a:xfrm>
            <a:custGeom>
              <a:avLst/>
              <a:gdLst/>
              <a:ahLst/>
              <a:cxnLst/>
              <a:rect l="l" t="t" r="r" b="b"/>
              <a:pathLst>
                <a:path w="16961" h="7554" extrusionOk="0">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
            <p:cNvSpPr/>
            <p:nvPr/>
          </p:nvSpPr>
          <p:spPr>
            <a:xfrm>
              <a:off x="963950" y="4963100"/>
              <a:ext cx="413800" cy="112400"/>
            </a:xfrm>
            <a:custGeom>
              <a:avLst/>
              <a:gdLst/>
              <a:ahLst/>
              <a:cxnLst/>
              <a:rect l="l" t="t" r="r" b="b"/>
              <a:pathLst>
                <a:path w="16552" h="4496" extrusionOk="0">
                  <a:moveTo>
                    <a:pt x="311" y="0"/>
                  </a:moveTo>
                  <a:lnTo>
                    <a:pt x="0" y="1324"/>
                  </a:lnTo>
                  <a:lnTo>
                    <a:pt x="16249" y="4496"/>
                  </a:lnTo>
                  <a:lnTo>
                    <a:pt x="16551" y="3163"/>
                  </a:lnTo>
                  <a:lnTo>
                    <a:pt x="311"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
            <p:cNvSpPr/>
            <p:nvPr/>
          </p:nvSpPr>
          <p:spPr>
            <a:xfrm>
              <a:off x="984375" y="5034625"/>
              <a:ext cx="94625" cy="94425"/>
            </a:xfrm>
            <a:custGeom>
              <a:avLst/>
              <a:gdLst/>
              <a:ahLst/>
              <a:cxnLst/>
              <a:rect l="l" t="t" r="r" b="b"/>
              <a:pathLst>
                <a:path w="3785" h="3777" extrusionOk="0">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
            <p:cNvSpPr/>
            <p:nvPr/>
          </p:nvSpPr>
          <p:spPr>
            <a:xfrm>
              <a:off x="1178500" y="5075475"/>
              <a:ext cx="145700" cy="43350"/>
            </a:xfrm>
            <a:custGeom>
              <a:avLst/>
              <a:gdLst/>
              <a:ahLst/>
              <a:cxnLst/>
              <a:rect l="l" t="t" r="r" b="b"/>
              <a:pathLst>
                <a:path w="5828" h="1734" extrusionOk="0">
                  <a:moveTo>
                    <a:pt x="205" y="1"/>
                  </a:moveTo>
                  <a:lnTo>
                    <a:pt x="0" y="614"/>
                  </a:lnTo>
                  <a:lnTo>
                    <a:pt x="5722" y="1733"/>
                  </a:lnTo>
                  <a:lnTo>
                    <a:pt x="5828" y="1120"/>
                  </a:lnTo>
                  <a:lnTo>
                    <a:pt x="205"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
            <p:cNvSpPr/>
            <p:nvPr/>
          </p:nvSpPr>
          <p:spPr>
            <a:xfrm>
              <a:off x="1170925" y="5113700"/>
              <a:ext cx="145525" cy="43550"/>
            </a:xfrm>
            <a:custGeom>
              <a:avLst/>
              <a:gdLst/>
              <a:ahLst/>
              <a:cxnLst/>
              <a:rect l="l" t="t" r="r" b="b"/>
              <a:pathLst>
                <a:path w="5821" h="1742" extrusionOk="0">
                  <a:moveTo>
                    <a:pt x="205" y="0"/>
                  </a:moveTo>
                  <a:lnTo>
                    <a:pt x="1" y="719"/>
                  </a:lnTo>
                  <a:lnTo>
                    <a:pt x="5722" y="1741"/>
                  </a:lnTo>
                  <a:lnTo>
                    <a:pt x="5820" y="1128"/>
                  </a:lnTo>
                  <a:lnTo>
                    <a:pt x="205"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3"/>
          <p:cNvGrpSpPr/>
          <p:nvPr/>
        </p:nvGrpSpPr>
        <p:grpSpPr>
          <a:xfrm>
            <a:off x="6710472" y="173020"/>
            <a:ext cx="2270722" cy="1272963"/>
            <a:chOff x="5158247" y="5768045"/>
            <a:chExt cx="2270722" cy="1272963"/>
          </a:xfrm>
        </p:grpSpPr>
        <p:sp>
          <p:nvSpPr>
            <p:cNvPr id="215" name="Google Shape;215;p3"/>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1" name="Google Shape;221;p3"/>
          <p:cNvGrpSpPr/>
          <p:nvPr/>
        </p:nvGrpSpPr>
        <p:grpSpPr>
          <a:xfrm>
            <a:off x="7593350" y="539488"/>
            <a:ext cx="837425" cy="742113"/>
            <a:chOff x="6215925" y="6858088"/>
            <a:chExt cx="837425" cy="742113"/>
          </a:xfrm>
        </p:grpSpPr>
        <p:sp>
          <p:nvSpPr>
            <p:cNvPr id="222" name="Google Shape;222;p3"/>
            <p:cNvSpPr/>
            <p:nvPr/>
          </p:nvSpPr>
          <p:spPr>
            <a:xfrm>
              <a:off x="6215925" y="7421400"/>
              <a:ext cx="201900" cy="178800"/>
            </a:xfrm>
            <a:custGeom>
              <a:avLst/>
              <a:gdLst/>
              <a:ahLst/>
              <a:cxnLst/>
              <a:rect l="l" t="t" r="r" b="b"/>
              <a:pathLst>
                <a:path w="8076" h="7152" extrusionOk="0">
                  <a:moveTo>
                    <a:pt x="7561" y="0"/>
                  </a:moveTo>
                  <a:lnTo>
                    <a:pt x="0" y="6637"/>
                  </a:lnTo>
                  <a:lnTo>
                    <a:pt x="515" y="7152"/>
                  </a:lnTo>
                  <a:lnTo>
                    <a:pt x="8076" y="507"/>
                  </a:lnTo>
                  <a:lnTo>
                    <a:pt x="7561" y="0"/>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
            <p:cNvSpPr/>
            <p:nvPr/>
          </p:nvSpPr>
          <p:spPr>
            <a:xfrm>
              <a:off x="6401775" y="7430925"/>
              <a:ext cx="25575" cy="22900"/>
            </a:xfrm>
            <a:custGeom>
              <a:avLst/>
              <a:gdLst/>
              <a:ahLst/>
              <a:cxnLst/>
              <a:rect l="l" t="t" r="r" b="b"/>
              <a:pathLst>
                <a:path w="1023" h="916" extrusionOk="0">
                  <a:moveTo>
                    <a:pt x="508" y="0"/>
                  </a:moveTo>
                  <a:lnTo>
                    <a:pt x="1" y="507"/>
                  </a:lnTo>
                  <a:lnTo>
                    <a:pt x="508" y="915"/>
                  </a:lnTo>
                  <a:lnTo>
                    <a:pt x="1023" y="507"/>
                  </a:lnTo>
                  <a:lnTo>
                    <a:pt x="508" y="0"/>
                  </a:lnTo>
                  <a:close/>
                </a:path>
              </a:pathLst>
            </a:custGeom>
            <a:solidFill>
              <a:srgbClr val="C1C0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4" name="Google Shape;224;p3"/>
            <p:cNvGrpSpPr/>
            <p:nvPr/>
          </p:nvGrpSpPr>
          <p:grpSpPr>
            <a:xfrm>
              <a:off x="6361025" y="6858088"/>
              <a:ext cx="692325" cy="623250"/>
              <a:chOff x="6361025" y="6858088"/>
              <a:chExt cx="692325" cy="623250"/>
            </a:xfrm>
          </p:grpSpPr>
          <p:sp>
            <p:nvSpPr>
              <p:cNvPr id="225" name="Google Shape;225;p3"/>
              <p:cNvSpPr/>
              <p:nvPr/>
            </p:nvSpPr>
            <p:spPr>
              <a:xfrm>
                <a:off x="6361025" y="7011338"/>
                <a:ext cx="510875" cy="470000"/>
              </a:xfrm>
              <a:custGeom>
                <a:avLst/>
                <a:gdLst/>
                <a:ahLst/>
                <a:cxnLst/>
                <a:rect l="l" t="t" r="r" b="b"/>
                <a:pathLst>
                  <a:path w="20435" h="18800" extrusionOk="0">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
              <p:cNvSpPr/>
              <p:nvPr/>
            </p:nvSpPr>
            <p:spPr>
              <a:xfrm>
                <a:off x="6795250" y="6896288"/>
                <a:ext cx="217225" cy="207025"/>
              </a:xfrm>
              <a:custGeom>
                <a:avLst/>
                <a:gdLst/>
                <a:ahLst/>
                <a:cxnLst/>
                <a:rect l="l" t="t" r="r" b="b"/>
                <a:pathLst>
                  <a:path w="8689" h="8281" extrusionOk="0">
                    <a:moveTo>
                      <a:pt x="6539" y="1"/>
                    </a:moveTo>
                    <a:lnTo>
                      <a:pt x="0" y="5828"/>
                    </a:lnTo>
                    <a:lnTo>
                      <a:pt x="2150" y="8280"/>
                    </a:lnTo>
                    <a:lnTo>
                      <a:pt x="8688" y="2453"/>
                    </a:lnTo>
                    <a:lnTo>
                      <a:pt x="6539" y="1"/>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
              <p:cNvSpPr/>
              <p:nvPr/>
            </p:nvSpPr>
            <p:spPr>
              <a:xfrm>
                <a:off x="6795250" y="7018888"/>
                <a:ext cx="79300" cy="84425"/>
              </a:xfrm>
              <a:custGeom>
                <a:avLst/>
                <a:gdLst/>
                <a:ahLst/>
                <a:cxnLst/>
                <a:rect l="l" t="t" r="r" b="b"/>
                <a:pathLst>
                  <a:path w="3172" h="3377" extrusionOk="0">
                    <a:moveTo>
                      <a:pt x="1022" y="1"/>
                    </a:moveTo>
                    <a:lnTo>
                      <a:pt x="0" y="924"/>
                    </a:lnTo>
                    <a:lnTo>
                      <a:pt x="2150" y="3376"/>
                    </a:lnTo>
                    <a:lnTo>
                      <a:pt x="3171" y="2453"/>
                    </a:lnTo>
                    <a:lnTo>
                      <a:pt x="1022" y="1"/>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
              <p:cNvSpPr/>
              <p:nvPr/>
            </p:nvSpPr>
            <p:spPr>
              <a:xfrm>
                <a:off x="6946050" y="6858088"/>
                <a:ext cx="107300" cy="114850"/>
              </a:xfrm>
              <a:custGeom>
                <a:avLst/>
                <a:gdLst/>
                <a:ahLst/>
                <a:cxnLst/>
                <a:rect l="l" t="t" r="r" b="b"/>
                <a:pathLst>
                  <a:path w="4292" h="4594" extrusionOk="0">
                    <a:moveTo>
                      <a:pt x="1120" y="0"/>
                    </a:moveTo>
                    <a:lnTo>
                      <a:pt x="0" y="1022"/>
                    </a:lnTo>
                    <a:lnTo>
                      <a:pt x="3163" y="4594"/>
                    </a:lnTo>
                    <a:lnTo>
                      <a:pt x="4291" y="3678"/>
                    </a:lnTo>
                    <a:lnTo>
                      <a:pt x="1120"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
              <p:cNvSpPr/>
              <p:nvPr/>
            </p:nvSpPr>
            <p:spPr>
              <a:xfrm>
                <a:off x="6721275" y="6990888"/>
                <a:ext cx="176150" cy="189050"/>
              </a:xfrm>
              <a:custGeom>
                <a:avLst/>
                <a:gdLst/>
                <a:ahLst/>
                <a:cxnLst/>
                <a:rect l="l" t="t" r="r" b="b"/>
                <a:pathLst>
                  <a:path w="7046" h="7562" extrusionOk="0">
                    <a:moveTo>
                      <a:pt x="1733" y="1"/>
                    </a:moveTo>
                    <a:lnTo>
                      <a:pt x="0" y="1529"/>
                    </a:lnTo>
                    <a:lnTo>
                      <a:pt x="5313" y="7561"/>
                    </a:lnTo>
                    <a:lnTo>
                      <a:pt x="7046" y="6025"/>
                    </a:lnTo>
                    <a:lnTo>
                      <a:pt x="1733"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
              <p:cNvSpPr/>
              <p:nvPr/>
            </p:nvSpPr>
            <p:spPr>
              <a:xfrm>
                <a:off x="6739050" y="7149263"/>
                <a:ext cx="69100" cy="74000"/>
              </a:xfrm>
              <a:custGeom>
                <a:avLst/>
                <a:gdLst/>
                <a:ahLst/>
                <a:cxnLst/>
                <a:rect l="l" t="t" r="r" b="b"/>
                <a:pathLst>
                  <a:path w="2764" h="2960" extrusionOk="0">
                    <a:moveTo>
                      <a:pt x="409" y="0"/>
                    </a:moveTo>
                    <a:lnTo>
                      <a:pt x="0" y="303"/>
                    </a:lnTo>
                    <a:lnTo>
                      <a:pt x="2354" y="2959"/>
                    </a:lnTo>
                    <a:lnTo>
                      <a:pt x="2763" y="2657"/>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
              <p:cNvSpPr/>
              <p:nvPr/>
            </p:nvSpPr>
            <p:spPr>
              <a:xfrm>
                <a:off x="6690625" y="7192588"/>
                <a:ext cx="66425" cy="74200"/>
              </a:xfrm>
              <a:custGeom>
                <a:avLst/>
                <a:gdLst/>
                <a:ahLst/>
                <a:cxnLst/>
                <a:rect l="l" t="t" r="r" b="b"/>
                <a:pathLst>
                  <a:path w="2657" h="2968" extrusionOk="0">
                    <a:moveTo>
                      <a:pt x="409" y="0"/>
                    </a:moveTo>
                    <a:lnTo>
                      <a:pt x="0" y="311"/>
                    </a:lnTo>
                    <a:lnTo>
                      <a:pt x="2346" y="2967"/>
                    </a:lnTo>
                    <a:lnTo>
                      <a:pt x="2657"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
              <p:cNvSpPr/>
              <p:nvPr/>
            </p:nvSpPr>
            <p:spPr>
              <a:xfrm>
                <a:off x="6642000" y="7236113"/>
                <a:ext cx="66425" cy="73975"/>
              </a:xfrm>
              <a:custGeom>
                <a:avLst/>
                <a:gdLst/>
                <a:ahLst/>
                <a:cxnLst/>
                <a:rect l="l" t="t" r="r" b="b"/>
                <a:pathLst>
                  <a:path w="2657" h="2959" extrusionOk="0">
                    <a:moveTo>
                      <a:pt x="409" y="0"/>
                    </a:moveTo>
                    <a:lnTo>
                      <a:pt x="0" y="302"/>
                    </a:lnTo>
                    <a:lnTo>
                      <a:pt x="2248" y="2959"/>
                    </a:lnTo>
                    <a:lnTo>
                      <a:pt x="2656"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
              <p:cNvSpPr/>
              <p:nvPr/>
            </p:nvSpPr>
            <p:spPr>
              <a:xfrm>
                <a:off x="6384125" y="7207913"/>
                <a:ext cx="268100" cy="252975"/>
              </a:xfrm>
              <a:custGeom>
                <a:avLst/>
                <a:gdLst/>
                <a:ahLst/>
                <a:cxnLst/>
                <a:rect l="l" t="t" r="r" b="b"/>
                <a:pathLst>
                  <a:path w="10724" h="10119" extrusionOk="0">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
              <p:cNvSpPr/>
              <p:nvPr/>
            </p:nvSpPr>
            <p:spPr>
              <a:xfrm>
                <a:off x="6384125" y="7312738"/>
                <a:ext cx="268100" cy="148150"/>
              </a:xfrm>
              <a:custGeom>
                <a:avLst/>
                <a:gdLst/>
                <a:ahLst/>
                <a:cxnLst/>
                <a:rect l="l" t="t" r="r" b="b"/>
                <a:pathLst>
                  <a:path w="10724" h="5926" extrusionOk="0">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35" name="Google Shape;235;p3"/>
          <p:cNvGrpSpPr/>
          <p:nvPr/>
        </p:nvGrpSpPr>
        <p:grpSpPr>
          <a:xfrm>
            <a:off x="713333" y="539498"/>
            <a:ext cx="987293" cy="324364"/>
            <a:chOff x="5694208" y="9209048"/>
            <a:chExt cx="987293" cy="324364"/>
          </a:xfrm>
        </p:grpSpPr>
        <p:sp>
          <p:nvSpPr>
            <p:cNvPr id="236" name="Google Shape;236;p3"/>
            <p:cNvSpPr/>
            <p:nvPr/>
          </p:nvSpPr>
          <p:spPr>
            <a:xfrm>
              <a:off x="6064540" y="932548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
            <p:cNvSpPr/>
            <p:nvPr/>
          </p:nvSpPr>
          <p:spPr>
            <a:xfrm>
              <a:off x="5694208" y="9448789"/>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
            <p:cNvSpPr/>
            <p:nvPr/>
          </p:nvSpPr>
          <p:spPr>
            <a:xfrm>
              <a:off x="6621626" y="9209048"/>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9"/>
        <p:cNvGrpSpPr/>
        <p:nvPr/>
      </p:nvGrpSpPr>
      <p:grpSpPr>
        <a:xfrm>
          <a:off x="0" y="0"/>
          <a:ext cx="0" cy="0"/>
          <a:chOff x="0" y="0"/>
          <a:chExt cx="0" cy="0"/>
        </a:xfrm>
      </p:grpSpPr>
      <p:sp>
        <p:nvSpPr>
          <p:cNvPr id="240" name="Google Shape;240;p4"/>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41" name="Google Shape;241;p4"/>
          <p:cNvSpPr txBox="1">
            <a:spLocks noGrp="1"/>
          </p:cNvSpPr>
          <p:nvPr>
            <p:ph type="body" idx="1"/>
          </p:nvPr>
        </p:nvSpPr>
        <p:spPr>
          <a:xfrm>
            <a:off x="713225" y="1076275"/>
            <a:ext cx="7717500" cy="3523200"/>
          </a:xfrm>
          <a:prstGeom prst="rect">
            <a:avLst/>
          </a:prstGeom>
        </p:spPr>
        <p:txBody>
          <a:bodyPr spcFirstLastPara="1" wrap="square" lIns="91425" tIns="91425" rIns="91425" bIns="91425" anchor="t" anchorCtr="0">
            <a:noAutofit/>
          </a:bodyPr>
          <a:lstStyle>
            <a:lvl1pPr marL="457200" lvl="0" indent="-342900" rtl="0">
              <a:lnSpc>
                <a:spcPct val="100000"/>
              </a:lnSpc>
              <a:spcBef>
                <a:spcPts val="0"/>
              </a:spcBef>
              <a:spcAft>
                <a:spcPts val="0"/>
              </a:spcAft>
              <a:buSzPts val="1800"/>
              <a:buAutoNum type="arabicPeriod"/>
              <a:defRPr sz="1200"/>
            </a:lvl1pPr>
            <a:lvl2pPr marL="914400" lvl="1" indent="-317500" rtl="0">
              <a:spcBef>
                <a:spcPts val="0"/>
              </a:spcBef>
              <a:spcAft>
                <a:spcPts val="0"/>
              </a:spcAft>
              <a:buSzPts val="1400"/>
              <a:buAutoNum type="alphaLcPeriod"/>
              <a:defRPr/>
            </a:lvl2pPr>
            <a:lvl3pPr marL="1371600" lvl="2" indent="-317500" rtl="0">
              <a:spcBef>
                <a:spcPts val="1600"/>
              </a:spcBef>
              <a:spcAft>
                <a:spcPts val="0"/>
              </a:spcAft>
              <a:buSzPts val="1400"/>
              <a:buAutoNum type="romanLcPeriod"/>
              <a:defRPr/>
            </a:lvl3pPr>
            <a:lvl4pPr marL="1828800" lvl="3" indent="-317500" rtl="0">
              <a:spcBef>
                <a:spcPts val="1600"/>
              </a:spcBef>
              <a:spcAft>
                <a:spcPts val="0"/>
              </a:spcAft>
              <a:buSzPts val="1400"/>
              <a:buAutoNum type="arabicPeriod"/>
              <a:defRPr/>
            </a:lvl4pPr>
            <a:lvl5pPr marL="2286000" lvl="4" indent="-317500" rtl="0">
              <a:spcBef>
                <a:spcPts val="1600"/>
              </a:spcBef>
              <a:spcAft>
                <a:spcPts val="0"/>
              </a:spcAft>
              <a:buSzPts val="1400"/>
              <a:buAutoNum type="alphaLcPeriod"/>
              <a:defRPr/>
            </a:lvl5pPr>
            <a:lvl6pPr marL="2743200" lvl="5" indent="-317500" rtl="0">
              <a:spcBef>
                <a:spcPts val="1600"/>
              </a:spcBef>
              <a:spcAft>
                <a:spcPts val="0"/>
              </a:spcAft>
              <a:buSzPts val="1400"/>
              <a:buAutoNum type="romanLcPeriod"/>
              <a:defRPr/>
            </a:lvl6pPr>
            <a:lvl7pPr marL="3200400" lvl="6" indent="-317500" rtl="0">
              <a:spcBef>
                <a:spcPts val="1600"/>
              </a:spcBef>
              <a:spcAft>
                <a:spcPts val="0"/>
              </a:spcAft>
              <a:buSzPts val="1400"/>
              <a:buAutoNum type="arabicPeriod"/>
              <a:defRPr/>
            </a:lvl7pPr>
            <a:lvl8pPr marL="3657600" lvl="7" indent="-317500" rtl="0">
              <a:spcBef>
                <a:spcPts val="1600"/>
              </a:spcBef>
              <a:spcAft>
                <a:spcPts val="0"/>
              </a:spcAft>
              <a:buSzPts val="1400"/>
              <a:buAutoNum type="alphaLcPeriod"/>
              <a:defRPr/>
            </a:lvl8pPr>
            <a:lvl9pPr marL="4114800" lvl="8" indent="-317500" rtl="0">
              <a:spcBef>
                <a:spcPts val="1600"/>
              </a:spcBef>
              <a:spcAft>
                <a:spcPts val="1600"/>
              </a:spcAft>
              <a:buSzPts val="1400"/>
              <a:buAutoNum type="romanLcPeriod"/>
              <a:defRPr/>
            </a:lvl9pPr>
          </a:lstStyle>
          <a:p>
            <a:endParaRPr/>
          </a:p>
        </p:txBody>
      </p:sp>
      <p:sp>
        <p:nvSpPr>
          <p:cNvPr id="242" name="Google Shape;242;p4"/>
          <p:cNvSpPr/>
          <p:nvPr/>
        </p:nvSpPr>
        <p:spPr>
          <a:xfrm>
            <a:off x="6619463" y="1445974"/>
            <a:ext cx="2524525" cy="3718449"/>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4"/>
          <p:cNvSpPr/>
          <p:nvPr/>
        </p:nvSpPr>
        <p:spPr>
          <a:xfrm rot="10800000">
            <a:off x="1" y="-1"/>
            <a:ext cx="2524525" cy="3718449"/>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4" name="Google Shape;244;p4"/>
          <p:cNvGrpSpPr/>
          <p:nvPr/>
        </p:nvGrpSpPr>
        <p:grpSpPr>
          <a:xfrm>
            <a:off x="5744381" y="4698442"/>
            <a:ext cx="966103" cy="469116"/>
            <a:chOff x="7362156" y="4422542"/>
            <a:chExt cx="966103" cy="469116"/>
          </a:xfrm>
        </p:grpSpPr>
        <p:sp>
          <p:nvSpPr>
            <p:cNvPr id="245" name="Google Shape;245;p4"/>
            <p:cNvSpPr/>
            <p:nvPr/>
          </p:nvSpPr>
          <p:spPr>
            <a:xfrm>
              <a:off x="7552538" y="4422542"/>
              <a:ext cx="260950" cy="257560"/>
            </a:xfrm>
            <a:custGeom>
              <a:avLst/>
              <a:gdLst/>
              <a:ahLst/>
              <a:cxnLst/>
              <a:rect l="l" t="t" r="r" b="b"/>
              <a:pathLst>
                <a:path w="4027" h="3975" extrusionOk="0">
                  <a:moveTo>
                    <a:pt x="2016" y="1"/>
                  </a:moveTo>
                  <a:lnTo>
                    <a:pt x="1633" y="1198"/>
                  </a:lnTo>
                  <a:lnTo>
                    <a:pt x="436" y="762"/>
                  </a:lnTo>
                  <a:lnTo>
                    <a:pt x="0" y="1959"/>
                  </a:lnTo>
                  <a:lnTo>
                    <a:pt x="1197" y="2395"/>
                  </a:lnTo>
                  <a:lnTo>
                    <a:pt x="819" y="3592"/>
                  </a:lnTo>
                  <a:lnTo>
                    <a:pt x="2016" y="3975"/>
                  </a:lnTo>
                  <a:lnTo>
                    <a:pt x="2394" y="2778"/>
                  </a:lnTo>
                  <a:lnTo>
                    <a:pt x="3591" y="3213"/>
                  </a:lnTo>
                  <a:lnTo>
                    <a:pt x="4027" y="2016"/>
                  </a:lnTo>
                  <a:lnTo>
                    <a:pt x="2830" y="1581"/>
                  </a:lnTo>
                  <a:lnTo>
                    <a:pt x="3213" y="384"/>
                  </a:lnTo>
                  <a:lnTo>
                    <a:pt x="201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4"/>
            <p:cNvSpPr/>
            <p:nvPr/>
          </p:nvSpPr>
          <p:spPr>
            <a:xfrm>
              <a:off x="8268384" y="4496732"/>
              <a:ext cx="59875" cy="56436"/>
            </a:xfrm>
            <a:custGeom>
              <a:avLst/>
              <a:gdLst/>
              <a:ahLst/>
              <a:cxnLst/>
              <a:rect l="l" t="t" r="r" b="b"/>
              <a:pathLst>
                <a:path w="924" h="871" extrusionOk="0">
                  <a:moveTo>
                    <a:pt x="436" y="0"/>
                  </a:moveTo>
                  <a:cubicBezTo>
                    <a:pt x="219" y="0"/>
                    <a:pt x="1" y="161"/>
                    <a:pt x="1" y="436"/>
                  </a:cubicBezTo>
                  <a:cubicBezTo>
                    <a:pt x="1" y="653"/>
                    <a:pt x="219" y="871"/>
                    <a:pt x="436" y="871"/>
                  </a:cubicBezTo>
                  <a:cubicBezTo>
                    <a:pt x="706" y="871"/>
                    <a:pt x="924" y="653"/>
                    <a:pt x="924" y="436"/>
                  </a:cubicBezTo>
                  <a:cubicBezTo>
                    <a:pt x="924" y="161"/>
                    <a:pt x="706"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4"/>
            <p:cNvSpPr/>
            <p:nvPr/>
          </p:nvSpPr>
          <p:spPr>
            <a:xfrm>
              <a:off x="7362156" y="4835156"/>
              <a:ext cx="60134" cy="56501"/>
            </a:xfrm>
            <a:custGeom>
              <a:avLst/>
              <a:gdLst/>
              <a:ahLst/>
              <a:cxnLst/>
              <a:rect l="l" t="t" r="r" b="b"/>
              <a:pathLst>
                <a:path w="928" h="872" extrusionOk="0">
                  <a:moveTo>
                    <a:pt x="492" y="1"/>
                  </a:moveTo>
                  <a:cubicBezTo>
                    <a:pt x="218" y="1"/>
                    <a:pt x="0" y="162"/>
                    <a:pt x="0" y="436"/>
                  </a:cubicBezTo>
                  <a:cubicBezTo>
                    <a:pt x="0" y="706"/>
                    <a:pt x="218" y="872"/>
                    <a:pt x="492" y="872"/>
                  </a:cubicBezTo>
                  <a:cubicBezTo>
                    <a:pt x="710" y="872"/>
                    <a:pt x="927" y="706"/>
                    <a:pt x="927" y="436"/>
                  </a:cubicBezTo>
                  <a:cubicBezTo>
                    <a:pt x="927" y="162"/>
                    <a:pt x="710" y="1"/>
                    <a:pt x="4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8" name="Google Shape;248;p4"/>
          <p:cNvSpPr/>
          <p:nvPr/>
        </p:nvSpPr>
        <p:spPr>
          <a:xfrm>
            <a:off x="5734176" y="4658062"/>
            <a:ext cx="60134" cy="56501"/>
          </a:xfrm>
          <a:custGeom>
            <a:avLst/>
            <a:gdLst/>
            <a:ahLst/>
            <a:cxnLst/>
            <a:rect l="l" t="t" r="r" b="b"/>
            <a:pathLst>
              <a:path w="928" h="872" extrusionOk="0">
                <a:moveTo>
                  <a:pt x="435" y="1"/>
                </a:moveTo>
                <a:cubicBezTo>
                  <a:pt x="218" y="1"/>
                  <a:pt x="0" y="166"/>
                  <a:pt x="0" y="436"/>
                </a:cubicBezTo>
                <a:cubicBezTo>
                  <a:pt x="0" y="710"/>
                  <a:pt x="218" y="871"/>
                  <a:pt x="435" y="871"/>
                </a:cubicBezTo>
                <a:cubicBezTo>
                  <a:pt x="710" y="871"/>
                  <a:pt x="927" y="710"/>
                  <a:pt x="927" y="436"/>
                </a:cubicBezTo>
                <a:cubicBezTo>
                  <a:pt x="927" y="166"/>
                  <a:pt x="710"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9" name="Google Shape;249;p4"/>
          <p:cNvGrpSpPr/>
          <p:nvPr/>
        </p:nvGrpSpPr>
        <p:grpSpPr>
          <a:xfrm>
            <a:off x="8061938" y="4275213"/>
            <a:ext cx="985925" cy="744150"/>
            <a:chOff x="1666700" y="5967688"/>
            <a:chExt cx="985925" cy="744150"/>
          </a:xfrm>
        </p:grpSpPr>
        <p:sp>
          <p:nvSpPr>
            <p:cNvPr id="250" name="Google Shape;250;p4"/>
            <p:cNvSpPr/>
            <p:nvPr/>
          </p:nvSpPr>
          <p:spPr>
            <a:xfrm>
              <a:off x="1666700" y="5967688"/>
              <a:ext cx="985925" cy="744150"/>
            </a:xfrm>
            <a:custGeom>
              <a:avLst/>
              <a:gdLst/>
              <a:ahLst/>
              <a:cxn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4"/>
            <p:cNvSpPr/>
            <p:nvPr/>
          </p:nvSpPr>
          <p:spPr>
            <a:xfrm>
              <a:off x="1758650" y="6363863"/>
              <a:ext cx="130375" cy="130375"/>
            </a:xfrm>
            <a:custGeom>
              <a:avLst/>
              <a:gdLst/>
              <a:ahLst/>
              <a:cxn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4"/>
            <p:cNvSpPr/>
            <p:nvPr/>
          </p:nvSpPr>
          <p:spPr>
            <a:xfrm>
              <a:off x="1735750" y="6361013"/>
              <a:ext cx="148175" cy="131150"/>
            </a:xfrm>
            <a:custGeom>
              <a:avLst/>
              <a:gdLst/>
              <a:ahLst/>
              <a:cxn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4"/>
            <p:cNvSpPr/>
            <p:nvPr/>
          </p:nvSpPr>
          <p:spPr>
            <a:xfrm>
              <a:off x="1766400" y="6369163"/>
              <a:ext cx="117525" cy="122175"/>
            </a:xfrm>
            <a:custGeom>
              <a:avLst/>
              <a:gdLst/>
              <a:ahLst/>
              <a:cxn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4"/>
            <p:cNvSpPr/>
            <p:nvPr/>
          </p:nvSpPr>
          <p:spPr>
            <a:xfrm>
              <a:off x="1751075" y="6397163"/>
              <a:ext cx="119975" cy="66425"/>
            </a:xfrm>
            <a:custGeom>
              <a:avLst/>
              <a:gdLst/>
              <a:ahLst/>
              <a:cxn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4"/>
            <p:cNvSpPr/>
            <p:nvPr/>
          </p:nvSpPr>
          <p:spPr>
            <a:xfrm>
              <a:off x="1748425" y="6392063"/>
              <a:ext cx="120175" cy="69075"/>
            </a:xfrm>
            <a:custGeom>
              <a:avLst/>
              <a:gdLst/>
              <a:ahLst/>
              <a:cxn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4"/>
            <p:cNvSpPr/>
            <p:nvPr/>
          </p:nvSpPr>
          <p:spPr>
            <a:xfrm>
              <a:off x="1911900" y="6282113"/>
              <a:ext cx="130375" cy="130400"/>
            </a:xfrm>
            <a:custGeom>
              <a:avLst/>
              <a:gdLst/>
              <a:ahLst/>
              <a:cxn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4"/>
            <p:cNvSpPr/>
            <p:nvPr/>
          </p:nvSpPr>
          <p:spPr>
            <a:xfrm>
              <a:off x="1889000" y="6279288"/>
              <a:ext cx="148175" cy="129975"/>
            </a:xfrm>
            <a:custGeom>
              <a:avLst/>
              <a:gdLst/>
              <a:ahLst/>
              <a:cxn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4"/>
            <p:cNvSpPr/>
            <p:nvPr/>
          </p:nvSpPr>
          <p:spPr>
            <a:xfrm>
              <a:off x="1922125" y="6287438"/>
              <a:ext cx="115050" cy="122175"/>
            </a:xfrm>
            <a:custGeom>
              <a:avLst/>
              <a:gdLst/>
              <a:ahLst/>
              <a:cxn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4"/>
            <p:cNvSpPr/>
            <p:nvPr/>
          </p:nvSpPr>
          <p:spPr>
            <a:xfrm>
              <a:off x="1906800" y="6315438"/>
              <a:ext cx="117500" cy="66425"/>
            </a:xfrm>
            <a:custGeom>
              <a:avLst/>
              <a:gdLst/>
              <a:ahLst/>
              <a:cxn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4"/>
            <p:cNvSpPr/>
            <p:nvPr/>
          </p:nvSpPr>
          <p:spPr>
            <a:xfrm>
              <a:off x="1904325" y="6310313"/>
              <a:ext cx="119975" cy="69100"/>
            </a:xfrm>
            <a:custGeom>
              <a:avLst/>
              <a:gdLst/>
              <a:ahLst/>
              <a:cxn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4"/>
            <p:cNvSpPr/>
            <p:nvPr/>
          </p:nvSpPr>
          <p:spPr>
            <a:xfrm>
              <a:off x="2067800" y="62003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4"/>
            <p:cNvSpPr/>
            <p:nvPr/>
          </p:nvSpPr>
          <p:spPr>
            <a:xfrm>
              <a:off x="2044725" y="6197563"/>
              <a:ext cx="148150" cy="129975"/>
            </a:xfrm>
            <a:custGeom>
              <a:avLst/>
              <a:gdLst/>
              <a:ahLst/>
              <a:cxn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4"/>
            <p:cNvSpPr/>
            <p:nvPr/>
          </p:nvSpPr>
          <p:spPr>
            <a:xfrm>
              <a:off x="2078025" y="6205713"/>
              <a:ext cx="114850" cy="122175"/>
            </a:xfrm>
            <a:custGeom>
              <a:avLst/>
              <a:gdLst/>
              <a:ahLst/>
              <a:cxn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4"/>
            <p:cNvSpPr/>
            <p:nvPr/>
          </p:nvSpPr>
          <p:spPr>
            <a:xfrm>
              <a:off x="2060050" y="6233688"/>
              <a:ext cx="120175" cy="66450"/>
            </a:xfrm>
            <a:custGeom>
              <a:avLst/>
              <a:gdLst/>
              <a:ahLst/>
              <a:cxn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4"/>
            <p:cNvSpPr/>
            <p:nvPr/>
          </p:nvSpPr>
          <p:spPr>
            <a:xfrm>
              <a:off x="2060050" y="6228588"/>
              <a:ext cx="117500" cy="69100"/>
            </a:xfrm>
            <a:custGeom>
              <a:avLst/>
              <a:gdLst/>
              <a:ahLst/>
              <a:cxn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4"/>
            <p:cNvSpPr/>
            <p:nvPr/>
          </p:nvSpPr>
          <p:spPr>
            <a:xfrm>
              <a:off x="2221050" y="6118663"/>
              <a:ext cx="130200" cy="130375"/>
            </a:xfrm>
            <a:custGeom>
              <a:avLst/>
              <a:gdLst/>
              <a:ahLst/>
              <a:cxn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4"/>
            <p:cNvSpPr/>
            <p:nvPr/>
          </p:nvSpPr>
          <p:spPr>
            <a:xfrm>
              <a:off x="2197975" y="6115813"/>
              <a:ext cx="150825" cy="129975"/>
            </a:xfrm>
            <a:custGeom>
              <a:avLst/>
              <a:gdLst/>
              <a:ahLst/>
              <a:cxn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4"/>
            <p:cNvSpPr/>
            <p:nvPr/>
          </p:nvSpPr>
          <p:spPr>
            <a:xfrm>
              <a:off x="2231275" y="6123963"/>
              <a:ext cx="117525" cy="122175"/>
            </a:xfrm>
            <a:custGeom>
              <a:avLst/>
              <a:gdLst/>
              <a:ahLst/>
              <a:cxn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4"/>
            <p:cNvSpPr/>
            <p:nvPr/>
          </p:nvSpPr>
          <p:spPr>
            <a:xfrm>
              <a:off x="2215950" y="6151963"/>
              <a:ext cx="117525" cy="66425"/>
            </a:xfrm>
            <a:custGeom>
              <a:avLst/>
              <a:gdLst/>
              <a:ahLst/>
              <a:cxn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4"/>
            <p:cNvSpPr/>
            <p:nvPr/>
          </p:nvSpPr>
          <p:spPr>
            <a:xfrm>
              <a:off x="2213300" y="6146863"/>
              <a:ext cx="120175" cy="69075"/>
            </a:xfrm>
            <a:custGeom>
              <a:avLst/>
              <a:gdLst/>
              <a:ahLst/>
              <a:cxn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4"/>
            <p:cNvSpPr/>
            <p:nvPr/>
          </p:nvSpPr>
          <p:spPr>
            <a:xfrm>
              <a:off x="2376750" y="6036913"/>
              <a:ext cx="130400" cy="130400"/>
            </a:xfrm>
            <a:custGeom>
              <a:avLst/>
              <a:gdLst/>
              <a:ahLst/>
              <a:cxn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4"/>
            <p:cNvSpPr/>
            <p:nvPr/>
          </p:nvSpPr>
          <p:spPr>
            <a:xfrm>
              <a:off x="2353875" y="6034013"/>
              <a:ext cx="148175" cy="130050"/>
            </a:xfrm>
            <a:custGeom>
              <a:avLst/>
              <a:gdLst/>
              <a:ahLst/>
              <a:cxn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4"/>
            <p:cNvSpPr/>
            <p:nvPr/>
          </p:nvSpPr>
          <p:spPr>
            <a:xfrm>
              <a:off x="2386975" y="6042238"/>
              <a:ext cx="115075" cy="122175"/>
            </a:xfrm>
            <a:custGeom>
              <a:avLst/>
              <a:gdLst/>
              <a:ahLst/>
              <a:cxn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4"/>
            <p:cNvSpPr/>
            <p:nvPr/>
          </p:nvSpPr>
          <p:spPr>
            <a:xfrm>
              <a:off x="2371650" y="6070238"/>
              <a:ext cx="117525" cy="66425"/>
            </a:xfrm>
            <a:custGeom>
              <a:avLst/>
              <a:gdLst/>
              <a:ahLst/>
              <a:cxn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4"/>
            <p:cNvSpPr/>
            <p:nvPr/>
          </p:nvSpPr>
          <p:spPr>
            <a:xfrm>
              <a:off x="2369200" y="6065113"/>
              <a:ext cx="117525" cy="69100"/>
            </a:xfrm>
            <a:custGeom>
              <a:avLst/>
              <a:gdLst/>
              <a:ahLst/>
              <a:cxn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4"/>
            <p:cNvSpPr/>
            <p:nvPr/>
          </p:nvSpPr>
          <p:spPr>
            <a:xfrm>
              <a:off x="1832825" y="6506888"/>
              <a:ext cx="130175" cy="130400"/>
            </a:xfrm>
            <a:custGeom>
              <a:avLst/>
              <a:gdLst/>
              <a:ahLst/>
              <a:cxn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4"/>
            <p:cNvSpPr/>
            <p:nvPr/>
          </p:nvSpPr>
          <p:spPr>
            <a:xfrm>
              <a:off x="1809725" y="6504063"/>
              <a:ext cx="148175" cy="129975"/>
            </a:xfrm>
            <a:custGeom>
              <a:avLst/>
              <a:gdLst/>
              <a:ahLst/>
              <a:cxn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4"/>
            <p:cNvSpPr/>
            <p:nvPr/>
          </p:nvSpPr>
          <p:spPr>
            <a:xfrm>
              <a:off x="1843025" y="6512213"/>
              <a:ext cx="114875" cy="122175"/>
            </a:xfrm>
            <a:custGeom>
              <a:avLst/>
              <a:gdLst/>
              <a:ahLst/>
              <a:cxn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4"/>
            <p:cNvSpPr/>
            <p:nvPr/>
          </p:nvSpPr>
          <p:spPr>
            <a:xfrm>
              <a:off x="1827700" y="6540188"/>
              <a:ext cx="117525" cy="66450"/>
            </a:xfrm>
            <a:custGeom>
              <a:avLst/>
              <a:gdLst/>
              <a:ahLst/>
              <a:cxn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4"/>
            <p:cNvSpPr/>
            <p:nvPr/>
          </p:nvSpPr>
          <p:spPr>
            <a:xfrm>
              <a:off x="1825050" y="6535088"/>
              <a:ext cx="120175" cy="69100"/>
            </a:xfrm>
            <a:custGeom>
              <a:avLst/>
              <a:gdLst/>
              <a:ahLst/>
              <a:cxn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4"/>
            <p:cNvSpPr/>
            <p:nvPr/>
          </p:nvSpPr>
          <p:spPr>
            <a:xfrm>
              <a:off x="1988525" y="6425163"/>
              <a:ext cx="130400" cy="130375"/>
            </a:xfrm>
            <a:custGeom>
              <a:avLst/>
              <a:gdLst/>
              <a:ahLst/>
              <a:cxn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4"/>
            <p:cNvSpPr/>
            <p:nvPr/>
          </p:nvSpPr>
          <p:spPr>
            <a:xfrm>
              <a:off x="1965625" y="6422313"/>
              <a:ext cx="148175" cy="129975"/>
            </a:xfrm>
            <a:custGeom>
              <a:avLst/>
              <a:gdLst/>
              <a:ahLst/>
              <a:cxn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4"/>
            <p:cNvSpPr/>
            <p:nvPr/>
          </p:nvSpPr>
          <p:spPr>
            <a:xfrm>
              <a:off x="1998750" y="6430463"/>
              <a:ext cx="115050" cy="122175"/>
            </a:xfrm>
            <a:custGeom>
              <a:avLst/>
              <a:gdLst/>
              <a:ahLst/>
              <a:cxn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4"/>
            <p:cNvSpPr/>
            <p:nvPr/>
          </p:nvSpPr>
          <p:spPr>
            <a:xfrm>
              <a:off x="1980950" y="6458463"/>
              <a:ext cx="119975" cy="66425"/>
            </a:xfrm>
            <a:custGeom>
              <a:avLst/>
              <a:gdLst/>
              <a:ahLst/>
              <a:cxn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4"/>
            <p:cNvSpPr/>
            <p:nvPr/>
          </p:nvSpPr>
          <p:spPr>
            <a:xfrm>
              <a:off x="1980950" y="6453363"/>
              <a:ext cx="117525" cy="69075"/>
            </a:xfrm>
            <a:custGeom>
              <a:avLst/>
              <a:gdLst/>
              <a:ahLst/>
              <a:cxn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4"/>
            <p:cNvSpPr/>
            <p:nvPr/>
          </p:nvSpPr>
          <p:spPr>
            <a:xfrm>
              <a:off x="2141775" y="6343413"/>
              <a:ext cx="130400" cy="130400"/>
            </a:xfrm>
            <a:custGeom>
              <a:avLst/>
              <a:gdLst/>
              <a:ahLst/>
              <a:cxn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4"/>
            <p:cNvSpPr/>
            <p:nvPr/>
          </p:nvSpPr>
          <p:spPr>
            <a:xfrm>
              <a:off x="2118900" y="6340513"/>
              <a:ext cx="150600" cy="130050"/>
            </a:xfrm>
            <a:custGeom>
              <a:avLst/>
              <a:gdLst/>
              <a:ahLst/>
              <a:cxn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4"/>
            <p:cNvSpPr/>
            <p:nvPr/>
          </p:nvSpPr>
          <p:spPr>
            <a:xfrm>
              <a:off x="2152000" y="6348738"/>
              <a:ext cx="117500" cy="122175"/>
            </a:xfrm>
            <a:custGeom>
              <a:avLst/>
              <a:gdLst/>
              <a:ahLst/>
              <a:cxn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4"/>
            <p:cNvSpPr/>
            <p:nvPr/>
          </p:nvSpPr>
          <p:spPr>
            <a:xfrm>
              <a:off x="2136675" y="6376738"/>
              <a:ext cx="117500" cy="66425"/>
            </a:xfrm>
            <a:custGeom>
              <a:avLst/>
              <a:gdLst/>
              <a:ahLst/>
              <a:cxn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4"/>
            <p:cNvSpPr/>
            <p:nvPr/>
          </p:nvSpPr>
          <p:spPr>
            <a:xfrm>
              <a:off x="2134225" y="6371613"/>
              <a:ext cx="119950" cy="66450"/>
            </a:xfrm>
            <a:custGeom>
              <a:avLst/>
              <a:gdLst/>
              <a:ahLst/>
              <a:cxn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4"/>
            <p:cNvSpPr/>
            <p:nvPr/>
          </p:nvSpPr>
          <p:spPr>
            <a:xfrm>
              <a:off x="2297675" y="62616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4"/>
            <p:cNvSpPr/>
            <p:nvPr/>
          </p:nvSpPr>
          <p:spPr>
            <a:xfrm>
              <a:off x="2274600" y="6258788"/>
              <a:ext cx="148150" cy="129600"/>
            </a:xfrm>
            <a:custGeom>
              <a:avLst/>
              <a:gdLst/>
              <a:ahLst/>
              <a:cxn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4"/>
            <p:cNvSpPr/>
            <p:nvPr/>
          </p:nvSpPr>
          <p:spPr>
            <a:xfrm>
              <a:off x="2307900" y="6267013"/>
              <a:ext cx="114850" cy="122175"/>
            </a:xfrm>
            <a:custGeom>
              <a:avLst/>
              <a:gdLst/>
              <a:ahLst/>
              <a:cxn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4"/>
            <p:cNvSpPr/>
            <p:nvPr/>
          </p:nvSpPr>
          <p:spPr>
            <a:xfrm>
              <a:off x="2292575" y="6292538"/>
              <a:ext cx="117525" cy="68900"/>
            </a:xfrm>
            <a:custGeom>
              <a:avLst/>
              <a:gdLst/>
              <a:ahLst/>
              <a:cxn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4"/>
            <p:cNvSpPr/>
            <p:nvPr/>
          </p:nvSpPr>
          <p:spPr>
            <a:xfrm>
              <a:off x="2289925" y="6289888"/>
              <a:ext cx="117500" cy="66425"/>
            </a:xfrm>
            <a:custGeom>
              <a:avLst/>
              <a:gdLst/>
              <a:ahLst/>
              <a:cxn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4"/>
            <p:cNvSpPr/>
            <p:nvPr/>
          </p:nvSpPr>
          <p:spPr>
            <a:xfrm>
              <a:off x="2453375" y="6179963"/>
              <a:ext cx="130400" cy="130375"/>
            </a:xfrm>
            <a:custGeom>
              <a:avLst/>
              <a:gdLst/>
              <a:ahLst/>
              <a:cxn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4"/>
            <p:cNvSpPr/>
            <p:nvPr/>
          </p:nvSpPr>
          <p:spPr>
            <a:xfrm>
              <a:off x="2430500" y="6177038"/>
              <a:ext cx="148175" cy="129600"/>
            </a:xfrm>
            <a:custGeom>
              <a:avLst/>
              <a:gdLst/>
              <a:ahLst/>
              <a:cxn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4"/>
            <p:cNvSpPr/>
            <p:nvPr/>
          </p:nvSpPr>
          <p:spPr>
            <a:xfrm>
              <a:off x="2461150" y="6182613"/>
              <a:ext cx="117525" cy="124825"/>
            </a:xfrm>
            <a:custGeom>
              <a:avLst/>
              <a:gdLst/>
              <a:ahLst/>
              <a:cxn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4"/>
            <p:cNvSpPr/>
            <p:nvPr/>
          </p:nvSpPr>
          <p:spPr>
            <a:xfrm>
              <a:off x="2445825" y="6210813"/>
              <a:ext cx="119975" cy="68875"/>
            </a:xfrm>
            <a:custGeom>
              <a:avLst/>
              <a:gdLst/>
              <a:ahLst/>
              <a:cxn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4"/>
            <p:cNvSpPr/>
            <p:nvPr/>
          </p:nvSpPr>
          <p:spPr>
            <a:xfrm>
              <a:off x="2443175" y="6208163"/>
              <a:ext cx="120175" cy="66425"/>
            </a:xfrm>
            <a:custGeom>
              <a:avLst/>
              <a:gdLst/>
              <a:ahLst/>
              <a:cxn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1" name="Google Shape;301;p4"/>
          <p:cNvSpPr/>
          <p:nvPr/>
        </p:nvSpPr>
        <p:spPr>
          <a:xfrm>
            <a:off x="1083565" y="4715859"/>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4"/>
          <p:cNvSpPr/>
          <p:nvPr/>
        </p:nvSpPr>
        <p:spPr>
          <a:xfrm>
            <a:off x="713233" y="4839164"/>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4"/>
          <p:cNvSpPr/>
          <p:nvPr/>
        </p:nvSpPr>
        <p:spPr>
          <a:xfrm>
            <a:off x="1640651" y="4599423"/>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4" name="Google Shape;304;p4"/>
          <p:cNvGrpSpPr/>
          <p:nvPr/>
        </p:nvGrpSpPr>
        <p:grpSpPr>
          <a:xfrm>
            <a:off x="179825" y="158500"/>
            <a:ext cx="674325" cy="1173675"/>
            <a:chOff x="4266275" y="6869625"/>
            <a:chExt cx="674325" cy="1173675"/>
          </a:xfrm>
        </p:grpSpPr>
        <p:sp>
          <p:nvSpPr>
            <p:cNvPr id="305" name="Google Shape;305;p4"/>
            <p:cNvSpPr/>
            <p:nvPr/>
          </p:nvSpPr>
          <p:spPr>
            <a:xfrm>
              <a:off x="4754025" y="7408475"/>
              <a:ext cx="186575" cy="194125"/>
            </a:xfrm>
            <a:custGeom>
              <a:avLst/>
              <a:gdLst/>
              <a:ahLst/>
              <a:cxnLst/>
              <a:rect l="l" t="t" r="r" b="b"/>
              <a:pathLst>
                <a:path w="7463" h="7765" extrusionOk="0">
                  <a:moveTo>
                    <a:pt x="2044" y="0"/>
                  </a:moveTo>
                  <a:lnTo>
                    <a:pt x="0" y="1945"/>
                  </a:lnTo>
                  <a:lnTo>
                    <a:pt x="5419" y="7765"/>
                  </a:lnTo>
                  <a:lnTo>
                    <a:pt x="7463" y="5828"/>
                  </a:lnTo>
                  <a:lnTo>
                    <a:pt x="204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4"/>
            <p:cNvSpPr/>
            <p:nvPr/>
          </p:nvSpPr>
          <p:spPr>
            <a:xfrm>
              <a:off x="4759125" y="7416225"/>
              <a:ext cx="58875" cy="53575"/>
            </a:xfrm>
            <a:custGeom>
              <a:avLst/>
              <a:gdLst/>
              <a:ahLst/>
              <a:cxnLst/>
              <a:rect l="l" t="t" r="r" b="b"/>
              <a:pathLst>
                <a:path w="2355" h="2143" extrusionOk="0">
                  <a:moveTo>
                    <a:pt x="2044" y="1"/>
                  </a:moveTo>
                  <a:lnTo>
                    <a:pt x="1" y="1840"/>
                  </a:lnTo>
                  <a:lnTo>
                    <a:pt x="311" y="2142"/>
                  </a:lnTo>
                  <a:lnTo>
                    <a:pt x="2354" y="205"/>
                  </a:lnTo>
                  <a:lnTo>
                    <a:pt x="204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4"/>
            <p:cNvSpPr/>
            <p:nvPr/>
          </p:nvSpPr>
          <p:spPr>
            <a:xfrm>
              <a:off x="4774450" y="7428900"/>
              <a:ext cx="56225" cy="56225"/>
            </a:xfrm>
            <a:custGeom>
              <a:avLst/>
              <a:gdLst/>
              <a:ahLst/>
              <a:cxnLst/>
              <a:rect l="l" t="t" r="r" b="b"/>
              <a:pathLst>
                <a:path w="2249" h="2249" extrusionOk="0">
                  <a:moveTo>
                    <a:pt x="2044" y="0"/>
                  </a:moveTo>
                  <a:lnTo>
                    <a:pt x="1" y="1946"/>
                  </a:lnTo>
                  <a:lnTo>
                    <a:pt x="205" y="2248"/>
                  </a:lnTo>
                  <a:lnTo>
                    <a:pt x="2248" y="311"/>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4"/>
            <p:cNvSpPr/>
            <p:nvPr/>
          </p:nvSpPr>
          <p:spPr>
            <a:xfrm>
              <a:off x="4787325" y="7444225"/>
              <a:ext cx="56225" cy="53750"/>
            </a:xfrm>
            <a:custGeom>
              <a:avLst/>
              <a:gdLst/>
              <a:ahLst/>
              <a:cxnLst/>
              <a:rect l="l" t="t" r="r" b="b"/>
              <a:pathLst>
                <a:path w="2249" h="2150" extrusionOk="0">
                  <a:moveTo>
                    <a:pt x="2044" y="0"/>
                  </a:moveTo>
                  <a:lnTo>
                    <a:pt x="0" y="1839"/>
                  </a:lnTo>
                  <a:lnTo>
                    <a:pt x="205" y="2150"/>
                  </a:lnTo>
                  <a:lnTo>
                    <a:pt x="2248" y="311"/>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4"/>
            <p:cNvSpPr/>
            <p:nvPr/>
          </p:nvSpPr>
          <p:spPr>
            <a:xfrm>
              <a:off x="4800000" y="7457100"/>
              <a:ext cx="58875" cy="56200"/>
            </a:xfrm>
            <a:custGeom>
              <a:avLst/>
              <a:gdLst/>
              <a:ahLst/>
              <a:cxnLst/>
              <a:rect l="l" t="t" r="r" b="b"/>
              <a:pathLst>
                <a:path w="2355" h="2248" extrusionOk="0">
                  <a:moveTo>
                    <a:pt x="2044" y="0"/>
                  </a:moveTo>
                  <a:lnTo>
                    <a:pt x="0" y="1937"/>
                  </a:lnTo>
                  <a:lnTo>
                    <a:pt x="311" y="2248"/>
                  </a:lnTo>
                  <a:lnTo>
                    <a:pt x="2354" y="303"/>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4"/>
            <p:cNvSpPr/>
            <p:nvPr/>
          </p:nvSpPr>
          <p:spPr>
            <a:xfrm>
              <a:off x="4812875" y="7472425"/>
              <a:ext cx="58650" cy="53550"/>
            </a:xfrm>
            <a:custGeom>
              <a:avLst/>
              <a:gdLst/>
              <a:ahLst/>
              <a:cxnLst/>
              <a:rect l="l" t="t" r="r" b="b"/>
              <a:pathLst>
                <a:path w="2346" h="2142" extrusionOk="0">
                  <a:moveTo>
                    <a:pt x="2043" y="0"/>
                  </a:moveTo>
                  <a:lnTo>
                    <a:pt x="0" y="1937"/>
                  </a:lnTo>
                  <a:lnTo>
                    <a:pt x="303" y="2142"/>
                  </a:lnTo>
                  <a:lnTo>
                    <a:pt x="2346" y="303"/>
                  </a:lnTo>
                  <a:lnTo>
                    <a:pt x="2043"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4"/>
            <p:cNvSpPr/>
            <p:nvPr/>
          </p:nvSpPr>
          <p:spPr>
            <a:xfrm>
              <a:off x="4825525" y="7487750"/>
              <a:ext cx="58875" cy="53550"/>
            </a:xfrm>
            <a:custGeom>
              <a:avLst/>
              <a:gdLst/>
              <a:ahLst/>
              <a:cxnLst/>
              <a:rect l="l" t="t" r="r" b="b"/>
              <a:pathLst>
                <a:path w="2355" h="2142" extrusionOk="0">
                  <a:moveTo>
                    <a:pt x="2044" y="0"/>
                  </a:moveTo>
                  <a:lnTo>
                    <a:pt x="1" y="1839"/>
                  </a:lnTo>
                  <a:lnTo>
                    <a:pt x="311" y="2142"/>
                  </a:lnTo>
                  <a:lnTo>
                    <a:pt x="2355" y="205"/>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4"/>
            <p:cNvSpPr/>
            <p:nvPr/>
          </p:nvSpPr>
          <p:spPr>
            <a:xfrm>
              <a:off x="4840850" y="7500425"/>
              <a:ext cx="56225" cy="56200"/>
            </a:xfrm>
            <a:custGeom>
              <a:avLst/>
              <a:gdLst/>
              <a:ahLst/>
              <a:cxnLst/>
              <a:rect l="l" t="t" r="r" b="b"/>
              <a:pathLst>
                <a:path w="2249" h="2248" extrusionOk="0">
                  <a:moveTo>
                    <a:pt x="2044" y="0"/>
                  </a:moveTo>
                  <a:lnTo>
                    <a:pt x="1" y="1945"/>
                  </a:lnTo>
                  <a:lnTo>
                    <a:pt x="205" y="2248"/>
                  </a:lnTo>
                  <a:lnTo>
                    <a:pt x="2249" y="311"/>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4"/>
            <p:cNvSpPr/>
            <p:nvPr/>
          </p:nvSpPr>
          <p:spPr>
            <a:xfrm>
              <a:off x="4853725" y="7515750"/>
              <a:ext cx="56225" cy="53750"/>
            </a:xfrm>
            <a:custGeom>
              <a:avLst/>
              <a:gdLst/>
              <a:ahLst/>
              <a:cxnLst/>
              <a:rect l="l" t="t" r="r" b="b"/>
              <a:pathLst>
                <a:path w="2249" h="2150" extrusionOk="0">
                  <a:moveTo>
                    <a:pt x="2044" y="0"/>
                  </a:moveTo>
                  <a:lnTo>
                    <a:pt x="1" y="1839"/>
                  </a:lnTo>
                  <a:lnTo>
                    <a:pt x="205" y="2150"/>
                  </a:lnTo>
                  <a:lnTo>
                    <a:pt x="2249" y="204"/>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4"/>
            <p:cNvSpPr/>
            <p:nvPr/>
          </p:nvSpPr>
          <p:spPr>
            <a:xfrm>
              <a:off x="4866400" y="7528625"/>
              <a:ext cx="58875" cy="56200"/>
            </a:xfrm>
            <a:custGeom>
              <a:avLst/>
              <a:gdLst/>
              <a:ahLst/>
              <a:cxnLst/>
              <a:rect l="l" t="t" r="r" b="b"/>
              <a:pathLst>
                <a:path w="2355" h="2248" extrusionOk="0">
                  <a:moveTo>
                    <a:pt x="2044" y="0"/>
                  </a:moveTo>
                  <a:lnTo>
                    <a:pt x="1" y="1937"/>
                  </a:lnTo>
                  <a:lnTo>
                    <a:pt x="311" y="2248"/>
                  </a:lnTo>
                  <a:lnTo>
                    <a:pt x="2355" y="302"/>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4"/>
            <p:cNvSpPr/>
            <p:nvPr/>
          </p:nvSpPr>
          <p:spPr>
            <a:xfrm>
              <a:off x="4879275" y="7543950"/>
              <a:ext cx="58675" cy="53550"/>
            </a:xfrm>
            <a:custGeom>
              <a:avLst/>
              <a:gdLst/>
              <a:ahLst/>
              <a:cxnLst/>
              <a:rect l="l" t="t" r="r" b="b"/>
              <a:pathLst>
                <a:path w="2347" h="2142" extrusionOk="0">
                  <a:moveTo>
                    <a:pt x="2044" y="0"/>
                  </a:moveTo>
                  <a:lnTo>
                    <a:pt x="0" y="1937"/>
                  </a:lnTo>
                  <a:lnTo>
                    <a:pt x="303" y="2141"/>
                  </a:lnTo>
                  <a:lnTo>
                    <a:pt x="2346" y="302"/>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4"/>
            <p:cNvSpPr/>
            <p:nvPr/>
          </p:nvSpPr>
          <p:spPr>
            <a:xfrm>
              <a:off x="4266275" y="7482625"/>
              <a:ext cx="597700" cy="560675"/>
            </a:xfrm>
            <a:custGeom>
              <a:avLst/>
              <a:gdLst/>
              <a:ahLst/>
              <a:cxnLst/>
              <a:rect l="l" t="t" r="r" b="b"/>
              <a:pathLst>
                <a:path w="23908" h="22427" extrusionOk="0">
                  <a:moveTo>
                    <a:pt x="19616" y="1"/>
                  </a:moveTo>
                  <a:lnTo>
                    <a:pt x="1324" y="16855"/>
                  </a:lnTo>
                  <a:cubicBezTo>
                    <a:pt x="98" y="18081"/>
                    <a:pt x="0" y="20124"/>
                    <a:pt x="1226" y="21456"/>
                  </a:cubicBezTo>
                  <a:cubicBezTo>
                    <a:pt x="1809" y="22094"/>
                    <a:pt x="2641" y="22426"/>
                    <a:pt x="3492" y="22426"/>
                  </a:cubicBezTo>
                  <a:cubicBezTo>
                    <a:pt x="4279" y="22426"/>
                    <a:pt x="5082" y="22143"/>
                    <a:pt x="5722" y="21554"/>
                  </a:cubicBezTo>
                  <a:lnTo>
                    <a:pt x="23907" y="4701"/>
                  </a:lnTo>
                  <a:lnTo>
                    <a:pt x="196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4"/>
            <p:cNvSpPr/>
            <p:nvPr/>
          </p:nvSpPr>
          <p:spPr>
            <a:xfrm>
              <a:off x="4294275" y="7615450"/>
              <a:ext cx="429125" cy="403000"/>
            </a:xfrm>
            <a:custGeom>
              <a:avLst/>
              <a:gdLst/>
              <a:ahLst/>
              <a:cxnLst/>
              <a:rect l="l" t="t" r="r" b="b"/>
              <a:pathLst>
                <a:path w="17165" h="16120" extrusionOk="0">
                  <a:moveTo>
                    <a:pt x="14001" y="1"/>
                  </a:moveTo>
                  <a:lnTo>
                    <a:pt x="1022" y="12056"/>
                  </a:lnTo>
                  <a:cubicBezTo>
                    <a:pt x="0" y="12972"/>
                    <a:pt x="0" y="14402"/>
                    <a:pt x="817" y="15326"/>
                  </a:cubicBezTo>
                  <a:cubicBezTo>
                    <a:pt x="1305" y="15865"/>
                    <a:pt x="1934" y="16120"/>
                    <a:pt x="2569" y="16120"/>
                  </a:cubicBezTo>
                  <a:cubicBezTo>
                    <a:pt x="3137" y="16120"/>
                    <a:pt x="3711" y="15916"/>
                    <a:pt x="4193" y="15530"/>
                  </a:cubicBezTo>
                  <a:lnTo>
                    <a:pt x="17164" y="3368"/>
                  </a:lnTo>
                  <a:lnTo>
                    <a:pt x="14001"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4"/>
            <p:cNvSpPr/>
            <p:nvPr/>
          </p:nvSpPr>
          <p:spPr>
            <a:xfrm>
              <a:off x="4736250" y="7454450"/>
              <a:ext cx="155725" cy="166150"/>
            </a:xfrm>
            <a:custGeom>
              <a:avLst/>
              <a:gdLst/>
              <a:ahLst/>
              <a:cxnLst/>
              <a:rect l="l" t="t" r="r" b="b"/>
              <a:pathLst>
                <a:path w="6229" h="6646" extrusionOk="0">
                  <a:moveTo>
                    <a:pt x="817" y="0"/>
                  </a:moveTo>
                  <a:lnTo>
                    <a:pt x="0" y="817"/>
                  </a:lnTo>
                  <a:lnTo>
                    <a:pt x="5313" y="6645"/>
                  </a:lnTo>
                  <a:lnTo>
                    <a:pt x="6228" y="5828"/>
                  </a:lnTo>
                  <a:lnTo>
                    <a:pt x="817" y="0"/>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4"/>
            <p:cNvSpPr/>
            <p:nvPr/>
          </p:nvSpPr>
          <p:spPr>
            <a:xfrm>
              <a:off x="4294275" y="7881100"/>
              <a:ext cx="143050" cy="137350"/>
            </a:xfrm>
            <a:custGeom>
              <a:avLst/>
              <a:gdLst/>
              <a:ahLst/>
              <a:cxnLst/>
              <a:rect l="l" t="t" r="r" b="b"/>
              <a:pathLst>
                <a:path w="5722" h="5494" extrusionOk="0">
                  <a:moveTo>
                    <a:pt x="2558" y="0"/>
                  </a:moveTo>
                  <a:cubicBezTo>
                    <a:pt x="2532" y="24"/>
                    <a:pt x="2506" y="48"/>
                    <a:pt x="2480" y="73"/>
                  </a:cubicBezTo>
                  <a:lnTo>
                    <a:pt x="2480" y="73"/>
                  </a:lnTo>
                  <a:lnTo>
                    <a:pt x="2558" y="0"/>
                  </a:lnTo>
                  <a:close/>
                  <a:moveTo>
                    <a:pt x="5721" y="3368"/>
                  </a:moveTo>
                  <a:lnTo>
                    <a:pt x="5716" y="3373"/>
                  </a:lnTo>
                  <a:lnTo>
                    <a:pt x="5716" y="3373"/>
                  </a:lnTo>
                  <a:cubicBezTo>
                    <a:pt x="5718" y="3371"/>
                    <a:pt x="5720" y="3369"/>
                    <a:pt x="5721" y="3368"/>
                  </a:cubicBezTo>
                  <a:close/>
                  <a:moveTo>
                    <a:pt x="2480" y="73"/>
                  </a:moveTo>
                  <a:lnTo>
                    <a:pt x="1022" y="1430"/>
                  </a:lnTo>
                  <a:cubicBezTo>
                    <a:pt x="0" y="2346"/>
                    <a:pt x="0" y="3776"/>
                    <a:pt x="817" y="4700"/>
                  </a:cubicBezTo>
                  <a:cubicBezTo>
                    <a:pt x="1305" y="5239"/>
                    <a:pt x="1934" y="5494"/>
                    <a:pt x="2569" y="5494"/>
                  </a:cubicBezTo>
                  <a:cubicBezTo>
                    <a:pt x="3137" y="5494"/>
                    <a:pt x="3711" y="5290"/>
                    <a:pt x="4193" y="4904"/>
                  </a:cubicBezTo>
                  <a:lnTo>
                    <a:pt x="5716" y="3373"/>
                  </a:lnTo>
                  <a:lnTo>
                    <a:pt x="5716" y="3373"/>
                  </a:lnTo>
                  <a:cubicBezTo>
                    <a:pt x="5284" y="3806"/>
                    <a:pt x="4739" y="4010"/>
                    <a:pt x="4187" y="4010"/>
                  </a:cubicBezTo>
                  <a:cubicBezTo>
                    <a:pt x="3568" y="4010"/>
                    <a:pt x="2939" y="3752"/>
                    <a:pt x="2452" y="3269"/>
                  </a:cubicBezTo>
                  <a:cubicBezTo>
                    <a:pt x="1563" y="2373"/>
                    <a:pt x="1630" y="905"/>
                    <a:pt x="2480" y="73"/>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4"/>
            <p:cNvSpPr/>
            <p:nvPr/>
          </p:nvSpPr>
          <p:spPr>
            <a:xfrm>
              <a:off x="4577875" y="7543950"/>
              <a:ext cx="125075" cy="112400"/>
            </a:xfrm>
            <a:custGeom>
              <a:avLst/>
              <a:gdLst/>
              <a:ahLst/>
              <a:cxnLst/>
              <a:rect l="l" t="t" r="r" b="b"/>
              <a:pathLst>
                <a:path w="5003" h="4496" extrusionOk="0">
                  <a:moveTo>
                    <a:pt x="4496" y="0"/>
                  </a:moveTo>
                  <a:lnTo>
                    <a:pt x="1" y="4185"/>
                  </a:lnTo>
                  <a:cubicBezTo>
                    <a:pt x="205" y="4291"/>
                    <a:pt x="507" y="4389"/>
                    <a:pt x="916" y="4495"/>
                  </a:cubicBezTo>
                  <a:lnTo>
                    <a:pt x="2657" y="2861"/>
                  </a:lnTo>
                  <a:lnTo>
                    <a:pt x="3573" y="3776"/>
                  </a:lnTo>
                  <a:cubicBezTo>
                    <a:pt x="4594" y="2959"/>
                    <a:pt x="5003" y="1635"/>
                    <a:pt x="4594" y="302"/>
                  </a:cubicBezTo>
                  <a:lnTo>
                    <a:pt x="4496" y="0"/>
                  </a:lnTo>
                  <a:close/>
                </a:path>
              </a:pathLst>
            </a:custGeom>
            <a:solidFill>
              <a:srgbClr val="E3E6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4"/>
            <p:cNvSpPr/>
            <p:nvPr/>
          </p:nvSpPr>
          <p:spPr>
            <a:xfrm>
              <a:off x="4600775" y="7615450"/>
              <a:ext cx="66425" cy="43350"/>
            </a:xfrm>
            <a:custGeom>
              <a:avLst/>
              <a:gdLst/>
              <a:ahLst/>
              <a:cxnLst/>
              <a:rect l="l" t="t" r="r" b="b"/>
              <a:pathLst>
                <a:path w="2657" h="1734" extrusionOk="0">
                  <a:moveTo>
                    <a:pt x="1741" y="1"/>
                  </a:moveTo>
                  <a:lnTo>
                    <a:pt x="0" y="1635"/>
                  </a:lnTo>
                  <a:cubicBezTo>
                    <a:pt x="204" y="1733"/>
                    <a:pt x="409" y="1733"/>
                    <a:pt x="613" y="1733"/>
                  </a:cubicBezTo>
                  <a:cubicBezTo>
                    <a:pt x="924" y="1733"/>
                    <a:pt x="1332" y="1635"/>
                    <a:pt x="1635" y="1529"/>
                  </a:cubicBezTo>
                  <a:cubicBezTo>
                    <a:pt x="2044" y="1431"/>
                    <a:pt x="2354" y="1227"/>
                    <a:pt x="2657" y="916"/>
                  </a:cubicBezTo>
                  <a:lnTo>
                    <a:pt x="174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4"/>
            <p:cNvSpPr/>
            <p:nvPr/>
          </p:nvSpPr>
          <p:spPr>
            <a:xfrm>
              <a:off x="4268725" y="6869625"/>
              <a:ext cx="209475" cy="130200"/>
            </a:xfrm>
            <a:custGeom>
              <a:avLst/>
              <a:gdLst/>
              <a:ahLst/>
              <a:cxnLst/>
              <a:rect l="l" t="t" r="r" b="b"/>
              <a:pathLst>
                <a:path w="8379" h="5208" extrusionOk="0">
                  <a:moveTo>
                    <a:pt x="7463" y="1"/>
                  </a:moveTo>
                  <a:lnTo>
                    <a:pt x="0" y="2551"/>
                  </a:lnTo>
                  <a:lnTo>
                    <a:pt x="924" y="5207"/>
                  </a:lnTo>
                  <a:lnTo>
                    <a:pt x="8378" y="2551"/>
                  </a:lnTo>
                  <a:lnTo>
                    <a:pt x="746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4"/>
            <p:cNvSpPr/>
            <p:nvPr/>
          </p:nvSpPr>
          <p:spPr>
            <a:xfrm>
              <a:off x="4276475" y="6928275"/>
              <a:ext cx="30675" cy="69100"/>
            </a:xfrm>
            <a:custGeom>
              <a:avLst/>
              <a:gdLst/>
              <a:ahLst/>
              <a:cxnLst/>
              <a:rect l="l" t="t" r="r" b="b"/>
              <a:pathLst>
                <a:path w="1227" h="2764" extrusionOk="0">
                  <a:moveTo>
                    <a:pt x="303" y="1"/>
                  </a:moveTo>
                  <a:lnTo>
                    <a:pt x="1" y="107"/>
                  </a:lnTo>
                  <a:lnTo>
                    <a:pt x="916" y="2763"/>
                  </a:lnTo>
                  <a:lnTo>
                    <a:pt x="1227" y="2657"/>
                  </a:lnTo>
                  <a:lnTo>
                    <a:pt x="303"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4"/>
            <p:cNvSpPr/>
            <p:nvPr/>
          </p:nvSpPr>
          <p:spPr>
            <a:xfrm>
              <a:off x="4294275" y="6920725"/>
              <a:ext cx="30675" cy="68875"/>
            </a:xfrm>
            <a:custGeom>
              <a:avLst/>
              <a:gdLst/>
              <a:ahLst/>
              <a:cxnLst/>
              <a:rect l="l" t="t" r="r" b="b"/>
              <a:pathLst>
                <a:path w="1227" h="2755" extrusionOk="0">
                  <a:moveTo>
                    <a:pt x="311" y="0"/>
                  </a:moveTo>
                  <a:lnTo>
                    <a:pt x="0" y="205"/>
                  </a:lnTo>
                  <a:lnTo>
                    <a:pt x="924" y="2755"/>
                  </a:lnTo>
                  <a:lnTo>
                    <a:pt x="1226" y="2657"/>
                  </a:lnTo>
                  <a:lnTo>
                    <a:pt x="311"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4"/>
            <p:cNvSpPr/>
            <p:nvPr/>
          </p:nvSpPr>
          <p:spPr>
            <a:xfrm>
              <a:off x="4312250" y="6915600"/>
              <a:ext cx="30675" cy="68900"/>
            </a:xfrm>
            <a:custGeom>
              <a:avLst/>
              <a:gdLst/>
              <a:ahLst/>
              <a:cxnLst/>
              <a:rect l="l" t="t" r="r" b="b"/>
              <a:pathLst>
                <a:path w="1227" h="2756" extrusionOk="0">
                  <a:moveTo>
                    <a:pt x="303" y="1"/>
                  </a:moveTo>
                  <a:lnTo>
                    <a:pt x="0" y="99"/>
                  </a:lnTo>
                  <a:lnTo>
                    <a:pt x="916" y="2755"/>
                  </a:lnTo>
                  <a:lnTo>
                    <a:pt x="1226" y="2657"/>
                  </a:lnTo>
                  <a:lnTo>
                    <a:pt x="303"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4"/>
            <p:cNvSpPr/>
            <p:nvPr/>
          </p:nvSpPr>
          <p:spPr>
            <a:xfrm>
              <a:off x="4330025" y="6907850"/>
              <a:ext cx="33325" cy="69075"/>
            </a:xfrm>
            <a:custGeom>
              <a:avLst/>
              <a:gdLst/>
              <a:ahLst/>
              <a:cxnLst/>
              <a:rect l="l" t="t" r="r" b="b"/>
              <a:pathLst>
                <a:path w="1333" h="2763" extrusionOk="0">
                  <a:moveTo>
                    <a:pt x="409" y="0"/>
                  </a:moveTo>
                  <a:lnTo>
                    <a:pt x="0" y="205"/>
                  </a:lnTo>
                  <a:lnTo>
                    <a:pt x="924" y="2763"/>
                  </a:lnTo>
                  <a:lnTo>
                    <a:pt x="1333" y="2657"/>
                  </a:lnTo>
                  <a:lnTo>
                    <a:pt x="409"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4"/>
            <p:cNvSpPr/>
            <p:nvPr/>
          </p:nvSpPr>
          <p:spPr>
            <a:xfrm>
              <a:off x="4348000" y="6902725"/>
              <a:ext cx="33125" cy="69100"/>
            </a:xfrm>
            <a:custGeom>
              <a:avLst/>
              <a:gdLst/>
              <a:ahLst/>
              <a:cxnLst/>
              <a:rect l="l" t="t" r="r" b="b"/>
              <a:pathLst>
                <a:path w="1325" h="2764" extrusionOk="0">
                  <a:moveTo>
                    <a:pt x="409" y="1"/>
                  </a:moveTo>
                  <a:lnTo>
                    <a:pt x="1" y="107"/>
                  </a:lnTo>
                  <a:lnTo>
                    <a:pt x="916" y="2764"/>
                  </a:lnTo>
                  <a:lnTo>
                    <a:pt x="1325" y="2657"/>
                  </a:lnTo>
                  <a:lnTo>
                    <a:pt x="409"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4"/>
            <p:cNvSpPr/>
            <p:nvPr/>
          </p:nvSpPr>
          <p:spPr>
            <a:xfrm>
              <a:off x="4368450" y="6895175"/>
              <a:ext cx="30675" cy="68875"/>
            </a:xfrm>
            <a:custGeom>
              <a:avLst/>
              <a:gdLst/>
              <a:ahLst/>
              <a:cxnLst/>
              <a:rect l="l" t="t" r="r" b="b"/>
              <a:pathLst>
                <a:path w="1227" h="2755" extrusionOk="0">
                  <a:moveTo>
                    <a:pt x="302" y="1"/>
                  </a:moveTo>
                  <a:lnTo>
                    <a:pt x="0" y="205"/>
                  </a:lnTo>
                  <a:lnTo>
                    <a:pt x="915" y="2755"/>
                  </a:lnTo>
                  <a:lnTo>
                    <a:pt x="1226" y="2657"/>
                  </a:lnTo>
                  <a:lnTo>
                    <a:pt x="302"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4"/>
            <p:cNvSpPr/>
            <p:nvPr/>
          </p:nvSpPr>
          <p:spPr>
            <a:xfrm>
              <a:off x="4386225" y="6890075"/>
              <a:ext cx="30675" cy="68875"/>
            </a:xfrm>
            <a:custGeom>
              <a:avLst/>
              <a:gdLst/>
              <a:ahLst/>
              <a:cxnLst/>
              <a:rect l="l" t="t" r="r" b="b"/>
              <a:pathLst>
                <a:path w="1227" h="2755" extrusionOk="0">
                  <a:moveTo>
                    <a:pt x="311" y="0"/>
                  </a:moveTo>
                  <a:lnTo>
                    <a:pt x="0" y="98"/>
                  </a:lnTo>
                  <a:lnTo>
                    <a:pt x="924" y="2755"/>
                  </a:lnTo>
                  <a:lnTo>
                    <a:pt x="1226" y="2657"/>
                  </a:lnTo>
                  <a:lnTo>
                    <a:pt x="311"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4"/>
            <p:cNvSpPr/>
            <p:nvPr/>
          </p:nvSpPr>
          <p:spPr>
            <a:xfrm>
              <a:off x="4404200" y="6882300"/>
              <a:ext cx="33125" cy="69100"/>
            </a:xfrm>
            <a:custGeom>
              <a:avLst/>
              <a:gdLst/>
              <a:ahLst/>
              <a:cxnLst/>
              <a:rect l="l" t="t" r="r" b="b"/>
              <a:pathLst>
                <a:path w="1325" h="2764" extrusionOk="0">
                  <a:moveTo>
                    <a:pt x="409" y="1"/>
                  </a:moveTo>
                  <a:lnTo>
                    <a:pt x="0" y="205"/>
                  </a:lnTo>
                  <a:lnTo>
                    <a:pt x="916" y="2763"/>
                  </a:lnTo>
                  <a:lnTo>
                    <a:pt x="1324" y="2657"/>
                  </a:lnTo>
                  <a:lnTo>
                    <a:pt x="409"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4"/>
            <p:cNvSpPr/>
            <p:nvPr/>
          </p:nvSpPr>
          <p:spPr>
            <a:xfrm>
              <a:off x="4421975" y="6877200"/>
              <a:ext cx="33325" cy="69075"/>
            </a:xfrm>
            <a:custGeom>
              <a:avLst/>
              <a:gdLst/>
              <a:ahLst/>
              <a:cxnLst/>
              <a:rect l="l" t="t" r="r" b="b"/>
              <a:pathLst>
                <a:path w="1333" h="2763" extrusionOk="0">
                  <a:moveTo>
                    <a:pt x="409" y="0"/>
                  </a:moveTo>
                  <a:lnTo>
                    <a:pt x="0" y="107"/>
                  </a:lnTo>
                  <a:lnTo>
                    <a:pt x="924" y="2763"/>
                  </a:lnTo>
                  <a:lnTo>
                    <a:pt x="1333" y="2657"/>
                  </a:lnTo>
                  <a:lnTo>
                    <a:pt x="409"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4"/>
            <p:cNvSpPr/>
            <p:nvPr/>
          </p:nvSpPr>
          <p:spPr>
            <a:xfrm>
              <a:off x="4439950" y="6869625"/>
              <a:ext cx="33125" cy="68900"/>
            </a:xfrm>
            <a:custGeom>
              <a:avLst/>
              <a:gdLst/>
              <a:ahLst/>
              <a:cxnLst/>
              <a:rect l="l" t="t" r="r" b="b"/>
              <a:pathLst>
                <a:path w="1325" h="2756" extrusionOk="0">
                  <a:moveTo>
                    <a:pt x="409" y="1"/>
                  </a:moveTo>
                  <a:lnTo>
                    <a:pt x="1" y="99"/>
                  </a:lnTo>
                  <a:lnTo>
                    <a:pt x="1022" y="2755"/>
                  </a:lnTo>
                  <a:lnTo>
                    <a:pt x="1325" y="2657"/>
                  </a:lnTo>
                  <a:lnTo>
                    <a:pt x="409"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4"/>
            <p:cNvSpPr/>
            <p:nvPr/>
          </p:nvSpPr>
          <p:spPr>
            <a:xfrm>
              <a:off x="4314700" y="6956475"/>
              <a:ext cx="367825" cy="694425"/>
            </a:xfrm>
            <a:custGeom>
              <a:avLst/>
              <a:gdLst/>
              <a:ahLst/>
              <a:cxnLst/>
              <a:rect l="l" t="t" r="r" b="b"/>
              <a:pathLst>
                <a:path w="14713" h="27777" extrusionOk="0">
                  <a:moveTo>
                    <a:pt x="6032" y="1"/>
                  </a:moveTo>
                  <a:lnTo>
                    <a:pt x="0" y="2142"/>
                  </a:lnTo>
                  <a:lnTo>
                    <a:pt x="8076" y="25640"/>
                  </a:lnTo>
                  <a:cubicBezTo>
                    <a:pt x="8559" y="26929"/>
                    <a:pt x="9805" y="27776"/>
                    <a:pt x="11111" y="27776"/>
                  </a:cubicBezTo>
                  <a:cubicBezTo>
                    <a:pt x="11462" y="27776"/>
                    <a:pt x="11817" y="27715"/>
                    <a:pt x="12162" y="27586"/>
                  </a:cubicBezTo>
                  <a:cubicBezTo>
                    <a:pt x="13895" y="26973"/>
                    <a:pt x="14713" y="25134"/>
                    <a:pt x="14206" y="23499"/>
                  </a:cubicBezTo>
                  <a:lnTo>
                    <a:pt x="60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4"/>
            <p:cNvSpPr/>
            <p:nvPr/>
          </p:nvSpPr>
          <p:spPr>
            <a:xfrm>
              <a:off x="4391325" y="7125050"/>
              <a:ext cx="265650" cy="498700"/>
            </a:xfrm>
            <a:custGeom>
              <a:avLst/>
              <a:gdLst/>
              <a:ahLst/>
              <a:cxnLst/>
              <a:rect l="l" t="t" r="r" b="b"/>
              <a:pathLst>
                <a:path w="10626" h="19948" extrusionOk="0">
                  <a:moveTo>
                    <a:pt x="4398" y="1"/>
                  </a:moveTo>
                  <a:lnTo>
                    <a:pt x="0" y="1529"/>
                  </a:lnTo>
                  <a:lnTo>
                    <a:pt x="5828" y="18391"/>
                  </a:lnTo>
                  <a:cubicBezTo>
                    <a:pt x="6151" y="19361"/>
                    <a:pt x="7048" y="19947"/>
                    <a:pt x="8016" y="19947"/>
                  </a:cubicBezTo>
                  <a:cubicBezTo>
                    <a:pt x="8271" y="19947"/>
                    <a:pt x="8531" y="19906"/>
                    <a:pt x="8787" y="19821"/>
                  </a:cubicBezTo>
                  <a:cubicBezTo>
                    <a:pt x="10013" y="19412"/>
                    <a:pt x="10626" y="18080"/>
                    <a:pt x="10217" y="16854"/>
                  </a:cubicBezTo>
                  <a:lnTo>
                    <a:pt x="439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4"/>
            <p:cNvSpPr/>
            <p:nvPr/>
          </p:nvSpPr>
          <p:spPr>
            <a:xfrm>
              <a:off x="4289150" y="6933375"/>
              <a:ext cx="196800" cy="91975"/>
            </a:xfrm>
            <a:custGeom>
              <a:avLst/>
              <a:gdLst/>
              <a:ahLst/>
              <a:cxnLst/>
              <a:rect l="l" t="t" r="r" b="b"/>
              <a:pathLst>
                <a:path w="7872" h="3679" extrusionOk="0">
                  <a:moveTo>
                    <a:pt x="7561" y="1"/>
                  </a:moveTo>
                  <a:lnTo>
                    <a:pt x="1" y="2559"/>
                  </a:lnTo>
                  <a:lnTo>
                    <a:pt x="409" y="3679"/>
                  </a:lnTo>
                  <a:lnTo>
                    <a:pt x="7872" y="1023"/>
                  </a:lnTo>
                  <a:lnTo>
                    <a:pt x="7561"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4"/>
            <p:cNvSpPr/>
            <p:nvPr/>
          </p:nvSpPr>
          <p:spPr>
            <a:xfrm>
              <a:off x="4519025" y="7495300"/>
              <a:ext cx="137950" cy="128450"/>
            </a:xfrm>
            <a:custGeom>
              <a:avLst/>
              <a:gdLst/>
              <a:ahLst/>
              <a:cxnLst/>
              <a:rect l="l" t="t" r="r" b="b"/>
              <a:pathLst>
                <a:path w="5518" h="5138" extrusionOk="0">
                  <a:moveTo>
                    <a:pt x="1" y="1537"/>
                  </a:moveTo>
                  <a:cubicBezTo>
                    <a:pt x="9" y="1562"/>
                    <a:pt x="18" y="1587"/>
                    <a:pt x="27" y="1611"/>
                  </a:cubicBezTo>
                  <a:lnTo>
                    <a:pt x="27" y="1611"/>
                  </a:lnTo>
                  <a:lnTo>
                    <a:pt x="1" y="1537"/>
                  </a:lnTo>
                  <a:close/>
                  <a:moveTo>
                    <a:pt x="4398" y="1"/>
                  </a:moveTo>
                  <a:cubicBezTo>
                    <a:pt x="4807" y="1227"/>
                    <a:pt x="4194" y="2559"/>
                    <a:pt x="2968" y="2968"/>
                  </a:cubicBezTo>
                  <a:cubicBezTo>
                    <a:pt x="2712" y="3053"/>
                    <a:pt x="2451" y="3094"/>
                    <a:pt x="2196" y="3094"/>
                  </a:cubicBezTo>
                  <a:cubicBezTo>
                    <a:pt x="1251" y="3094"/>
                    <a:pt x="370" y="2537"/>
                    <a:pt x="27" y="1611"/>
                  </a:cubicBezTo>
                  <a:lnTo>
                    <a:pt x="27" y="1611"/>
                  </a:lnTo>
                  <a:lnTo>
                    <a:pt x="720" y="3581"/>
                  </a:lnTo>
                  <a:cubicBezTo>
                    <a:pt x="1043" y="4551"/>
                    <a:pt x="1940" y="5137"/>
                    <a:pt x="2908" y="5137"/>
                  </a:cubicBezTo>
                  <a:cubicBezTo>
                    <a:pt x="3163" y="5137"/>
                    <a:pt x="3423" y="5096"/>
                    <a:pt x="3679" y="5011"/>
                  </a:cubicBezTo>
                  <a:cubicBezTo>
                    <a:pt x="4905" y="4602"/>
                    <a:pt x="5518" y="3270"/>
                    <a:pt x="5109" y="2044"/>
                  </a:cubicBezTo>
                  <a:lnTo>
                    <a:pt x="4398"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7" name="Google Shape;337;p4"/>
          <p:cNvSpPr/>
          <p:nvPr/>
        </p:nvSpPr>
        <p:spPr>
          <a:xfrm>
            <a:off x="8554680" y="9627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4"/>
          <p:cNvSpPr/>
          <p:nvPr/>
        </p:nvSpPr>
        <p:spPr>
          <a:xfrm>
            <a:off x="7189992" y="1730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4"/>
          <p:cNvSpPr/>
          <p:nvPr/>
        </p:nvSpPr>
        <p:spPr>
          <a:xfrm>
            <a:off x="8924753" y="13857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4"/>
          <p:cNvSpPr/>
          <p:nvPr/>
        </p:nvSpPr>
        <p:spPr>
          <a:xfrm>
            <a:off x="8462988" y="6877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4"/>
          <p:cNvSpPr/>
          <p:nvPr/>
        </p:nvSpPr>
        <p:spPr>
          <a:xfrm>
            <a:off x="8364298" y="2717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4"/>
          <p:cNvSpPr/>
          <p:nvPr/>
        </p:nvSpPr>
        <p:spPr>
          <a:xfrm>
            <a:off x="6710472" y="3811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3"/>
        <p:cNvGrpSpPr/>
        <p:nvPr/>
      </p:nvGrpSpPr>
      <p:grpSpPr>
        <a:xfrm>
          <a:off x="0" y="0"/>
          <a:ext cx="0" cy="0"/>
          <a:chOff x="0" y="0"/>
          <a:chExt cx="0" cy="0"/>
        </a:xfrm>
      </p:grpSpPr>
      <p:sp>
        <p:nvSpPr>
          <p:cNvPr id="344" name="Google Shape;344;p5"/>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45" name="Google Shape;345;p5"/>
          <p:cNvSpPr txBox="1">
            <a:spLocks noGrp="1"/>
          </p:cNvSpPr>
          <p:nvPr>
            <p:ph type="subTitle" idx="1"/>
          </p:nvPr>
        </p:nvSpPr>
        <p:spPr>
          <a:xfrm>
            <a:off x="1681425" y="3198313"/>
            <a:ext cx="1952700" cy="265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346" name="Google Shape;346;p5"/>
          <p:cNvSpPr txBox="1">
            <a:spLocks noGrp="1"/>
          </p:cNvSpPr>
          <p:nvPr>
            <p:ph type="subTitle" idx="2"/>
          </p:nvPr>
        </p:nvSpPr>
        <p:spPr>
          <a:xfrm>
            <a:off x="1231275" y="3476625"/>
            <a:ext cx="2853000" cy="61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347" name="Google Shape;347;p5"/>
          <p:cNvSpPr txBox="1">
            <a:spLocks noGrp="1"/>
          </p:cNvSpPr>
          <p:nvPr>
            <p:ph type="subTitle" idx="3"/>
          </p:nvPr>
        </p:nvSpPr>
        <p:spPr>
          <a:xfrm>
            <a:off x="5530075" y="3198313"/>
            <a:ext cx="1952700" cy="265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348" name="Google Shape;348;p5"/>
          <p:cNvSpPr txBox="1">
            <a:spLocks noGrp="1"/>
          </p:cNvSpPr>
          <p:nvPr>
            <p:ph type="subTitle" idx="4"/>
          </p:nvPr>
        </p:nvSpPr>
        <p:spPr>
          <a:xfrm>
            <a:off x="5081875" y="3476625"/>
            <a:ext cx="2849100" cy="61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349" name="Google Shape;349;p5"/>
          <p:cNvSpPr/>
          <p:nvPr/>
        </p:nvSpPr>
        <p:spPr>
          <a:xfrm flipH="1">
            <a:off x="0" y="3186075"/>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5"/>
          <p:cNvSpPr/>
          <p:nvPr/>
        </p:nvSpPr>
        <p:spPr>
          <a:xfrm rot="-5400000">
            <a:off x="7057082" y="-399114"/>
            <a:ext cx="1687807" cy="2486022"/>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5"/>
          <p:cNvSpPr/>
          <p:nvPr/>
        </p:nvSpPr>
        <p:spPr>
          <a:xfrm flipH="1">
            <a:off x="1738181" y="1421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5"/>
          <p:cNvSpPr/>
          <p:nvPr/>
        </p:nvSpPr>
        <p:spPr>
          <a:xfrm flipH="1">
            <a:off x="750953" y="2408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5"/>
          <p:cNvSpPr/>
          <p:nvPr/>
        </p:nvSpPr>
        <p:spPr>
          <a:xfrm flipH="1">
            <a:off x="2401020" y="3502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5"/>
          <p:cNvSpPr/>
          <p:nvPr/>
        </p:nvSpPr>
        <p:spPr>
          <a:xfrm flipH="1">
            <a:off x="652197" y="6568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5"/>
          <p:cNvSpPr/>
          <p:nvPr/>
        </p:nvSpPr>
        <p:spPr>
          <a:xfrm flipH="1">
            <a:off x="359690" y="9318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5"/>
          <p:cNvSpPr/>
          <p:nvPr/>
        </p:nvSpPr>
        <p:spPr>
          <a:xfrm flipH="1">
            <a:off x="190497" y="13548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5"/>
          <p:cNvSpPr/>
          <p:nvPr/>
        </p:nvSpPr>
        <p:spPr>
          <a:xfrm>
            <a:off x="8062286" y="32821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5"/>
          <p:cNvSpPr/>
          <p:nvPr/>
        </p:nvSpPr>
        <p:spPr>
          <a:xfrm>
            <a:off x="7931973" y="61389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5"/>
          <p:cNvSpPr/>
          <p:nvPr/>
        </p:nvSpPr>
        <p:spPr>
          <a:xfrm>
            <a:off x="8461103" y="66299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5"/>
          <p:cNvSpPr/>
          <p:nvPr/>
        </p:nvSpPr>
        <p:spPr>
          <a:xfrm>
            <a:off x="8221110" y="126262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1" name="Google Shape;361;p5"/>
          <p:cNvGrpSpPr/>
          <p:nvPr/>
        </p:nvGrpSpPr>
        <p:grpSpPr>
          <a:xfrm>
            <a:off x="379450" y="4291775"/>
            <a:ext cx="480225" cy="615300"/>
            <a:chOff x="912850" y="4743425"/>
            <a:chExt cx="480225" cy="615300"/>
          </a:xfrm>
        </p:grpSpPr>
        <p:sp>
          <p:nvSpPr>
            <p:cNvPr id="362" name="Google Shape;362;p5"/>
            <p:cNvSpPr/>
            <p:nvPr/>
          </p:nvSpPr>
          <p:spPr>
            <a:xfrm>
              <a:off x="912850" y="4825175"/>
              <a:ext cx="480225" cy="533550"/>
            </a:xfrm>
            <a:custGeom>
              <a:avLst/>
              <a:gdLst/>
              <a:ahLst/>
              <a:cxnLst/>
              <a:rect l="l" t="t" r="r" b="b"/>
              <a:pathLst>
                <a:path w="19209" h="21342" extrusionOk="0">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5"/>
            <p:cNvSpPr/>
            <p:nvPr/>
          </p:nvSpPr>
          <p:spPr>
            <a:xfrm>
              <a:off x="1055900" y="4825175"/>
              <a:ext cx="291200" cy="71525"/>
            </a:xfrm>
            <a:custGeom>
              <a:avLst/>
              <a:gdLst/>
              <a:ahLst/>
              <a:cxnLst/>
              <a:rect l="l" t="t" r="r" b="b"/>
              <a:pathLst>
                <a:path w="11648" h="2861" extrusionOk="0">
                  <a:moveTo>
                    <a:pt x="205" y="0"/>
                  </a:moveTo>
                  <a:lnTo>
                    <a:pt x="0" y="613"/>
                  </a:lnTo>
                  <a:lnTo>
                    <a:pt x="11549" y="2861"/>
                  </a:lnTo>
                  <a:lnTo>
                    <a:pt x="11647" y="2248"/>
                  </a:lnTo>
                  <a:lnTo>
                    <a:pt x="205"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5"/>
            <p:cNvSpPr/>
            <p:nvPr/>
          </p:nvSpPr>
          <p:spPr>
            <a:xfrm>
              <a:off x="1038125" y="4743425"/>
              <a:ext cx="344725" cy="143075"/>
            </a:xfrm>
            <a:custGeom>
              <a:avLst/>
              <a:gdLst/>
              <a:ahLst/>
              <a:cxnLst/>
              <a:rect l="l" t="t" r="r" b="b"/>
              <a:pathLst>
                <a:path w="13789" h="5723" extrusionOk="0">
                  <a:moveTo>
                    <a:pt x="613" y="1"/>
                  </a:moveTo>
                  <a:lnTo>
                    <a:pt x="0" y="3066"/>
                  </a:lnTo>
                  <a:lnTo>
                    <a:pt x="13176" y="5722"/>
                  </a:lnTo>
                  <a:lnTo>
                    <a:pt x="13789" y="2657"/>
                  </a:lnTo>
                  <a:lnTo>
                    <a:pt x="6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5"/>
            <p:cNvSpPr/>
            <p:nvPr/>
          </p:nvSpPr>
          <p:spPr>
            <a:xfrm>
              <a:off x="1050775" y="4745900"/>
              <a:ext cx="28225" cy="79300"/>
            </a:xfrm>
            <a:custGeom>
              <a:avLst/>
              <a:gdLst/>
              <a:ahLst/>
              <a:cxnLst/>
              <a:rect l="l" t="t" r="r" b="b"/>
              <a:pathLst>
                <a:path w="1129" h="3172" extrusionOk="0">
                  <a:moveTo>
                    <a:pt x="614" y="0"/>
                  </a:moveTo>
                  <a:lnTo>
                    <a:pt x="1" y="3065"/>
                  </a:lnTo>
                  <a:lnTo>
                    <a:pt x="516" y="3171"/>
                  </a:lnTo>
                  <a:lnTo>
                    <a:pt x="1129" y="106"/>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5"/>
            <p:cNvSpPr/>
            <p:nvPr/>
          </p:nvSpPr>
          <p:spPr>
            <a:xfrm>
              <a:off x="1078975" y="4751000"/>
              <a:ext cx="30675" cy="81750"/>
            </a:xfrm>
            <a:custGeom>
              <a:avLst/>
              <a:gdLst/>
              <a:ahLst/>
              <a:cxnLst/>
              <a:rect l="l" t="t" r="r" b="b"/>
              <a:pathLst>
                <a:path w="1227" h="3270" extrusionOk="0">
                  <a:moveTo>
                    <a:pt x="614" y="0"/>
                  </a:moveTo>
                  <a:lnTo>
                    <a:pt x="1" y="3172"/>
                  </a:lnTo>
                  <a:lnTo>
                    <a:pt x="614" y="3270"/>
                  </a:lnTo>
                  <a:lnTo>
                    <a:pt x="1227" y="107"/>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5"/>
            <p:cNvSpPr/>
            <p:nvPr/>
          </p:nvSpPr>
          <p:spPr>
            <a:xfrm>
              <a:off x="1109625" y="4756100"/>
              <a:ext cx="28025" cy="81775"/>
            </a:xfrm>
            <a:custGeom>
              <a:avLst/>
              <a:gdLst/>
              <a:ahLst/>
              <a:cxnLst/>
              <a:rect l="l" t="t" r="r" b="b"/>
              <a:pathLst>
                <a:path w="1121" h="3271" extrusionOk="0">
                  <a:moveTo>
                    <a:pt x="614" y="1"/>
                  </a:moveTo>
                  <a:lnTo>
                    <a:pt x="1" y="3172"/>
                  </a:lnTo>
                  <a:lnTo>
                    <a:pt x="508" y="3270"/>
                  </a:lnTo>
                  <a:lnTo>
                    <a:pt x="1121" y="107"/>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5"/>
            <p:cNvSpPr/>
            <p:nvPr/>
          </p:nvSpPr>
          <p:spPr>
            <a:xfrm>
              <a:off x="1137625" y="4763875"/>
              <a:ext cx="30675" cy="79100"/>
            </a:xfrm>
            <a:custGeom>
              <a:avLst/>
              <a:gdLst/>
              <a:ahLst/>
              <a:cxnLst/>
              <a:rect l="l" t="t" r="r" b="b"/>
              <a:pathLst>
                <a:path w="1227" h="3164" extrusionOk="0">
                  <a:moveTo>
                    <a:pt x="614" y="0"/>
                  </a:moveTo>
                  <a:lnTo>
                    <a:pt x="1" y="3065"/>
                  </a:lnTo>
                  <a:lnTo>
                    <a:pt x="516" y="3163"/>
                  </a:lnTo>
                  <a:lnTo>
                    <a:pt x="1227" y="98"/>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5"/>
            <p:cNvSpPr/>
            <p:nvPr/>
          </p:nvSpPr>
          <p:spPr>
            <a:xfrm>
              <a:off x="1165825" y="4768975"/>
              <a:ext cx="30675" cy="79100"/>
            </a:xfrm>
            <a:custGeom>
              <a:avLst/>
              <a:gdLst/>
              <a:ahLst/>
              <a:cxnLst/>
              <a:rect l="l" t="t" r="r" b="b"/>
              <a:pathLst>
                <a:path w="1227" h="3164" extrusionOk="0">
                  <a:moveTo>
                    <a:pt x="712" y="1"/>
                  </a:moveTo>
                  <a:lnTo>
                    <a:pt x="1" y="3066"/>
                  </a:lnTo>
                  <a:lnTo>
                    <a:pt x="614" y="3164"/>
                  </a:lnTo>
                  <a:lnTo>
                    <a:pt x="1227" y="99"/>
                  </a:lnTo>
                  <a:lnTo>
                    <a:pt x="712"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5"/>
            <p:cNvSpPr/>
            <p:nvPr/>
          </p:nvSpPr>
          <p:spPr>
            <a:xfrm>
              <a:off x="1196475" y="4774075"/>
              <a:ext cx="28025" cy="81775"/>
            </a:xfrm>
            <a:custGeom>
              <a:avLst/>
              <a:gdLst/>
              <a:ahLst/>
              <a:cxnLst/>
              <a:rect l="l" t="t" r="r" b="b"/>
              <a:pathLst>
                <a:path w="1121" h="3271" extrusionOk="0">
                  <a:moveTo>
                    <a:pt x="614" y="1"/>
                  </a:moveTo>
                  <a:lnTo>
                    <a:pt x="1" y="3164"/>
                  </a:lnTo>
                  <a:lnTo>
                    <a:pt x="507" y="3270"/>
                  </a:lnTo>
                  <a:lnTo>
                    <a:pt x="1120"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5"/>
            <p:cNvSpPr/>
            <p:nvPr/>
          </p:nvSpPr>
          <p:spPr>
            <a:xfrm>
              <a:off x="1224475" y="4779200"/>
              <a:ext cx="30675" cy="81750"/>
            </a:xfrm>
            <a:custGeom>
              <a:avLst/>
              <a:gdLst/>
              <a:ahLst/>
              <a:cxnLst/>
              <a:rect l="l" t="t" r="r" b="b"/>
              <a:pathLst>
                <a:path w="1227" h="3270" extrusionOk="0">
                  <a:moveTo>
                    <a:pt x="613" y="0"/>
                  </a:moveTo>
                  <a:lnTo>
                    <a:pt x="0" y="3163"/>
                  </a:lnTo>
                  <a:lnTo>
                    <a:pt x="613" y="3270"/>
                  </a:lnTo>
                  <a:lnTo>
                    <a:pt x="1226" y="98"/>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5"/>
            <p:cNvSpPr/>
            <p:nvPr/>
          </p:nvSpPr>
          <p:spPr>
            <a:xfrm>
              <a:off x="1255125" y="4786750"/>
              <a:ext cx="28225" cy="79300"/>
            </a:xfrm>
            <a:custGeom>
              <a:avLst/>
              <a:gdLst/>
              <a:ahLst/>
              <a:cxnLst/>
              <a:rect l="l" t="t" r="r" b="b"/>
              <a:pathLst>
                <a:path w="1129" h="3172" extrusionOk="0">
                  <a:moveTo>
                    <a:pt x="613" y="1"/>
                  </a:moveTo>
                  <a:lnTo>
                    <a:pt x="0" y="3066"/>
                  </a:lnTo>
                  <a:lnTo>
                    <a:pt x="515" y="3172"/>
                  </a:lnTo>
                  <a:lnTo>
                    <a:pt x="1128" y="107"/>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5"/>
            <p:cNvSpPr/>
            <p:nvPr/>
          </p:nvSpPr>
          <p:spPr>
            <a:xfrm>
              <a:off x="1283325" y="4791875"/>
              <a:ext cx="30675" cy="81750"/>
            </a:xfrm>
            <a:custGeom>
              <a:avLst/>
              <a:gdLst/>
              <a:ahLst/>
              <a:cxnLst/>
              <a:rect l="l" t="t" r="r" b="b"/>
              <a:pathLst>
                <a:path w="1227" h="3270" extrusionOk="0">
                  <a:moveTo>
                    <a:pt x="613" y="0"/>
                  </a:moveTo>
                  <a:lnTo>
                    <a:pt x="0" y="3171"/>
                  </a:lnTo>
                  <a:lnTo>
                    <a:pt x="613" y="3269"/>
                  </a:lnTo>
                  <a:lnTo>
                    <a:pt x="1226" y="106"/>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5"/>
            <p:cNvSpPr/>
            <p:nvPr/>
          </p:nvSpPr>
          <p:spPr>
            <a:xfrm>
              <a:off x="1313975" y="4796975"/>
              <a:ext cx="28000" cy="81750"/>
            </a:xfrm>
            <a:custGeom>
              <a:avLst/>
              <a:gdLst/>
              <a:ahLst/>
              <a:cxnLst/>
              <a:rect l="l" t="t" r="r" b="b"/>
              <a:pathLst>
                <a:path w="1120" h="3270" extrusionOk="0">
                  <a:moveTo>
                    <a:pt x="613" y="0"/>
                  </a:moveTo>
                  <a:lnTo>
                    <a:pt x="0" y="3172"/>
                  </a:lnTo>
                  <a:lnTo>
                    <a:pt x="507" y="3270"/>
                  </a:lnTo>
                  <a:lnTo>
                    <a:pt x="1120" y="107"/>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5"/>
            <p:cNvSpPr/>
            <p:nvPr/>
          </p:nvSpPr>
          <p:spPr>
            <a:xfrm>
              <a:off x="1341950" y="4804725"/>
              <a:ext cx="30675" cy="79125"/>
            </a:xfrm>
            <a:custGeom>
              <a:avLst/>
              <a:gdLst/>
              <a:ahLst/>
              <a:cxnLst/>
              <a:rect l="l" t="t" r="r" b="b"/>
              <a:pathLst>
                <a:path w="1227" h="3165" extrusionOk="0">
                  <a:moveTo>
                    <a:pt x="614" y="1"/>
                  </a:moveTo>
                  <a:lnTo>
                    <a:pt x="1" y="3066"/>
                  </a:lnTo>
                  <a:lnTo>
                    <a:pt x="516" y="3164"/>
                  </a:lnTo>
                  <a:lnTo>
                    <a:pt x="1227"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5"/>
            <p:cNvSpPr/>
            <p:nvPr/>
          </p:nvSpPr>
          <p:spPr>
            <a:xfrm>
              <a:off x="935950" y="4963100"/>
              <a:ext cx="441800" cy="260550"/>
            </a:xfrm>
            <a:custGeom>
              <a:avLst/>
              <a:gdLst/>
              <a:ahLst/>
              <a:cxnLst/>
              <a:rect l="l" t="t" r="r" b="b"/>
              <a:pathLst>
                <a:path w="17672" h="10422" extrusionOk="0">
                  <a:moveTo>
                    <a:pt x="1431" y="0"/>
                  </a:moveTo>
                  <a:lnTo>
                    <a:pt x="0" y="7250"/>
                  </a:lnTo>
                  <a:lnTo>
                    <a:pt x="16241" y="10421"/>
                  </a:lnTo>
                  <a:lnTo>
                    <a:pt x="17671" y="3163"/>
                  </a:lnTo>
                  <a:lnTo>
                    <a:pt x="14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5"/>
            <p:cNvSpPr/>
            <p:nvPr/>
          </p:nvSpPr>
          <p:spPr>
            <a:xfrm>
              <a:off x="912850" y="5169875"/>
              <a:ext cx="424025" cy="188850"/>
            </a:xfrm>
            <a:custGeom>
              <a:avLst/>
              <a:gdLst/>
              <a:ahLst/>
              <a:cxnLst/>
              <a:rect l="l" t="t" r="r" b="b"/>
              <a:pathLst>
                <a:path w="16961" h="7554" extrusionOk="0">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5"/>
            <p:cNvSpPr/>
            <p:nvPr/>
          </p:nvSpPr>
          <p:spPr>
            <a:xfrm>
              <a:off x="963950" y="4963100"/>
              <a:ext cx="413800" cy="112400"/>
            </a:xfrm>
            <a:custGeom>
              <a:avLst/>
              <a:gdLst/>
              <a:ahLst/>
              <a:cxnLst/>
              <a:rect l="l" t="t" r="r" b="b"/>
              <a:pathLst>
                <a:path w="16552" h="4496" extrusionOk="0">
                  <a:moveTo>
                    <a:pt x="311" y="0"/>
                  </a:moveTo>
                  <a:lnTo>
                    <a:pt x="0" y="1324"/>
                  </a:lnTo>
                  <a:lnTo>
                    <a:pt x="16249" y="4496"/>
                  </a:lnTo>
                  <a:lnTo>
                    <a:pt x="16551" y="3163"/>
                  </a:lnTo>
                  <a:lnTo>
                    <a:pt x="311"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5"/>
            <p:cNvSpPr/>
            <p:nvPr/>
          </p:nvSpPr>
          <p:spPr>
            <a:xfrm>
              <a:off x="984375" y="5034625"/>
              <a:ext cx="94625" cy="94425"/>
            </a:xfrm>
            <a:custGeom>
              <a:avLst/>
              <a:gdLst/>
              <a:ahLst/>
              <a:cxnLst/>
              <a:rect l="l" t="t" r="r" b="b"/>
              <a:pathLst>
                <a:path w="3785" h="3777" extrusionOk="0">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5"/>
            <p:cNvSpPr/>
            <p:nvPr/>
          </p:nvSpPr>
          <p:spPr>
            <a:xfrm>
              <a:off x="1178500" y="5075475"/>
              <a:ext cx="145700" cy="43350"/>
            </a:xfrm>
            <a:custGeom>
              <a:avLst/>
              <a:gdLst/>
              <a:ahLst/>
              <a:cxnLst/>
              <a:rect l="l" t="t" r="r" b="b"/>
              <a:pathLst>
                <a:path w="5828" h="1734" extrusionOk="0">
                  <a:moveTo>
                    <a:pt x="205" y="1"/>
                  </a:moveTo>
                  <a:lnTo>
                    <a:pt x="0" y="614"/>
                  </a:lnTo>
                  <a:lnTo>
                    <a:pt x="5722" y="1733"/>
                  </a:lnTo>
                  <a:lnTo>
                    <a:pt x="5828" y="1120"/>
                  </a:lnTo>
                  <a:lnTo>
                    <a:pt x="205"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5"/>
            <p:cNvSpPr/>
            <p:nvPr/>
          </p:nvSpPr>
          <p:spPr>
            <a:xfrm>
              <a:off x="1170925" y="5113700"/>
              <a:ext cx="145525" cy="43550"/>
            </a:xfrm>
            <a:custGeom>
              <a:avLst/>
              <a:gdLst/>
              <a:ahLst/>
              <a:cxnLst/>
              <a:rect l="l" t="t" r="r" b="b"/>
              <a:pathLst>
                <a:path w="5821" h="1742" extrusionOk="0">
                  <a:moveTo>
                    <a:pt x="205" y="0"/>
                  </a:moveTo>
                  <a:lnTo>
                    <a:pt x="1" y="719"/>
                  </a:lnTo>
                  <a:lnTo>
                    <a:pt x="5722" y="1741"/>
                  </a:lnTo>
                  <a:lnTo>
                    <a:pt x="5820" y="1128"/>
                  </a:lnTo>
                  <a:lnTo>
                    <a:pt x="205"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2" name="Google Shape;382;p5"/>
          <p:cNvSpPr/>
          <p:nvPr/>
        </p:nvSpPr>
        <p:spPr>
          <a:xfrm>
            <a:off x="8412926" y="4599423"/>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5"/>
          <p:cNvSpPr/>
          <p:nvPr/>
        </p:nvSpPr>
        <p:spPr>
          <a:xfrm>
            <a:off x="7855840" y="4715859"/>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5"/>
          <p:cNvSpPr/>
          <p:nvPr/>
        </p:nvSpPr>
        <p:spPr>
          <a:xfrm>
            <a:off x="7485508" y="4839164"/>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85"/>
        <p:cNvGrpSpPr/>
        <p:nvPr/>
      </p:nvGrpSpPr>
      <p:grpSpPr>
        <a:xfrm>
          <a:off x="0" y="0"/>
          <a:ext cx="0" cy="0"/>
          <a:chOff x="0" y="0"/>
          <a:chExt cx="0" cy="0"/>
        </a:xfrm>
      </p:grpSpPr>
      <p:sp>
        <p:nvSpPr>
          <p:cNvPr id="386" name="Google Shape;386;p6"/>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87" name="Google Shape;387;p6"/>
          <p:cNvSpPr/>
          <p:nvPr/>
        </p:nvSpPr>
        <p:spPr>
          <a:xfrm rot="10800000">
            <a:off x="5305440" y="4623973"/>
            <a:ext cx="3838559" cy="519527"/>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6"/>
          <p:cNvSpPr/>
          <p:nvPr/>
        </p:nvSpPr>
        <p:spPr>
          <a:xfrm>
            <a:off x="8554680" y="9627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6"/>
          <p:cNvSpPr/>
          <p:nvPr/>
        </p:nvSpPr>
        <p:spPr>
          <a:xfrm>
            <a:off x="7189992" y="1730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6"/>
          <p:cNvSpPr/>
          <p:nvPr/>
        </p:nvSpPr>
        <p:spPr>
          <a:xfrm>
            <a:off x="8924753" y="13857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6"/>
          <p:cNvSpPr/>
          <p:nvPr/>
        </p:nvSpPr>
        <p:spPr>
          <a:xfrm>
            <a:off x="8462988" y="6877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6"/>
          <p:cNvSpPr/>
          <p:nvPr/>
        </p:nvSpPr>
        <p:spPr>
          <a:xfrm>
            <a:off x="8364298" y="2717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6"/>
          <p:cNvSpPr/>
          <p:nvPr/>
        </p:nvSpPr>
        <p:spPr>
          <a:xfrm>
            <a:off x="6710472" y="3811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6"/>
          <p:cNvSpPr/>
          <p:nvPr/>
        </p:nvSpPr>
        <p:spPr>
          <a:xfrm>
            <a:off x="673173" y="82517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6"/>
          <p:cNvSpPr/>
          <p:nvPr/>
        </p:nvSpPr>
        <p:spPr>
          <a:xfrm>
            <a:off x="803486" y="53949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6"/>
          <p:cNvSpPr/>
          <p:nvPr/>
        </p:nvSpPr>
        <p:spPr>
          <a:xfrm>
            <a:off x="962310" y="147390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6"/>
          <p:cNvSpPr/>
          <p:nvPr/>
        </p:nvSpPr>
        <p:spPr>
          <a:xfrm>
            <a:off x="1202303" y="87426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6"/>
          <p:cNvSpPr/>
          <p:nvPr/>
        </p:nvSpPr>
        <p:spPr>
          <a:xfrm rot="-5400000">
            <a:off x="7625250" y="-290450"/>
            <a:ext cx="1228300" cy="1809200"/>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6"/>
          <p:cNvSpPr/>
          <p:nvPr/>
        </p:nvSpPr>
        <p:spPr>
          <a:xfrm rot="5400000" flipH="1">
            <a:off x="290450" y="-290450"/>
            <a:ext cx="1228300" cy="1809200"/>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0" name="Google Shape;400;p6"/>
          <p:cNvGrpSpPr/>
          <p:nvPr/>
        </p:nvGrpSpPr>
        <p:grpSpPr>
          <a:xfrm>
            <a:off x="8012063" y="168438"/>
            <a:ext cx="837425" cy="742113"/>
            <a:chOff x="6215925" y="6858088"/>
            <a:chExt cx="837425" cy="742113"/>
          </a:xfrm>
        </p:grpSpPr>
        <p:sp>
          <p:nvSpPr>
            <p:cNvPr id="401" name="Google Shape;401;p6"/>
            <p:cNvSpPr/>
            <p:nvPr/>
          </p:nvSpPr>
          <p:spPr>
            <a:xfrm>
              <a:off x="6215925" y="7421400"/>
              <a:ext cx="201900" cy="178800"/>
            </a:xfrm>
            <a:custGeom>
              <a:avLst/>
              <a:gdLst/>
              <a:ahLst/>
              <a:cxnLst/>
              <a:rect l="l" t="t" r="r" b="b"/>
              <a:pathLst>
                <a:path w="8076" h="7152" extrusionOk="0">
                  <a:moveTo>
                    <a:pt x="7561" y="0"/>
                  </a:moveTo>
                  <a:lnTo>
                    <a:pt x="0" y="6637"/>
                  </a:lnTo>
                  <a:lnTo>
                    <a:pt x="515" y="7152"/>
                  </a:lnTo>
                  <a:lnTo>
                    <a:pt x="8076" y="507"/>
                  </a:lnTo>
                  <a:lnTo>
                    <a:pt x="7561" y="0"/>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6"/>
            <p:cNvSpPr/>
            <p:nvPr/>
          </p:nvSpPr>
          <p:spPr>
            <a:xfrm>
              <a:off x="6401775" y="7430925"/>
              <a:ext cx="25575" cy="22900"/>
            </a:xfrm>
            <a:custGeom>
              <a:avLst/>
              <a:gdLst/>
              <a:ahLst/>
              <a:cxnLst/>
              <a:rect l="l" t="t" r="r" b="b"/>
              <a:pathLst>
                <a:path w="1023" h="916" extrusionOk="0">
                  <a:moveTo>
                    <a:pt x="508" y="0"/>
                  </a:moveTo>
                  <a:lnTo>
                    <a:pt x="1" y="507"/>
                  </a:lnTo>
                  <a:lnTo>
                    <a:pt x="508" y="915"/>
                  </a:lnTo>
                  <a:lnTo>
                    <a:pt x="1023" y="507"/>
                  </a:lnTo>
                  <a:lnTo>
                    <a:pt x="508" y="0"/>
                  </a:lnTo>
                  <a:close/>
                </a:path>
              </a:pathLst>
            </a:custGeom>
            <a:solidFill>
              <a:srgbClr val="C1C0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3" name="Google Shape;403;p6"/>
            <p:cNvGrpSpPr/>
            <p:nvPr/>
          </p:nvGrpSpPr>
          <p:grpSpPr>
            <a:xfrm>
              <a:off x="6361025" y="6858088"/>
              <a:ext cx="692325" cy="623250"/>
              <a:chOff x="6361025" y="6858088"/>
              <a:chExt cx="692325" cy="623250"/>
            </a:xfrm>
          </p:grpSpPr>
          <p:sp>
            <p:nvSpPr>
              <p:cNvPr id="404" name="Google Shape;404;p6"/>
              <p:cNvSpPr/>
              <p:nvPr/>
            </p:nvSpPr>
            <p:spPr>
              <a:xfrm>
                <a:off x="6361025" y="7011338"/>
                <a:ext cx="510875" cy="470000"/>
              </a:xfrm>
              <a:custGeom>
                <a:avLst/>
                <a:gdLst/>
                <a:ahLst/>
                <a:cxnLst/>
                <a:rect l="l" t="t" r="r" b="b"/>
                <a:pathLst>
                  <a:path w="20435" h="18800" extrusionOk="0">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6"/>
              <p:cNvSpPr/>
              <p:nvPr/>
            </p:nvSpPr>
            <p:spPr>
              <a:xfrm>
                <a:off x="6795250" y="6896288"/>
                <a:ext cx="217225" cy="207025"/>
              </a:xfrm>
              <a:custGeom>
                <a:avLst/>
                <a:gdLst/>
                <a:ahLst/>
                <a:cxnLst/>
                <a:rect l="l" t="t" r="r" b="b"/>
                <a:pathLst>
                  <a:path w="8689" h="8281" extrusionOk="0">
                    <a:moveTo>
                      <a:pt x="6539" y="1"/>
                    </a:moveTo>
                    <a:lnTo>
                      <a:pt x="0" y="5828"/>
                    </a:lnTo>
                    <a:lnTo>
                      <a:pt x="2150" y="8280"/>
                    </a:lnTo>
                    <a:lnTo>
                      <a:pt x="8688" y="2453"/>
                    </a:lnTo>
                    <a:lnTo>
                      <a:pt x="6539" y="1"/>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6"/>
              <p:cNvSpPr/>
              <p:nvPr/>
            </p:nvSpPr>
            <p:spPr>
              <a:xfrm>
                <a:off x="6795250" y="7018888"/>
                <a:ext cx="79300" cy="84425"/>
              </a:xfrm>
              <a:custGeom>
                <a:avLst/>
                <a:gdLst/>
                <a:ahLst/>
                <a:cxnLst/>
                <a:rect l="l" t="t" r="r" b="b"/>
                <a:pathLst>
                  <a:path w="3172" h="3377" extrusionOk="0">
                    <a:moveTo>
                      <a:pt x="1022" y="1"/>
                    </a:moveTo>
                    <a:lnTo>
                      <a:pt x="0" y="924"/>
                    </a:lnTo>
                    <a:lnTo>
                      <a:pt x="2150" y="3376"/>
                    </a:lnTo>
                    <a:lnTo>
                      <a:pt x="3171" y="2453"/>
                    </a:lnTo>
                    <a:lnTo>
                      <a:pt x="1022" y="1"/>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6"/>
              <p:cNvSpPr/>
              <p:nvPr/>
            </p:nvSpPr>
            <p:spPr>
              <a:xfrm>
                <a:off x="6946050" y="6858088"/>
                <a:ext cx="107300" cy="114850"/>
              </a:xfrm>
              <a:custGeom>
                <a:avLst/>
                <a:gdLst/>
                <a:ahLst/>
                <a:cxnLst/>
                <a:rect l="l" t="t" r="r" b="b"/>
                <a:pathLst>
                  <a:path w="4292" h="4594" extrusionOk="0">
                    <a:moveTo>
                      <a:pt x="1120" y="0"/>
                    </a:moveTo>
                    <a:lnTo>
                      <a:pt x="0" y="1022"/>
                    </a:lnTo>
                    <a:lnTo>
                      <a:pt x="3163" y="4594"/>
                    </a:lnTo>
                    <a:lnTo>
                      <a:pt x="4291" y="3678"/>
                    </a:lnTo>
                    <a:lnTo>
                      <a:pt x="1120"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6"/>
              <p:cNvSpPr/>
              <p:nvPr/>
            </p:nvSpPr>
            <p:spPr>
              <a:xfrm>
                <a:off x="6721275" y="6990888"/>
                <a:ext cx="176150" cy="189050"/>
              </a:xfrm>
              <a:custGeom>
                <a:avLst/>
                <a:gdLst/>
                <a:ahLst/>
                <a:cxnLst/>
                <a:rect l="l" t="t" r="r" b="b"/>
                <a:pathLst>
                  <a:path w="7046" h="7562" extrusionOk="0">
                    <a:moveTo>
                      <a:pt x="1733" y="1"/>
                    </a:moveTo>
                    <a:lnTo>
                      <a:pt x="0" y="1529"/>
                    </a:lnTo>
                    <a:lnTo>
                      <a:pt x="5313" y="7561"/>
                    </a:lnTo>
                    <a:lnTo>
                      <a:pt x="7046" y="6025"/>
                    </a:lnTo>
                    <a:lnTo>
                      <a:pt x="1733"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6"/>
              <p:cNvSpPr/>
              <p:nvPr/>
            </p:nvSpPr>
            <p:spPr>
              <a:xfrm>
                <a:off x="6739050" y="7149263"/>
                <a:ext cx="69100" cy="74000"/>
              </a:xfrm>
              <a:custGeom>
                <a:avLst/>
                <a:gdLst/>
                <a:ahLst/>
                <a:cxnLst/>
                <a:rect l="l" t="t" r="r" b="b"/>
                <a:pathLst>
                  <a:path w="2764" h="2960" extrusionOk="0">
                    <a:moveTo>
                      <a:pt x="409" y="0"/>
                    </a:moveTo>
                    <a:lnTo>
                      <a:pt x="0" y="303"/>
                    </a:lnTo>
                    <a:lnTo>
                      <a:pt x="2354" y="2959"/>
                    </a:lnTo>
                    <a:lnTo>
                      <a:pt x="2763" y="2657"/>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6"/>
              <p:cNvSpPr/>
              <p:nvPr/>
            </p:nvSpPr>
            <p:spPr>
              <a:xfrm>
                <a:off x="6690625" y="7192588"/>
                <a:ext cx="66425" cy="74200"/>
              </a:xfrm>
              <a:custGeom>
                <a:avLst/>
                <a:gdLst/>
                <a:ahLst/>
                <a:cxnLst/>
                <a:rect l="l" t="t" r="r" b="b"/>
                <a:pathLst>
                  <a:path w="2657" h="2968" extrusionOk="0">
                    <a:moveTo>
                      <a:pt x="409" y="0"/>
                    </a:moveTo>
                    <a:lnTo>
                      <a:pt x="0" y="311"/>
                    </a:lnTo>
                    <a:lnTo>
                      <a:pt x="2346" y="2967"/>
                    </a:lnTo>
                    <a:lnTo>
                      <a:pt x="2657"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6"/>
              <p:cNvSpPr/>
              <p:nvPr/>
            </p:nvSpPr>
            <p:spPr>
              <a:xfrm>
                <a:off x="6642000" y="7236113"/>
                <a:ext cx="66425" cy="73975"/>
              </a:xfrm>
              <a:custGeom>
                <a:avLst/>
                <a:gdLst/>
                <a:ahLst/>
                <a:cxnLst/>
                <a:rect l="l" t="t" r="r" b="b"/>
                <a:pathLst>
                  <a:path w="2657" h="2959" extrusionOk="0">
                    <a:moveTo>
                      <a:pt x="409" y="0"/>
                    </a:moveTo>
                    <a:lnTo>
                      <a:pt x="0" y="302"/>
                    </a:lnTo>
                    <a:lnTo>
                      <a:pt x="2248" y="2959"/>
                    </a:lnTo>
                    <a:lnTo>
                      <a:pt x="2656"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6"/>
              <p:cNvSpPr/>
              <p:nvPr/>
            </p:nvSpPr>
            <p:spPr>
              <a:xfrm>
                <a:off x="6384125" y="7207913"/>
                <a:ext cx="268100" cy="252975"/>
              </a:xfrm>
              <a:custGeom>
                <a:avLst/>
                <a:gdLst/>
                <a:ahLst/>
                <a:cxnLst/>
                <a:rect l="l" t="t" r="r" b="b"/>
                <a:pathLst>
                  <a:path w="10724" h="10119" extrusionOk="0">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6"/>
              <p:cNvSpPr/>
              <p:nvPr/>
            </p:nvSpPr>
            <p:spPr>
              <a:xfrm>
                <a:off x="6384125" y="7312738"/>
                <a:ext cx="268100" cy="148150"/>
              </a:xfrm>
              <a:custGeom>
                <a:avLst/>
                <a:gdLst/>
                <a:ahLst/>
                <a:cxnLst/>
                <a:rect l="l" t="t" r="r" b="b"/>
                <a:pathLst>
                  <a:path w="10724" h="5926" extrusionOk="0">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14"/>
        <p:cNvGrpSpPr/>
        <p:nvPr/>
      </p:nvGrpSpPr>
      <p:grpSpPr>
        <a:xfrm>
          <a:off x="0" y="0"/>
          <a:ext cx="0" cy="0"/>
          <a:chOff x="0" y="0"/>
          <a:chExt cx="0" cy="0"/>
        </a:xfrm>
      </p:grpSpPr>
      <p:sp>
        <p:nvSpPr>
          <p:cNvPr id="415" name="Google Shape;415;p7"/>
          <p:cNvSpPr txBox="1">
            <a:spLocks noGrp="1"/>
          </p:cNvSpPr>
          <p:nvPr>
            <p:ph type="title"/>
          </p:nvPr>
        </p:nvSpPr>
        <p:spPr>
          <a:xfrm>
            <a:off x="1863575" y="1176150"/>
            <a:ext cx="5425200" cy="4782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800"/>
              <a:buNone/>
              <a:defRPr/>
            </a:lvl1pPr>
            <a:lvl2pPr lvl="1" rtl="0">
              <a:spcBef>
                <a:spcPts val="0"/>
              </a:spcBef>
              <a:spcAft>
                <a:spcPts val="0"/>
              </a:spcAft>
              <a:buSzPts val="2800"/>
              <a:buNone/>
              <a:defRPr>
                <a:latin typeface="Nunito"/>
                <a:ea typeface="Nunito"/>
                <a:cs typeface="Nunito"/>
                <a:sym typeface="Nunito"/>
              </a:defRPr>
            </a:lvl2pPr>
            <a:lvl3pPr lvl="2" rtl="0">
              <a:spcBef>
                <a:spcPts val="0"/>
              </a:spcBef>
              <a:spcAft>
                <a:spcPts val="0"/>
              </a:spcAft>
              <a:buSzPts val="2800"/>
              <a:buNone/>
              <a:defRPr>
                <a:latin typeface="Nunito"/>
                <a:ea typeface="Nunito"/>
                <a:cs typeface="Nunito"/>
                <a:sym typeface="Nunito"/>
              </a:defRPr>
            </a:lvl3pPr>
            <a:lvl4pPr lvl="3" rtl="0">
              <a:spcBef>
                <a:spcPts val="0"/>
              </a:spcBef>
              <a:spcAft>
                <a:spcPts val="0"/>
              </a:spcAft>
              <a:buSzPts val="2800"/>
              <a:buNone/>
              <a:defRPr>
                <a:latin typeface="Nunito"/>
                <a:ea typeface="Nunito"/>
                <a:cs typeface="Nunito"/>
                <a:sym typeface="Nunito"/>
              </a:defRPr>
            </a:lvl4pPr>
            <a:lvl5pPr lvl="4" rtl="0">
              <a:spcBef>
                <a:spcPts val="0"/>
              </a:spcBef>
              <a:spcAft>
                <a:spcPts val="0"/>
              </a:spcAft>
              <a:buSzPts val="2800"/>
              <a:buNone/>
              <a:defRPr>
                <a:latin typeface="Nunito"/>
                <a:ea typeface="Nunito"/>
                <a:cs typeface="Nunito"/>
                <a:sym typeface="Nunito"/>
              </a:defRPr>
            </a:lvl5pPr>
            <a:lvl6pPr lvl="5" rtl="0">
              <a:spcBef>
                <a:spcPts val="0"/>
              </a:spcBef>
              <a:spcAft>
                <a:spcPts val="0"/>
              </a:spcAft>
              <a:buSzPts val="2800"/>
              <a:buNone/>
              <a:defRPr>
                <a:latin typeface="Nunito"/>
                <a:ea typeface="Nunito"/>
                <a:cs typeface="Nunito"/>
                <a:sym typeface="Nunito"/>
              </a:defRPr>
            </a:lvl6pPr>
            <a:lvl7pPr lvl="6" rtl="0">
              <a:spcBef>
                <a:spcPts val="0"/>
              </a:spcBef>
              <a:spcAft>
                <a:spcPts val="0"/>
              </a:spcAft>
              <a:buSzPts val="2800"/>
              <a:buNone/>
              <a:defRPr>
                <a:latin typeface="Nunito"/>
                <a:ea typeface="Nunito"/>
                <a:cs typeface="Nunito"/>
                <a:sym typeface="Nunito"/>
              </a:defRPr>
            </a:lvl7pPr>
            <a:lvl8pPr lvl="7" rtl="0">
              <a:spcBef>
                <a:spcPts val="0"/>
              </a:spcBef>
              <a:spcAft>
                <a:spcPts val="0"/>
              </a:spcAft>
              <a:buSzPts val="2800"/>
              <a:buNone/>
              <a:defRPr>
                <a:latin typeface="Nunito"/>
                <a:ea typeface="Nunito"/>
                <a:cs typeface="Nunito"/>
                <a:sym typeface="Nunito"/>
              </a:defRPr>
            </a:lvl8pPr>
            <a:lvl9pPr lvl="8" rtl="0">
              <a:spcBef>
                <a:spcPts val="0"/>
              </a:spcBef>
              <a:spcAft>
                <a:spcPts val="0"/>
              </a:spcAft>
              <a:buSzPts val="2800"/>
              <a:buNone/>
              <a:defRPr>
                <a:latin typeface="Nunito"/>
                <a:ea typeface="Nunito"/>
                <a:cs typeface="Nunito"/>
                <a:sym typeface="Nunito"/>
              </a:defRPr>
            </a:lvl9pPr>
          </a:lstStyle>
          <a:p>
            <a:endParaRPr/>
          </a:p>
        </p:txBody>
      </p:sp>
      <p:sp>
        <p:nvSpPr>
          <p:cNvPr id="416" name="Google Shape;416;p7"/>
          <p:cNvSpPr txBox="1">
            <a:spLocks noGrp="1"/>
          </p:cNvSpPr>
          <p:nvPr>
            <p:ph type="body" idx="1"/>
          </p:nvPr>
        </p:nvSpPr>
        <p:spPr>
          <a:xfrm>
            <a:off x="1855225" y="1654350"/>
            <a:ext cx="5425200" cy="23130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sz="1400"/>
            </a:lvl1pPr>
            <a:lvl2pPr marL="914400" lvl="1" indent="-317500" rtl="0">
              <a:spcBef>
                <a:spcPts val="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grpSp>
        <p:nvGrpSpPr>
          <p:cNvPr id="417" name="Google Shape;417;p7"/>
          <p:cNvGrpSpPr/>
          <p:nvPr/>
        </p:nvGrpSpPr>
        <p:grpSpPr>
          <a:xfrm>
            <a:off x="6873272" y="4066120"/>
            <a:ext cx="2270722" cy="1272963"/>
            <a:chOff x="5158247" y="5768045"/>
            <a:chExt cx="2270722" cy="1272963"/>
          </a:xfrm>
        </p:grpSpPr>
        <p:sp>
          <p:nvSpPr>
            <p:cNvPr id="418" name="Google Shape;418;p7"/>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7"/>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7"/>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7"/>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7"/>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7"/>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4" name="Google Shape;424;p7"/>
          <p:cNvGrpSpPr/>
          <p:nvPr/>
        </p:nvGrpSpPr>
        <p:grpSpPr>
          <a:xfrm flipH="1">
            <a:off x="6873272" y="-5"/>
            <a:ext cx="2270722" cy="1272963"/>
            <a:chOff x="5158247" y="5768045"/>
            <a:chExt cx="2270722" cy="1272963"/>
          </a:xfrm>
        </p:grpSpPr>
        <p:sp>
          <p:nvSpPr>
            <p:cNvPr id="425" name="Google Shape;425;p7"/>
            <p:cNvSpPr/>
            <p:nvPr/>
          </p:nvSpPr>
          <p:spPr>
            <a:xfrm>
              <a:off x="55546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7"/>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7"/>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7"/>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7"/>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7"/>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1" name="Google Shape;431;p7"/>
          <p:cNvSpPr/>
          <p:nvPr/>
        </p:nvSpPr>
        <p:spPr>
          <a:xfrm>
            <a:off x="6115050" y="3258175"/>
            <a:ext cx="3028907" cy="1885295"/>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7"/>
          <p:cNvSpPr/>
          <p:nvPr/>
        </p:nvSpPr>
        <p:spPr>
          <a:xfrm>
            <a:off x="0" y="0"/>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33"/>
        <p:cNvGrpSpPr/>
        <p:nvPr/>
      </p:nvGrpSpPr>
      <p:grpSpPr>
        <a:xfrm>
          <a:off x="0" y="0"/>
          <a:ext cx="0" cy="0"/>
          <a:chOff x="0" y="0"/>
          <a:chExt cx="0" cy="0"/>
        </a:xfrm>
      </p:grpSpPr>
      <p:sp>
        <p:nvSpPr>
          <p:cNvPr id="434" name="Google Shape;434;p8"/>
          <p:cNvSpPr txBox="1">
            <a:spLocks noGrp="1"/>
          </p:cNvSpPr>
          <p:nvPr>
            <p:ph type="title"/>
          </p:nvPr>
        </p:nvSpPr>
        <p:spPr>
          <a:xfrm>
            <a:off x="955800" y="1045425"/>
            <a:ext cx="7232400" cy="3052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8000"/>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grpSp>
        <p:nvGrpSpPr>
          <p:cNvPr id="435" name="Google Shape;435;p8"/>
          <p:cNvGrpSpPr/>
          <p:nvPr/>
        </p:nvGrpSpPr>
        <p:grpSpPr>
          <a:xfrm flipH="1">
            <a:off x="190497" y="142120"/>
            <a:ext cx="2270722" cy="1272963"/>
            <a:chOff x="5158247" y="5768045"/>
            <a:chExt cx="2270722" cy="1272963"/>
          </a:xfrm>
        </p:grpSpPr>
        <p:sp>
          <p:nvSpPr>
            <p:cNvPr id="436" name="Google Shape;436;p8"/>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8"/>
            <p:cNvSpPr/>
            <p:nvPr/>
          </p:nvSpPr>
          <p:spPr>
            <a:xfrm>
              <a:off x="54091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8"/>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8"/>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8"/>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8"/>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2" name="Google Shape;442;p8"/>
          <p:cNvGrpSpPr/>
          <p:nvPr/>
        </p:nvGrpSpPr>
        <p:grpSpPr>
          <a:xfrm>
            <a:off x="7931973" y="328218"/>
            <a:ext cx="589265" cy="994279"/>
            <a:chOff x="3236798" y="7559043"/>
            <a:chExt cx="589265" cy="994279"/>
          </a:xfrm>
        </p:grpSpPr>
        <p:sp>
          <p:nvSpPr>
            <p:cNvPr id="443" name="Google Shape;443;p8"/>
            <p:cNvSpPr/>
            <p:nvPr/>
          </p:nvSpPr>
          <p:spPr>
            <a:xfrm>
              <a:off x="3236798" y="784472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8"/>
            <p:cNvSpPr/>
            <p:nvPr/>
          </p:nvSpPr>
          <p:spPr>
            <a:xfrm>
              <a:off x="3367111" y="755904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8"/>
            <p:cNvSpPr/>
            <p:nvPr/>
          </p:nvSpPr>
          <p:spPr>
            <a:xfrm>
              <a:off x="3525935" y="849345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8"/>
            <p:cNvSpPr/>
            <p:nvPr/>
          </p:nvSpPr>
          <p:spPr>
            <a:xfrm>
              <a:off x="3765928" y="789381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7" name="Google Shape;447;p8"/>
          <p:cNvGrpSpPr/>
          <p:nvPr/>
        </p:nvGrpSpPr>
        <p:grpSpPr>
          <a:xfrm>
            <a:off x="7485508" y="4599423"/>
            <a:ext cx="987293" cy="324364"/>
            <a:chOff x="5694208" y="9209048"/>
            <a:chExt cx="987293" cy="324364"/>
          </a:xfrm>
        </p:grpSpPr>
        <p:sp>
          <p:nvSpPr>
            <p:cNvPr id="448" name="Google Shape;448;p8"/>
            <p:cNvSpPr/>
            <p:nvPr/>
          </p:nvSpPr>
          <p:spPr>
            <a:xfrm>
              <a:off x="6064540" y="932548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8"/>
            <p:cNvSpPr/>
            <p:nvPr/>
          </p:nvSpPr>
          <p:spPr>
            <a:xfrm>
              <a:off x="5694208" y="9448789"/>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8"/>
            <p:cNvSpPr/>
            <p:nvPr/>
          </p:nvSpPr>
          <p:spPr>
            <a:xfrm>
              <a:off x="6621626" y="9209048"/>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1" name="Google Shape;451;p8"/>
          <p:cNvSpPr/>
          <p:nvPr/>
        </p:nvSpPr>
        <p:spPr>
          <a:xfrm rot="-5400000">
            <a:off x="7033096" y="-403711"/>
            <a:ext cx="1707214" cy="2514607"/>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8"/>
          <p:cNvSpPr/>
          <p:nvPr/>
        </p:nvSpPr>
        <p:spPr>
          <a:xfrm>
            <a:off x="6115050" y="3258175"/>
            <a:ext cx="3028907" cy="1885295"/>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8"/>
          <p:cNvSpPr/>
          <p:nvPr/>
        </p:nvSpPr>
        <p:spPr>
          <a:xfrm>
            <a:off x="0" y="0"/>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8"/>
          <p:cNvSpPr/>
          <p:nvPr/>
        </p:nvSpPr>
        <p:spPr>
          <a:xfrm flipH="1">
            <a:off x="34" y="3181350"/>
            <a:ext cx="1332091" cy="1962258"/>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5"/>
        <p:cNvGrpSpPr/>
        <p:nvPr/>
      </p:nvGrpSpPr>
      <p:grpSpPr>
        <a:xfrm>
          <a:off x="0" y="0"/>
          <a:ext cx="0" cy="0"/>
          <a:chOff x="0" y="0"/>
          <a:chExt cx="0" cy="0"/>
        </a:xfrm>
      </p:grpSpPr>
      <p:sp>
        <p:nvSpPr>
          <p:cNvPr id="456" name="Google Shape;456;p9"/>
          <p:cNvSpPr/>
          <p:nvPr/>
        </p:nvSpPr>
        <p:spPr>
          <a:xfrm>
            <a:off x="7172325" y="2239350"/>
            <a:ext cx="1971667" cy="2904128"/>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7" name="Google Shape;457;p9"/>
          <p:cNvGrpSpPr/>
          <p:nvPr/>
        </p:nvGrpSpPr>
        <p:grpSpPr>
          <a:xfrm>
            <a:off x="7172313" y="4341638"/>
            <a:ext cx="985925" cy="744150"/>
            <a:chOff x="1666700" y="5967688"/>
            <a:chExt cx="985925" cy="744150"/>
          </a:xfrm>
        </p:grpSpPr>
        <p:sp>
          <p:nvSpPr>
            <p:cNvPr id="458" name="Google Shape;458;p9"/>
            <p:cNvSpPr/>
            <p:nvPr/>
          </p:nvSpPr>
          <p:spPr>
            <a:xfrm>
              <a:off x="1666700" y="5967688"/>
              <a:ext cx="985925" cy="744150"/>
            </a:xfrm>
            <a:custGeom>
              <a:avLst/>
              <a:gdLst/>
              <a:ahLst/>
              <a:cxn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9"/>
            <p:cNvSpPr/>
            <p:nvPr/>
          </p:nvSpPr>
          <p:spPr>
            <a:xfrm>
              <a:off x="1758650" y="6363863"/>
              <a:ext cx="130375" cy="130375"/>
            </a:xfrm>
            <a:custGeom>
              <a:avLst/>
              <a:gdLst/>
              <a:ahLst/>
              <a:cxn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9"/>
            <p:cNvSpPr/>
            <p:nvPr/>
          </p:nvSpPr>
          <p:spPr>
            <a:xfrm>
              <a:off x="1735750" y="6361013"/>
              <a:ext cx="148175" cy="131150"/>
            </a:xfrm>
            <a:custGeom>
              <a:avLst/>
              <a:gdLst/>
              <a:ahLst/>
              <a:cxn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9"/>
            <p:cNvSpPr/>
            <p:nvPr/>
          </p:nvSpPr>
          <p:spPr>
            <a:xfrm>
              <a:off x="1766400" y="6369163"/>
              <a:ext cx="117525" cy="122175"/>
            </a:xfrm>
            <a:custGeom>
              <a:avLst/>
              <a:gdLst/>
              <a:ahLst/>
              <a:cxn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9"/>
            <p:cNvSpPr/>
            <p:nvPr/>
          </p:nvSpPr>
          <p:spPr>
            <a:xfrm>
              <a:off x="1751075" y="6397163"/>
              <a:ext cx="119975" cy="66425"/>
            </a:xfrm>
            <a:custGeom>
              <a:avLst/>
              <a:gdLst/>
              <a:ahLst/>
              <a:cxn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9"/>
            <p:cNvSpPr/>
            <p:nvPr/>
          </p:nvSpPr>
          <p:spPr>
            <a:xfrm>
              <a:off x="1748425" y="6392063"/>
              <a:ext cx="120175" cy="69075"/>
            </a:xfrm>
            <a:custGeom>
              <a:avLst/>
              <a:gdLst/>
              <a:ahLst/>
              <a:cxn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9"/>
            <p:cNvSpPr/>
            <p:nvPr/>
          </p:nvSpPr>
          <p:spPr>
            <a:xfrm>
              <a:off x="1911900" y="6282113"/>
              <a:ext cx="130375" cy="130400"/>
            </a:xfrm>
            <a:custGeom>
              <a:avLst/>
              <a:gdLst/>
              <a:ahLst/>
              <a:cxn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9"/>
            <p:cNvSpPr/>
            <p:nvPr/>
          </p:nvSpPr>
          <p:spPr>
            <a:xfrm>
              <a:off x="1889000" y="6279288"/>
              <a:ext cx="148175" cy="129975"/>
            </a:xfrm>
            <a:custGeom>
              <a:avLst/>
              <a:gdLst/>
              <a:ahLst/>
              <a:cxn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9"/>
            <p:cNvSpPr/>
            <p:nvPr/>
          </p:nvSpPr>
          <p:spPr>
            <a:xfrm>
              <a:off x="1922125" y="6287438"/>
              <a:ext cx="115050" cy="122175"/>
            </a:xfrm>
            <a:custGeom>
              <a:avLst/>
              <a:gdLst/>
              <a:ahLst/>
              <a:cxn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9"/>
            <p:cNvSpPr/>
            <p:nvPr/>
          </p:nvSpPr>
          <p:spPr>
            <a:xfrm>
              <a:off x="1906800" y="6315438"/>
              <a:ext cx="117500" cy="66425"/>
            </a:xfrm>
            <a:custGeom>
              <a:avLst/>
              <a:gdLst/>
              <a:ahLst/>
              <a:cxn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9"/>
            <p:cNvSpPr/>
            <p:nvPr/>
          </p:nvSpPr>
          <p:spPr>
            <a:xfrm>
              <a:off x="1904325" y="6310313"/>
              <a:ext cx="119975" cy="69100"/>
            </a:xfrm>
            <a:custGeom>
              <a:avLst/>
              <a:gdLst/>
              <a:ahLst/>
              <a:cxn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9"/>
            <p:cNvSpPr/>
            <p:nvPr/>
          </p:nvSpPr>
          <p:spPr>
            <a:xfrm>
              <a:off x="2067800" y="62003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9"/>
            <p:cNvSpPr/>
            <p:nvPr/>
          </p:nvSpPr>
          <p:spPr>
            <a:xfrm>
              <a:off x="2044725" y="6197563"/>
              <a:ext cx="148150" cy="129975"/>
            </a:xfrm>
            <a:custGeom>
              <a:avLst/>
              <a:gdLst/>
              <a:ahLst/>
              <a:cxn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9"/>
            <p:cNvSpPr/>
            <p:nvPr/>
          </p:nvSpPr>
          <p:spPr>
            <a:xfrm>
              <a:off x="2078025" y="6205713"/>
              <a:ext cx="114850" cy="122175"/>
            </a:xfrm>
            <a:custGeom>
              <a:avLst/>
              <a:gdLst/>
              <a:ahLst/>
              <a:cxn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9"/>
            <p:cNvSpPr/>
            <p:nvPr/>
          </p:nvSpPr>
          <p:spPr>
            <a:xfrm>
              <a:off x="2060050" y="6233688"/>
              <a:ext cx="120175" cy="66450"/>
            </a:xfrm>
            <a:custGeom>
              <a:avLst/>
              <a:gdLst/>
              <a:ahLst/>
              <a:cxn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9"/>
            <p:cNvSpPr/>
            <p:nvPr/>
          </p:nvSpPr>
          <p:spPr>
            <a:xfrm>
              <a:off x="2060050" y="6228588"/>
              <a:ext cx="117500" cy="69100"/>
            </a:xfrm>
            <a:custGeom>
              <a:avLst/>
              <a:gdLst/>
              <a:ahLst/>
              <a:cxn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9"/>
            <p:cNvSpPr/>
            <p:nvPr/>
          </p:nvSpPr>
          <p:spPr>
            <a:xfrm>
              <a:off x="2221050" y="6118663"/>
              <a:ext cx="130200" cy="130375"/>
            </a:xfrm>
            <a:custGeom>
              <a:avLst/>
              <a:gdLst/>
              <a:ahLst/>
              <a:cxn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9"/>
            <p:cNvSpPr/>
            <p:nvPr/>
          </p:nvSpPr>
          <p:spPr>
            <a:xfrm>
              <a:off x="2197975" y="6115813"/>
              <a:ext cx="150825" cy="129975"/>
            </a:xfrm>
            <a:custGeom>
              <a:avLst/>
              <a:gdLst/>
              <a:ahLst/>
              <a:cxn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9"/>
            <p:cNvSpPr/>
            <p:nvPr/>
          </p:nvSpPr>
          <p:spPr>
            <a:xfrm>
              <a:off x="2231275" y="6123963"/>
              <a:ext cx="117525" cy="122175"/>
            </a:xfrm>
            <a:custGeom>
              <a:avLst/>
              <a:gdLst/>
              <a:ahLst/>
              <a:cxn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9"/>
            <p:cNvSpPr/>
            <p:nvPr/>
          </p:nvSpPr>
          <p:spPr>
            <a:xfrm>
              <a:off x="2215950" y="6151963"/>
              <a:ext cx="117525" cy="66425"/>
            </a:xfrm>
            <a:custGeom>
              <a:avLst/>
              <a:gdLst/>
              <a:ahLst/>
              <a:cxn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9"/>
            <p:cNvSpPr/>
            <p:nvPr/>
          </p:nvSpPr>
          <p:spPr>
            <a:xfrm>
              <a:off x="2213300" y="6146863"/>
              <a:ext cx="120175" cy="69075"/>
            </a:xfrm>
            <a:custGeom>
              <a:avLst/>
              <a:gdLst/>
              <a:ahLst/>
              <a:cxn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9"/>
            <p:cNvSpPr/>
            <p:nvPr/>
          </p:nvSpPr>
          <p:spPr>
            <a:xfrm>
              <a:off x="2376750" y="6036913"/>
              <a:ext cx="130400" cy="130400"/>
            </a:xfrm>
            <a:custGeom>
              <a:avLst/>
              <a:gdLst/>
              <a:ahLst/>
              <a:cxn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9"/>
            <p:cNvSpPr/>
            <p:nvPr/>
          </p:nvSpPr>
          <p:spPr>
            <a:xfrm>
              <a:off x="2353875" y="6034013"/>
              <a:ext cx="148175" cy="130050"/>
            </a:xfrm>
            <a:custGeom>
              <a:avLst/>
              <a:gdLst/>
              <a:ahLst/>
              <a:cxn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9"/>
            <p:cNvSpPr/>
            <p:nvPr/>
          </p:nvSpPr>
          <p:spPr>
            <a:xfrm>
              <a:off x="2386975" y="6042238"/>
              <a:ext cx="115075" cy="122175"/>
            </a:xfrm>
            <a:custGeom>
              <a:avLst/>
              <a:gdLst/>
              <a:ahLst/>
              <a:cxn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9"/>
            <p:cNvSpPr/>
            <p:nvPr/>
          </p:nvSpPr>
          <p:spPr>
            <a:xfrm>
              <a:off x="2371650" y="6070238"/>
              <a:ext cx="117525" cy="66425"/>
            </a:xfrm>
            <a:custGeom>
              <a:avLst/>
              <a:gdLst/>
              <a:ahLst/>
              <a:cxn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9"/>
            <p:cNvSpPr/>
            <p:nvPr/>
          </p:nvSpPr>
          <p:spPr>
            <a:xfrm>
              <a:off x="2369200" y="6065113"/>
              <a:ext cx="117525" cy="69100"/>
            </a:xfrm>
            <a:custGeom>
              <a:avLst/>
              <a:gdLst/>
              <a:ahLst/>
              <a:cxn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9"/>
            <p:cNvSpPr/>
            <p:nvPr/>
          </p:nvSpPr>
          <p:spPr>
            <a:xfrm>
              <a:off x="1832825" y="6506888"/>
              <a:ext cx="130175" cy="130400"/>
            </a:xfrm>
            <a:custGeom>
              <a:avLst/>
              <a:gdLst/>
              <a:ahLst/>
              <a:cxn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9"/>
            <p:cNvSpPr/>
            <p:nvPr/>
          </p:nvSpPr>
          <p:spPr>
            <a:xfrm>
              <a:off x="1809725" y="6504063"/>
              <a:ext cx="148175" cy="129975"/>
            </a:xfrm>
            <a:custGeom>
              <a:avLst/>
              <a:gdLst/>
              <a:ahLst/>
              <a:cxn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9"/>
            <p:cNvSpPr/>
            <p:nvPr/>
          </p:nvSpPr>
          <p:spPr>
            <a:xfrm>
              <a:off x="1843025" y="6512213"/>
              <a:ext cx="114875" cy="122175"/>
            </a:xfrm>
            <a:custGeom>
              <a:avLst/>
              <a:gdLst/>
              <a:ahLst/>
              <a:cxn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9"/>
            <p:cNvSpPr/>
            <p:nvPr/>
          </p:nvSpPr>
          <p:spPr>
            <a:xfrm>
              <a:off x="1827700" y="6540188"/>
              <a:ext cx="117525" cy="66450"/>
            </a:xfrm>
            <a:custGeom>
              <a:avLst/>
              <a:gdLst/>
              <a:ahLst/>
              <a:cxn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9"/>
            <p:cNvSpPr/>
            <p:nvPr/>
          </p:nvSpPr>
          <p:spPr>
            <a:xfrm>
              <a:off x="1825050" y="6535088"/>
              <a:ext cx="120175" cy="69100"/>
            </a:xfrm>
            <a:custGeom>
              <a:avLst/>
              <a:gdLst/>
              <a:ahLst/>
              <a:cxn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9"/>
            <p:cNvSpPr/>
            <p:nvPr/>
          </p:nvSpPr>
          <p:spPr>
            <a:xfrm>
              <a:off x="1988525" y="6425163"/>
              <a:ext cx="130400" cy="130375"/>
            </a:xfrm>
            <a:custGeom>
              <a:avLst/>
              <a:gdLst/>
              <a:ahLst/>
              <a:cxn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9"/>
            <p:cNvSpPr/>
            <p:nvPr/>
          </p:nvSpPr>
          <p:spPr>
            <a:xfrm>
              <a:off x="1965625" y="6422313"/>
              <a:ext cx="148175" cy="129975"/>
            </a:xfrm>
            <a:custGeom>
              <a:avLst/>
              <a:gdLst/>
              <a:ahLst/>
              <a:cxn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9"/>
            <p:cNvSpPr/>
            <p:nvPr/>
          </p:nvSpPr>
          <p:spPr>
            <a:xfrm>
              <a:off x="1998750" y="6430463"/>
              <a:ext cx="115050" cy="122175"/>
            </a:xfrm>
            <a:custGeom>
              <a:avLst/>
              <a:gdLst/>
              <a:ahLst/>
              <a:cxn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9"/>
            <p:cNvSpPr/>
            <p:nvPr/>
          </p:nvSpPr>
          <p:spPr>
            <a:xfrm>
              <a:off x="1980950" y="6458463"/>
              <a:ext cx="119975" cy="66425"/>
            </a:xfrm>
            <a:custGeom>
              <a:avLst/>
              <a:gdLst/>
              <a:ahLst/>
              <a:cxn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9"/>
            <p:cNvSpPr/>
            <p:nvPr/>
          </p:nvSpPr>
          <p:spPr>
            <a:xfrm>
              <a:off x="1980950" y="6453363"/>
              <a:ext cx="117525" cy="69075"/>
            </a:xfrm>
            <a:custGeom>
              <a:avLst/>
              <a:gdLst/>
              <a:ahLst/>
              <a:cxn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9"/>
            <p:cNvSpPr/>
            <p:nvPr/>
          </p:nvSpPr>
          <p:spPr>
            <a:xfrm>
              <a:off x="2141775" y="6343413"/>
              <a:ext cx="130400" cy="130400"/>
            </a:xfrm>
            <a:custGeom>
              <a:avLst/>
              <a:gdLst/>
              <a:ahLst/>
              <a:cxn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9"/>
            <p:cNvSpPr/>
            <p:nvPr/>
          </p:nvSpPr>
          <p:spPr>
            <a:xfrm>
              <a:off x="2118900" y="6340513"/>
              <a:ext cx="150600" cy="130050"/>
            </a:xfrm>
            <a:custGeom>
              <a:avLst/>
              <a:gdLst/>
              <a:ahLst/>
              <a:cxn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9"/>
            <p:cNvSpPr/>
            <p:nvPr/>
          </p:nvSpPr>
          <p:spPr>
            <a:xfrm>
              <a:off x="2152000" y="6348738"/>
              <a:ext cx="117500" cy="122175"/>
            </a:xfrm>
            <a:custGeom>
              <a:avLst/>
              <a:gdLst/>
              <a:ahLst/>
              <a:cxn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9"/>
            <p:cNvSpPr/>
            <p:nvPr/>
          </p:nvSpPr>
          <p:spPr>
            <a:xfrm>
              <a:off x="2136675" y="6376738"/>
              <a:ext cx="117500" cy="66425"/>
            </a:xfrm>
            <a:custGeom>
              <a:avLst/>
              <a:gdLst/>
              <a:ahLst/>
              <a:cxn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9"/>
            <p:cNvSpPr/>
            <p:nvPr/>
          </p:nvSpPr>
          <p:spPr>
            <a:xfrm>
              <a:off x="2134225" y="6371613"/>
              <a:ext cx="119950" cy="66450"/>
            </a:xfrm>
            <a:custGeom>
              <a:avLst/>
              <a:gdLst/>
              <a:ahLst/>
              <a:cxn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9"/>
            <p:cNvSpPr/>
            <p:nvPr/>
          </p:nvSpPr>
          <p:spPr>
            <a:xfrm>
              <a:off x="2297675" y="62616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9"/>
            <p:cNvSpPr/>
            <p:nvPr/>
          </p:nvSpPr>
          <p:spPr>
            <a:xfrm>
              <a:off x="2274600" y="6258788"/>
              <a:ext cx="148150" cy="129600"/>
            </a:xfrm>
            <a:custGeom>
              <a:avLst/>
              <a:gdLst/>
              <a:ahLst/>
              <a:cxn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9"/>
            <p:cNvSpPr/>
            <p:nvPr/>
          </p:nvSpPr>
          <p:spPr>
            <a:xfrm>
              <a:off x="2307900" y="6267013"/>
              <a:ext cx="114850" cy="122175"/>
            </a:xfrm>
            <a:custGeom>
              <a:avLst/>
              <a:gdLst/>
              <a:ahLst/>
              <a:cxn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9"/>
            <p:cNvSpPr/>
            <p:nvPr/>
          </p:nvSpPr>
          <p:spPr>
            <a:xfrm>
              <a:off x="2292575" y="6292538"/>
              <a:ext cx="117525" cy="68900"/>
            </a:xfrm>
            <a:custGeom>
              <a:avLst/>
              <a:gdLst/>
              <a:ahLst/>
              <a:cxn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9"/>
            <p:cNvSpPr/>
            <p:nvPr/>
          </p:nvSpPr>
          <p:spPr>
            <a:xfrm>
              <a:off x="2289925" y="6289888"/>
              <a:ext cx="117500" cy="66425"/>
            </a:xfrm>
            <a:custGeom>
              <a:avLst/>
              <a:gdLst/>
              <a:ahLst/>
              <a:cxn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9"/>
            <p:cNvSpPr/>
            <p:nvPr/>
          </p:nvSpPr>
          <p:spPr>
            <a:xfrm>
              <a:off x="2453375" y="6179963"/>
              <a:ext cx="130400" cy="130375"/>
            </a:xfrm>
            <a:custGeom>
              <a:avLst/>
              <a:gdLst/>
              <a:ahLst/>
              <a:cxn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9"/>
            <p:cNvSpPr/>
            <p:nvPr/>
          </p:nvSpPr>
          <p:spPr>
            <a:xfrm>
              <a:off x="2430500" y="6177038"/>
              <a:ext cx="148175" cy="129600"/>
            </a:xfrm>
            <a:custGeom>
              <a:avLst/>
              <a:gdLst/>
              <a:ahLst/>
              <a:cxn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9"/>
            <p:cNvSpPr/>
            <p:nvPr/>
          </p:nvSpPr>
          <p:spPr>
            <a:xfrm>
              <a:off x="2461150" y="6182613"/>
              <a:ext cx="117525" cy="124825"/>
            </a:xfrm>
            <a:custGeom>
              <a:avLst/>
              <a:gdLst/>
              <a:ahLst/>
              <a:cxn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9"/>
            <p:cNvSpPr/>
            <p:nvPr/>
          </p:nvSpPr>
          <p:spPr>
            <a:xfrm>
              <a:off x="2445825" y="6210813"/>
              <a:ext cx="119975" cy="68875"/>
            </a:xfrm>
            <a:custGeom>
              <a:avLst/>
              <a:gdLst/>
              <a:ahLst/>
              <a:cxn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9"/>
            <p:cNvSpPr/>
            <p:nvPr/>
          </p:nvSpPr>
          <p:spPr>
            <a:xfrm>
              <a:off x="2443175" y="6208163"/>
              <a:ext cx="120175" cy="66425"/>
            </a:xfrm>
            <a:custGeom>
              <a:avLst/>
              <a:gdLst/>
              <a:ahLst/>
              <a:cxn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9" name="Google Shape;509;p9"/>
          <p:cNvGrpSpPr/>
          <p:nvPr/>
        </p:nvGrpSpPr>
        <p:grpSpPr>
          <a:xfrm>
            <a:off x="8430725" y="4291775"/>
            <a:ext cx="480225" cy="615300"/>
            <a:chOff x="912850" y="4743425"/>
            <a:chExt cx="480225" cy="615300"/>
          </a:xfrm>
        </p:grpSpPr>
        <p:sp>
          <p:nvSpPr>
            <p:cNvPr id="510" name="Google Shape;510;p9"/>
            <p:cNvSpPr/>
            <p:nvPr/>
          </p:nvSpPr>
          <p:spPr>
            <a:xfrm>
              <a:off x="912850" y="4825175"/>
              <a:ext cx="480225" cy="533550"/>
            </a:xfrm>
            <a:custGeom>
              <a:avLst/>
              <a:gdLst/>
              <a:ahLst/>
              <a:cxnLst/>
              <a:rect l="l" t="t" r="r" b="b"/>
              <a:pathLst>
                <a:path w="19209" h="21342" extrusionOk="0">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9"/>
            <p:cNvSpPr/>
            <p:nvPr/>
          </p:nvSpPr>
          <p:spPr>
            <a:xfrm>
              <a:off x="1055900" y="4825175"/>
              <a:ext cx="291200" cy="71525"/>
            </a:xfrm>
            <a:custGeom>
              <a:avLst/>
              <a:gdLst/>
              <a:ahLst/>
              <a:cxnLst/>
              <a:rect l="l" t="t" r="r" b="b"/>
              <a:pathLst>
                <a:path w="11648" h="2861" extrusionOk="0">
                  <a:moveTo>
                    <a:pt x="205" y="0"/>
                  </a:moveTo>
                  <a:lnTo>
                    <a:pt x="0" y="613"/>
                  </a:lnTo>
                  <a:lnTo>
                    <a:pt x="11549" y="2861"/>
                  </a:lnTo>
                  <a:lnTo>
                    <a:pt x="11647" y="2248"/>
                  </a:lnTo>
                  <a:lnTo>
                    <a:pt x="205"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9"/>
            <p:cNvSpPr/>
            <p:nvPr/>
          </p:nvSpPr>
          <p:spPr>
            <a:xfrm>
              <a:off x="1038125" y="4743425"/>
              <a:ext cx="344725" cy="143075"/>
            </a:xfrm>
            <a:custGeom>
              <a:avLst/>
              <a:gdLst/>
              <a:ahLst/>
              <a:cxnLst/>
              <a:rect l="l" t="t" r="r" b="b"/>
              <a:pathLst>
                <a:path w="13789" h="5723" extrusionOk="0">
                  <a:moveTo>
                    <a:pt x="613" y="1"/>
                  </a:moveTo>
                  <a:lnTo>
                    <a:pt x="0" y="3066"/>
                  </a:lnTo>
                  <a:lnTo>
                    <a:pt x="13176" y="5722"/>
                  </a:lnTo>
                  <a:lnTo>
                    <a:pt x="13789" y="2657"/>
                  </a:lnTo>
                  <a:lnTo>
                    <a:pt x="6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9"/>
            <p:cNvSpPr/>
            <p:nvPr/>
          </p:nvSpPr>
          <p:spPr>
            <a:xfrm>
              <a:off x="1050775" y="4745900"/>
              <a:ext cx="28225" cy="79300"/>
            </a:xfrm>
            <a:custGeom>
              <a:avLst/>
              <a:gdLst/>
              <a:ahLst/>
              <a:cxnLst/>
              <a:rect l="l" t="t" r="r" b="b"/>
              <a:pathLst>
                <a:path w="1129" h="3172" extrusionOk="0">
                  <a:moveTo>
                    <a:pt x="614" y="0"/>
                  </a:moveTo>
                  <a:lnTo>
                    <a:pt x="1" y="3065"/>
                  </a:lnTo>
                  <a:lnTo>
                    <a:pt x="516" y="3171"/>
                  </a:lnTo>
                  <a:lnTo>
                    <a:pt x="1129" y="106"/>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9"/>
            <p:cNvSpPr/>
            <p:nvPr/>
          </p:nvSpPr>
          <p:spPr>
            <a:xfrm>
              <a:off x="1078975" y="4751000"/>
              <a:ext cx="30675" cy="81750"/>
            </a:xfrm>
            <a:custGeom>
              <a:avLst/>
              <a:gdLst/>
              <a:ahLst/>
              <a:cxnLst/>
              <a:rect l="l" t="t" r="r" b="b"/>
              <a:pathLst>
                <a:path w="1227" h="3270" extrusionOk="0">
                  <a:moveTo>
                    <a:pt x="614" y="0"/>
                  </a:moveTo>
                  <a:lnTo>
                    <a:pt x="1" y="3172"/>
                  </a:lnTo>
                  <a:lnTo>
                    <a:pt x="614" y="3270"/>
                  </a:lnTo>
                  <a:lnTo>
                    <a:pt x="1227" y="107"/>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9"/>
            <p:cNvSpPr/>
            <p:nvPr/>
          </p:nvSpPr>
          <p:spPr>
            <a:xfrm>
              <a:off x="1109625" y="4756100"/>
              <a:ext cx="28025" cy="81775"/>
            </a:xfrm>
            <a:custGeom>
              <a:avLst/>
              <a:gdLst/>
              <a:ahLst/>
              <a:cxnLst/>
              <a:rect l="l" t="t" r="r" b="b"/>
              <a:pathLst>
                <a:path w="1121" h="3271" extrusionOk="0">
                  <a:moveTo>
                    <a:pt x="614" y="1"/>
                  </a:moveTo>
                  <a:lnTo>
                    <a:pt x="1" y="3172"/>
                  </a:lnTo>
                  <a:lnTo>
                    <a:pt x="508" y="3270"/>
                  </a:lnTo>
                  <a:lnTo>
                    <a:pt x="1121" y="107"/>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9"/>
            <p:cNvSpPr/>
            <p:nvPr/>
          </p:nvSpPr>
          <p:spPr>
            <a:xfrm>
              <a:off x="1137625" y="4763875"/>
              <a:ext cx="30675" cy="79100"/>
            </a:xfrm>
            <a:custGeom>
              <a:avLst/>
              <a:gdLst/>
              <a:ahLst/>
              <a:cxnLst/>
              <a:rect l="l" t="t" r="r" b="b"/>
              <a:pathLst>
                <a:path w="1227" h="3164" extrusionOk="0">
                  <a:moveTo>
                    <a:pt x="614" y="0"/>
                  </a:moveTo>
                  <a:lnTo>
                    <a:pt x="1" y="3065"/>
                  </a:lnTo>
                  <a:lnTo>
                    <a:pt x="516" y="3163"/>
                  </a:lnTo>
                  <a:lnTo>
                    <a:pt x="1227" y="98"/>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9"/>
            <p:cNvSpPr/>
            <p:nvPr/>
          </p:nvSpPr>
          <p:spPr>
            <a:xfrm>
              <a:off x="1165825" y="4768975"/>
              <a:ext cx="30675" cy="79100"/>
            </a:xfrm>
            <a:custGeom>
              <a:avLst/>
              <a:gdLst/>
              <a:ahLst/>
              <a:cxnLst/>
              <a:rect l="l" t="t" r="r" b="b"/>
              <a:pathLst>
                <a:path w="1227" h="3164" extrusionOk="0">
                  <a:moveTo>
                    <a:pt x="712" y="1"/>
                  </a:moveTo>
                  <a:lnTo>
                    <a:pt x="1" y="3066"/>
                  </a:lnTo>
                  <a:lnTo>
                    <a:pt x="614" y="3164"/>
                  </a:lnTo>
                  <a:lnTo>
                    <a:pt x="1227" y="99"/>
                  </a:lnTo>
                  <a:lnTo>
                    <a:pt x="712"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9"/>
            <p:cNvSpPr/>
            <p:nvPr/>
          </p:nvSpPr>
          <p:spPr>
            <a:xfrm>
              <a:off x="1196475" y="4774075"/>
              <a:ext cx="28025" cy="81775"/>
            </a:xfrm>
            <a:custGeom>
              <a:avLst/>
              <a:gdLst/>
              <a:ahLst/>
              <a:cxnLst/>
              <a:rect l="l" t="t" r="r" b="b"/>
              <a:pathLst>
                <a:path w="1121" h="3271" extrusionOk="0">
                  <a:moveTo>
                    <a:pt x="614" y="1"/>
                  </a:moveTo>
                  <a:lnTo>
                    <a:pt x="1" y="3164"/>
                  </a:lnTo>
                  <a:lnTo>
                    <a:pt x="507" y="3270"/>
                  </a:lnTo>
                  <a:lnTo>
                    <a:pt x="1120"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9"/>
            <p:cNvSpPr/>
            <p:nvPr/>
          </p:nvSpPr>
          <p:spPr>
            <a:xfrm>
              <a:off x="1224475" y="4779200"/>
              <a:ext cx="30675" cy="81750"/>
            </a:xfrm>
            <a:custGeom>
              <a:avLst/>
              <a:gdLst/>
              <a:ahLst/>
              <a:cxnLst/>
              <a:rect l="l" t="t" r="r" b="b"/>
              <a:pathLst>
                <a:path w="1227" h="3270" extrusionOk="0">
                  <a:moveTo>
                    <a:pt x="613" y="0"/>
                  </a:moveTo>
                  <a:lnTo>
                    <a:pt x="0" y="3163"/>
                  </a:lnTo>
                  <a:lnTo>
                    <a:pt x="613" y="3270"/>
                  </a:lnTo>
                  <a:lnTo>
                    <a:pt x="1226" y="98"/>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9"/>
            <p:cNvSpPr/>
            <p:nvPr/>
          </p:nvSpPr>
          <p:spPr>
            <a:xfrm>
              <a:off x="1255125" y="4786750"/>
              <a:ext cx="28225" cy="79300"/>
            </a:xfrm>
            <a:custGeom>
              <a:avLst/>
              <a:gdLst/>
              <a:ahLst/>
              <a:cxnLst/>
              <a:rect l="l" t="t" r="r" b="b"/>
              <a:pathLst>
                <a:path w="1129" h="3172" extrusionOk="0">
                  <a:moveTo>
                    <a:pt x="613" y="1"/>
                  </a:moveTo>
                  <a:lnTo>
                    <a:pt x="0" y="3066"/>
                  </a:lnTo>
                  <a:lnTo>
                    <a:pt x="515" y="3172"/>
                  </a:lnTo>
                  <a:lnTo>
                    <a:pt x="1128" y="107"/>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9"/>
            <p:cNvSpPr/>
            <p:nvPr/>
          </p:nvSpPr>
          <p:spPr>
            <a:xfrm>
              <a:off x="1283325" y="4791875"/>
              <a:ext cx="30675" cy="81750"/>
            </a:xfrm>
            <a:custGeom>
              <a:avLst/>
              <a:gdLst/>
              <a:ahLst/>
              <a:cxnLst/>
              <a:rect l="l" t="t" r="r" b="b"/>
              <a:pathLst>
                <a:path w="1227" h="3270" extrusionOk="0">
                  <a:moveTo>
                    <a:pt x="613" y="0"/>
                  </a:moveTo>
                  <a:lnTo>
                    <a:pt x="0" y="3171"/>
                  </a:lnTo>
                  <a:lnTo>
                    <a:pt x="613" y="3269"/>
                  </a:lnTo>
                  <a:lnTo>
                    <a:pt x="1226" y="106"/>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9"/>
            <p:cNvSpPr/>
            <p:nvPr/>
          </p:nvSpPr>
          <p:spPr>
            <a:xfrm>
              <a:off x="1313975" y="4796975"/>
              <a:ext cx="28000" cy="81750"/>
            </a:xfrm>
            <a:custGeom>
              <a:avLst/>
              <a:gdLst/>
              <a:ahLst/>
              <a:cxnLst/>
              <a:rect l="l" t="t" r="r" b="b"/>
              <a:pathLst>
                <a:path w="1120" h="3270" extrusionOk="0">
                  <a:moveTo>
                    <a:pt x="613" y="0"/>
                  </a:moveTo>
                  <a:lnTo>
                    <a:pt x="0" y="3172"/>
                  </a:lnTo>
                  <a:lnTo>
                    <a:pt x="507" y="3270"/>
                  </a:lnTo>
                  <a:lnTo>
                    <a:pt x="1120" y="107"/>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9"/>
            <p:cNvSpPr/>
            <p:nvPr/>
          </p:nvSpPr>
          <p:spPr>
            <a:xfrm>
              <a:off x="1341950" y="4804725"/>
              <a:ext cx="30675" cy="79125"/>
            </a:xfrm>
            <a:custGeom>
              <a:avLst/>
              <a:gdLst/>
              <a:ahLst/>
              <a:cxnLst/>
              <a:rect l="l" t="t" r="r" b="b"/>
              <a:pathLst>
                <a:path w="1227" h="3165" extrusionOk="0">
                  <a:moveTo>
                    <a:pt x="614" y="1"/>
                  </a:moveTo>
                  <a:lnTo>
                    <a:pt x="1" y="3066"/>
                  </a:lnTo>
                  <a:lnTo>
                    <a:pt x="516" y="3164"/>
                  </a:lnTo>
                  <a:lnTo>
                    <a:pt x="1227"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9"/>
            <p:cNvSpPr/>
            <p:nvPr/>
          </p:nvSpPr>
          <p:spPr>
            <a:xfrm>
              <a:off x="935950" y="4963100"/>
              <a:ext cx="441800" cy="260550"/>
            </a:xfrm>
            <a:custGeom>
              <a:avLst/>
              <a:gdLst/>
              <a:ahLst/>
              <a:cxnLst/>
              <a:rect l="l" t="t" r="r" b="b"/>
              <a:pathLst>
                <a:path w="17672" h="10422" extrusionOk="0">
                  <a:moveTo>
                    <a:pt x="1431" y="0"/>
                  </a:moveTo>
                  <a:lnTo>
                    <a:pt x="0" y="7250"/>
                  </a:lnTo>
                  <a:lnTo>
                    <a:pt x="16241" y="10421"/>
                  </a:lnTo>
                  <a:lnTo>
                    <a:pt x="17671" y="3163"/>
                  </a:lnTo>
                  <a:lnTo>
                    <a:pt x="14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9"/>
            <p:cNvSpPr/>
            <p:nvPr/>
          </p:nvSpPr>
          <p:spPr>
            <a:xfrm>
              <a:off x="912850" y="5169875"/>
              <a:ext cx="424025" cy="188850"/>
            </a:xfrm>
            <a:custGeom>
              <a:avLst/>
              <a:gdLst/>
              <a:ahLst/>
              <a:cxnLst/>
              <a:rect l="l" t="t" r="r" b="b"/>
              <a:pathLst>
                <a:path w="16961" h="7554" extrusionOk="0">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9"/>
            <p:cNvSpPr/>
            <p:nvPr/>
          </p:nvSpPr>
          <p:spPr>
            <a:xfrm>
              <a:off x="963950" y="4963100"/>
              <a:ext cx="413800" cy="112400"/>
            </a:xfrm>
            <a:custGeom>
              <a:avLst/>
              <a:gdLst/>
              <a:ahLst/>
              <a:cxnLst/>
              <a:rect l="l" t="t" r="r" b="b"/>
              <a:pathLst>
                <a:path w="16552" h="4496" extrusionOk="0">
                  <a:moveTo>
                    <a:pt x="311" y="0"/>
                  </a:moveTo>
                  <a:lnTo>
                    <a:pt x="0" y="1324"/>
                  </a:lnTo>
                  <a:lnTo>
                    <a:pt x="16249" y="4496"/>
                  </a:lnTo>
                  <a:lnTo>
                    <a:pt x="16551" y="3163"/>
                  </a:lnTo>
                  <a:lnTo>
                    <a:pt x="311"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9"/>
            <p:cNvSpPr/>
            <p:nvPr/>
          </p:nvSpPr>
          <p:spPr>
            <a:xfrm>
              <a:off x="984375" y="5034625"/>
              <a:ext cx="94625" cy="94425"/>
            </a:xfrm>
            <a:custGeom>
              <a:avLst/>
              <a:gdLst/>
              <a:ahLst/>
              <a:cxnLst/>
              <a:rect l="l" t="t" r="r" b="b"/>
              <a:pathLst>
                <a:path w="3785" h="3777" extrusionOk="0">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9"/>
            <p:cNvSpPr/>
            <p:nvPr/>
          </p:nvSpPr>
          <p:spPr>
            <a:xfrm>
              <a:off x="1178500" y="5075475"/>
              <a:ext cx="145700" cy="43350"/>
            </a:xfrm>
            <a:custGeom>
              <a:avLst/>
              <a:gdLst/>
              <a:ahLst/>
              <a:cxnLst/>
              <a:rect l="l" t="t" r="r" b="b"/>
              <a:pathLst>
                <a:path w="5828" h="1734" extrusionOk="0">
                  <a:moveTo>
                    <a:pt x="205" y="1"/>
                  </a:moveTo>
                  <a:lnTo>
                    <a:pt x="0" y="614"/>
                  </a:lnTo>
                  <a:lnTo>
                    <a:pt x="5722" y="1733"/>
                  </a:lnTo>
                  <a:lnTo>
                    <a:pt x="5828" y="1120"/>
                  </a:lnTo>
                  <a:lnTo>
                    <a:pt x="205"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9"/>
            <p:cNvSpPr/>
            <p:nvPr/>
          </p:nvSpPr>
          <p:spPr>
            <a:xfrm>
              <a:off x="1170925" y="5113700"/>
              <a:ext cx="145525" cy="43550"/>
            </a:xfrm>
            <a:custGeom>
              <a:avLst/>
              <a:gdLst/>
              <a:ahLst/>
              <a:cxnLst/>
              <a:rect l="l" t="t" r="r" b="b"/>
              <a:pathLst>
                <a:path w="5821" h="1742" extrusionOk="0">
                  <a:moveTo>
                    <a:pt x="205" y="0"/>
                  </a:moveTo>
                  <a:lnTo>
                    <a:pt x="1" y="719"/>
                  </a:lnTo>
                  <a:lnTo>
                    <a:pt x="5722" y="1741"/>
                  </a:lnTo>
                  <a:lnTo>
                    <a:pt x="5820" y="1128"/>
                  </a:lnTo>
                  <a:lnTo>
                    <a:pt x="205"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0" name="Google Shape;530;p9"/>
          <p:cNvSpPr/>
          <p:nvPr/>
        </p:nvSpPr>
        <p:spPr>
          <a:xfrm rot="5400000" flipH="1">
            <a:off x="466225" y="-456625"/>
            <a:ext cx="1971667" cy="2904128"/>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9"/>
          <p:cNvSpPr/>
          <p:nvPr/>
        </p:nvSpPr>
        <p:spPr>
          <a:xfrm>
            <a:off x="8554680" y="9627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9"/>
          <p:cNvSpPr/>
          <p:nvPr/>
        </p:nvSpPr>
        <p:spPr>
          <a:xfrm>
            <a:off x="7189992" y="1730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9"/>
          <p:cNvSpPr/>
          <p:nvPr/>
        </p:nvSpPr>
        <p:spPr>
          <a:xfrm>
            <a:off x="8924753" y="13857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9"/>
          <p:cNvSpPr/>
          <p:nvPr/>
        </p:nvSpPr>
        <p:spPr>
          <a:xfrm>
            <a:off x="8462988" y="6877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9"/>
          <p:cNvSpPr/>
          <p:nvPr/>
        </p:nvSpPr>
        <p:spPr>
          <a:xfrm>
            <a:off x="8364298" y="2717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9"/>
          <p:cNvSpPr/>
          <p:nvPr/>
        </p:nvSpPr>
        <p:spPr>
          <a:xfrm>
            <a:off x="6710472" y="3811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9"/>
          <p:cNvSpPr/>
          <p:nvPr/>
        </p:nvSpPr>
        <p:spPr>
          <a:xfrm>
            <a:off x="1083565" y="4715859"/>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9"/>
          <p:cNvSpPr/>
          <p:nvPr/>
        </p:nvSpPr>
        <p:spPr>
          <a:xfrm>
            <a:off x="713233" y="4839164"/>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9"/>
          <p:cNvSpPr/>
          <p:nvPr/>
        </p:nvSpPr>
        <p:spPr>
          <a:xfrm>
            <a:off x="1640651" y="4599423"/>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0" name="Google Shape;540;p9"/>
          <p:cNvGrpSpPr/>
          <p:nvPr/>
        </p:nvGrpSpPr>
        <p:grpSpPr>
          <a:xfrm>
            <a:off x="179825" y="158500"/>
            <a:ext cx="674325" cy="1173675"/>
            <a:chOff x="4266275" y="6869625"/>
            <a:chExt cx="674325" cy="1173675"/>
          </a:xfrm>
        </p:grpSpPr>
        <p:sp>
          <p:nvSpPr>
            <p:cNvPr id="541" name="Google Shape;541;p9"/>
            <p:cNvSpPr/>
            <p:nvPr/>
          </p:nvSpPr>
          <p:spPr>
            <a:xfrm>
              <a:off x="4754025" y="7408475"/>
              <a:ext cx="186575" cy="194125"/>
            </a:xfrm>
            <a:custGeom>
              <a:avLst/>
              <a:gdLst/>
              <a:ahLst/>
              <a:cxnLst/>
              <a:rect l="l" t="t" r="r" b="b"/>
              <a:pathLst>
                <a:path w="7463" h="7765" extrusionOk="0">
                  <a:moveTo>
                    <a:pt x="2044" y="0"/>
                  </a:moveTo>
                  <a:lnTo>
                    <a:pt x="0" y="1945"/>
                  </a:lnTo>
                  <a:lnTo>
                    <a:pt x="5419" y="7765"/>
                  </a:lnTo>
                  <a:lnTo>
                    <a:pt x="7463" y="5828"/>
                  </a:lnTo>
                  <a:lnTo>
                    <a:pt x="204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9"/>
            <p:cNvSpPr/>
            <p:nvPr/>
          </p:nvSpPr>
          <p:spPr>
            <a:xfrm>
              <a:off x="4759125" y="7416225"/>
              <a:ext cx="58875" cy="53575"/>
            </a:xfrm>
            <a:custGeom>
              <a:avLst/>
              <a:gdLst/>
              <a:ahLst/>
              <a:cxnLst/>
              <a:rect l="l" t="t" r="r" b="b"/>
              <a:pathLst>
                <a:path w="2355" h="2143" extrusionOk="0">
                  <a:moveTo>
                    <a:pt x="2044" y="1"/>
                  </a:moveTo>
                  <a:lnTo>
                    <a:pt x="1" y="1840"/>
                  </a:lnTo>
                  <a:lnTo>
                    <a:pt x="311" y="2142"/>
                  </a:lnTo>
                  <a:lnTo>
                    <a:pt x="2354" y="205"/>
                  </a:lnTo>
                  <a:lnTo>
                    <a:pt x="204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9"/>
            <p:cNvSpPr/>
            <p:nvPr/>
          </p:nvSpPr>
          <p:spPr>
            <a:xfrm>
              <a:off x="4774450" y="7428900"/>
              <a:ext cx="56225" cy="56225"/>
            </a:xfrm>
            <a:custGeom>
              <a:avLst/>
              <a:gdLst/>
              <a:ahLst/>
              <a:cxnLst/>
              <a:rect l="l" t="t" r="r" b="b"/>
              <a:pathLst>
                <a:path w="2249" h="2249" extrusionOk="0">
                  <a:moveTo>
                    <a:pt x="2044" y="0"/>
                  </a:moveTo>
                  <a:lnTo>
                    <a:pt x="1" y="1946"/>
                  </a:lnTo>
                  <a:lnTo>
                    <a:pt x="205" y="2248"/>
                  </a:lnTo>
                  <a:lnTo>
                    <a:pt x="2248" y="311"/>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9"/>
            <p:cNvSpPr/>
            <p:nvPr/>
          </p:nvSpPr>
          <p:spPr>
            <a:xfrm>
              <a:off x="4787325" y="7444225"/>
              <a:ext cx="56225" cy="53750"/>
            </a:xfrm>
            <a:custGeom>
              <a:avLst/>
              <a:gdLst/>
              <a:ahLst/>
              <a:cxnLst/>
              <a:rect l="l" t="t" r="r" b="b"/>
              <a:pathLst>
                <a:path w="2249" h="2150" extrusionOk="0">
                  <a:moveTo>
                    <a:pt x="2044" y="0"/>
                  </a:moveTo>
                  <a:lnTo>
                    <a:pt x="0" y="1839"/>
                  </a:lnTo>
                  <a:lnTo>
                    <a:pt x="205" y="2150"/>
                  </a:lnTo>
                  <a:lnTo>
                    <a:pt x="2248" y="311"/>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9"/>
            <p:cNvSpPr/>
            <p:nvPr/>
          </p:nvSpPr>
          <p:spPr>
            <a:xfrm>
              <a:off x="4800000" y="7457100"/>
              <a:ext cx="58875" cy="56200"/>
            </a:xfrm>
            <a:custGeom>
              <a:avLst/>
              <a:gdLst/>
              <a:ahLst/>
              <a:cxnLst/>
              <a:rect l="l" t="t" r="r" b="b"/>
              <a:pathLst>
                <a:path w="2355" h="2248" extrusionOk="0">
                  <a:moveTo>
                    <a:pt x="2044" y="0"/>
                  </a:moveTo>
                  <a:lnTo>
                    <a:pt x="0" y="1937"/>
                  </a:lnTo>
                  <a:lnTo>
                    <a:pt x="311" y="2248"/>
                  </a:lnTo>
                  <a:lnTo>
                    <a:pt x="2354" y="303"/>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9"/>
            <p:cNvSpPr/>
            <p:nvPr/>
          </p:nvSpPr>
          <p:spPr>
            <a:xfrm>
              <a:off x="4812875" y="7472425"/>
              <a:ext cx="58650" cy="53550"/>
            </a:xfrm>
            <a:custGeom>
              <a:avLst/>
              <a:gdLst/>
              <a:ahLst/>
              <a:cxnLst/>
              <a:rect l="l" t="t" r="r" b="b"/>
              <a:pathLst>
                <a:path w="2346" h="2142" extrusionOk="0">
                  <a:moveTo>
                    <a:pt x="2043" y="0"/>
                  </a:moveTo>
                  <a:lnTo>
                    <a:pt x="0" y="1937"/>
                  </a:lnTo>
                  <a:lnTo>
                    <a:pt x="303" y="2142"/>
                  </a:lnTo>
                  <a:lnTo>
                    <a:pt x="2346" y="303"/>
                  </a:lnTo>
                  <a:lnTo>
                    <a:pt x="2043"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9"/>
            <p:cNvSpPr/>
            <p:nvPr/>
          </p:nvSpPr>
          <p:spPr>
            <a:xfrm>
              <a:off x="4825525" y="7487750"/>
              <a:ext cx="58875" cy="53550"/>
            </a:xfrm>
            <a:custGeom>
              <a:avLst/>
              <a:gdLst/>
              <a:ahLst/>
              <a:cxnLst/>
              <a:rect l="l" t="t" r="r" b="b"/>
              <a:pathLst>
                <a:path w="2355" h="2142" extrusionOk="0">
                  <a:moveTo>
                    <a:pt x="2044" y="0"/>
                  </a:moveTo>
                  <a:lnTo>
                    <a:pt x="1" y="1839"/>
                  </a:lnTo>
                  <a:lnTo>
                    <a:pt x="311" y="2142"/>
                  </a:lnTo>
                  <a:lnTo>
                    <a:pt x="2355" y="205"/>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9"/>
            <p:cNvSpPr/>
            <p:nvPr/>
          </p:nvSpPr>
          <p:spPr>
            <a:xfrm>
              <a:off x="4840850" y="7500425"/>
              <a:ext cx="56225" cy="56200"/>
            </a:xfrm>
            <a:custGeom>
              <a:avLst/>
              <a:gdLst/>
              <a:ahLst/>
              <a:cxnLst/>
              <a:rect l="l" t="t" r="r" b="b"/>
              <a:pathLst>
                <a:path w="2249" h="2248" extrusionOk="0">
                  <a:moveTo>
                    <a:pt x="2044" y="0"/>
                  </a:moveTo>
                  <a:lnTo>
                    <a:pt x="1" y="1945"/>
                  </a:lnTo>
                  <a:lnTo>
                    <a:pt x="205" y="2248"/>
                  </a:lnTo>
                  <a:lnTo>
                    <a:pt x="2249" y="311"/>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9"/>
            <p:cNvSpPr/>
            <p:nvPr/>
          </p:nvSpPr>
          <p:spPr>
            <a:xfrm>
              <a:off x="4853725" y="7515750"/>
              <a:ext cx="56225" cy="53750"/>
            </a:xfrm>
            <a:custGeom>
              <a:avLst/>
              <a:gdLst/>
              <a:ahLst/>
              <a:cxnLst/>
              <a:rect l="l" t="t" r="r" b="b"/>
              <a:pathLst>
                <a:path w="2249" h="2150" extrusionOk="0">
                  <a:moveTo>
                    <a:pt x="2044" y="0"/>
                  </a:moveTo>
                  <a:lnTo>
                    <a:pt x="1" y="1839"/>
                  </a:lnTo>
                  <a:lnTo>
                    <a:pt x="205" y="2150"/>
                  </a:lnTo>
                  <a:lnTo>
                    <a:pt x="2249" y="204"/>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9"/>
            <p:cNvSpPr/>
            <p:nvPr/>
          </p:nvSpPr>
          <p:spPr>
            <a:xfrm>
              <a:off x="4866400" y="7528625"/>
              <a:ext cx="58875" cy="56200"/>
            </a:xfrm>
            <a:custGeom>
              <a:avLst/>
              <a:gdLst/>
              <a:ahLst/>
              <a:cxnLst/>
              <a:rect l="l" t="t" r="r" b="b"/>
              <a:pathLst>
                <a:path w="2355" h="2248" extrusionOk="0">
                  <a:moveTo>
                    <a:pt x="2044" y="0"/>
                  </a:moveTo>
                  <a:lnTo>
                    <a:pt x="1" y="1937"/>
                  </a:lnTo>
                  <a:lnTo>
                    <a:pt x="311" y="2248"/>
                  </a:lnTo>
                  <a:lnTo>
                    <a:pt x="2355" y="302"/>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9"/>
            <p:cNvSpPr/>
            <p:nvPr/>
          </p:nvSpPr>
          <p:spPr>
            <a:xfrm>
              <a:off x="4879275" y="7543950"/>
              <a:ext cx="58675" cy="53550"/>
            </a:xfrm>
            <a:custGeom>
              <a:avLst/>
              <a:gdLst/>
              <a:ahLst/>
              <a:cxnLst/>
              <a:rect l="l" t="t" r="r" b="b"/>
              <a:pathLst>
                <a:path w="2347" h="2142" extrusionOk="0">
                  <a:moveTo>
                    <a:pt x="2044" y="0"/>
                  </a:moveTo>
                  <a:lnTo>
                    <a:pt x="0" y="1937"/>
                  </a:lnTo>
                  <a:lnTo>
                    <a:pt x="303" y="2141"/>
                  </a:lnTo>
                  <a:lnTo>
                    <a:pt x="2346" y="302"/>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9"/>
            <p:cNvSpPr/>
            <p:nvPr/>
          </p:nvSpPr>
          <p:spPr>
            <a:xfrm>
              <a:off x="4266275" y="7482625"/>
              <a:ext cx="597700" cy="560675"/>
            </a:xfrm>
            <a:custGeom>
              <a:avLst/>
              <a:gdLst/>
              <a:ahLst/>
              <a:cxnLst/>
              <a:rect l="l" t="t" r="r" b="b"/>
              <a:pathLst>
                <a:path w="23908" h="22427" extrusionOk="0">
                  <a:moveTo>
                    <a:pt x="19616" y="1"/>
                  </a:moveTo>
                  <a:lnTo>
                    <a:pt x="1324" y="16855"/>
                  </a:lnTo>
                  <a:cubicBezTo>
                    <a:pt x="98" y="18081"/>
                    <a:pt x="0" y="20124"/>
                    <a:pt x="1226" y="21456"/>
                  </a:cubicBezTo>
                  <a:cubicBezTo>
                    <a:pt x="1809" y="22094"/>
                    <a:pt x="2641" y="22426"/>
                    <a:pt x="3492" y="22426"/>
                  </a:cubicBezTo>
                  <a:cubicBezTo>
                    <a:pt x="4279" y="22426"/>
                    <a:pt x="5082" y="22143"/>
                    <a:pt x="5722" y="21554"/>
                  </a:cubicBezTo>
                  <a:lnTo>
                    <a:pt x="23907" y="4701"/>
                  </a:lnTo>
                  <a:lnTo>
                    <a:pt x="196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9"/>
            <p:cNvSpPr/>
            <p:nvPr/>
          </p:nvSpPr>
          <p:spPr>
            <a:xfrm>
              <a:off x="4294275" y="7615450"/>
              <a:ext cx="429125" cy="403000"/>
            </a:xfrm>
            <a:custGeom>
              <a:avLst/>
              <a:gdLst/>
              <a:ahLst/>
              <a:cxnLst/>
              <a:rect l="l" t="t" r="r" b="b"/>
              <a:pathLst>
                <a:path w="17165" h="16120" extrusionOk="0">
                  <a:moveTo>
                    <a:pt x="14001" y="1"/>
                  </a:moveTo>
                  <a:lnTo>
                    <a:pt x="1022" y="12056"/>
                  </a:lnTo>
                  <a:cubicBezTo>
                    <a:pt x="0" y="12972"/>
                    <a:pt x="0" y="14402"/>
                    <a:pt x="817" y="15326"/>
                  </a:cubicBezTo>
                  <a:cubicBezTo>
                    <a:pt x="1305" y="15865"/>
                    <a:pt x="1934" y="16120"/>
                    <a:pt x="2569" y="16120"/>
                  </a:cubicBezTo>
                  <a:cubicBezTo>
                    <a:pt x="3137" y="16120"/>
                    <a:pt x="3711" y="15916"/>
                    <a:pt x="4193" y="15530"/>
                  </a:cubicBezTo>
                  <a:lnTo>
                    <a:pt x="17164" y="3368"/>
                  </a:lnTo>
                  <a:lnTo>
                    <a:pt x="14001"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9"/>
            <p:cNvSpPr/>
            <p:nvPr/>
          </p:nvSpPr>
          <p:spPr>
            <a:xfrm>
              <a:off x="4736250" y="7454450"/>
              <a:ext cx="155725" cy="166150"/>
            </a:xfrm>
            <a:custGeom>
              <a:avLst/>
              <a:gdLst/>
              <a:ahLst/>
              <a:cxnLst/>
              <a:rect l="l" t="t" r="r" b="b"/>
              <a:pathLst>
                <a:path w="6229" h="6646" extrusionOk="0">
                  <a:moveTo>
                    <a:pt x="817" y="0"/>
                  </a:moveTo>
                  <a:lnTo>
                    <a:pt x="0" y="817"/>
                  </a:lnTo>
                  <a:lnTo>
                    <a:pt x="5313" y="6645"/>
                  </a:lnTo>
                  <a:lnTo>
                    <a:pt x="6228" y="5828"/>
                  </a:lnTo>
                  <a:lnTo>
                    <a:pt x="817" y="0"/>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9"/>
            <p:cNvSpPr/>
            <p:nvPr/>
          </p:nvSpPr>
          <p:spPr>
            <a:xfrm>
              <a:off x="4294275" y="7881100"/>
              <a:ext cx="143050" cy="137350"/>
            </a:xfrm>
            <a:custGeom>
              <a:avLst/>
              <a:gdLst/>
              <a:ahLst/>
              <a:cxnLst/>
              <a:rect l="l" t="t" r="r" b="b"/>
              <a:pathLst>
                <a:path w="5722" h="5494" extrusionOk="0">
                  <a:moveTo>
                    <a:pt x="2558" y="0"/>
                  </a:moveTo>
                  <a:cubicBezTo>
                    <a:pt x="2532" y="24"/>
                    <a:pt x="2506" y="48"/>
                    <a:pt x="2480" y="73"/>
                  </a:cubicBezTo>
                  <a:lnTo>
                    <a:pt x="2480" y="73"/>
                  </a:lnTo>
                  <a:lnTo>
                    <a:pt x="2558" y="0"/>
                  </a:lnTo>
                  <a:close/>
                  <a:moveTo>
                    <a:pt x="5721" y="3368"/>
                  </a:moveTo>
                  <a:lnTo>
                    <a:pt x="5716" y="3373"/>
                  </a:lnTo>
                  <a:lnTo>
                    <a:pt x="5716" y="3373"/>
                  </a:lnTo>
                  <a:cubicBezTo>
                    <a:pt x="5718" y="3371"/>
                    <a:pt x="5720" y="3369"/>
                    <a:pt x="5721" y="3368"/>
                  </a:cubicBezTo>
                  <a:close/>
                  <a:moveTo>
                    <a:pt x="2480" y="73"/>
                  </a:moveTo>
                  <a:lnTo>
                    <a:pt x="1022" y="1430"/>
                  </a:lnTo>
                  <a:cubicBezTo>
                    <a:pt x="0" y="2346"/>
                    <a:pt x="0" y="3776"/>
                    <a:pt x="817" y="4700"/>
                  </a:cubicBezTo>
                  <a:cubicBezTo>
                    <a:pt x="1305" y="5239"/>
                    <a:pt x="1934" y="5494"/>
                    <a:pt x="2569" y="5494"/>
                  </a:cubicBezTo>
                  <a:cubicBezTo>
                    <a:pt x="3137" y="5494"/>
                    <a:pt x="3711" y="5290"/>
                    <a:pt x="4193" y="4904"/>
                  </a:cubicBezTo>
                  <a:lnTo>
                    <a:pt x="5716" y="3373"/>
                  </a:lnTo>
                  <a:lnTo>
                    <a:pt x="5716" y="3373"/>
                  </a:lnTo>
                  <a:cubicBezTo>
                    <a:pt x="5284" y="3806"/>
                    <a:pt x="4739" y="4010"/>
                    <a:pt x="4187" y="4010"/>
                  </a:cubicBezTo>
                  <a:cubicBezTo>
                    <a:pt x="3568" y="4010"/>
                    <a:pt x="2939" y="3752"/>
                    <a:pt x="2452" y="3269"/>
                  </a:cubicBezTo>
                  <a:cubicBezTo>
                    <a:pt x="1563" y="2373"/>
                    <a:pt x="1630" y="905"/>
                    <a:pt x="2480" y="73"/>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9"/>
            <p:cNvSpPr/>
            <p:nvPr/>
          </p:nvSpPr>
          <p:spPr>
            <a:xfrm>
              <a:off x="4577875" y="7543950"/>
              <a:ext cx="125075" cy="112400"/>
            </a:xfrm>
            <a:custGeom>
              <a:avLst/>
              <a:gdLst/>
              <a:ahLst/>
              <a:cxnLst/>
              <a:rect l="l" t="t" r="r" b="b"/>
              <a:pathLst>
                <a:path w="5003" h="4496" extrusionOk="0">
                  <a:moveTo>
                    <a:pt x="4496" y="0"/>
                  </a:moveTo>
                  <a:lnTo>
                    <a:pt x="1" y="4185"/>
                  </a:lnTo>
                  <a:cubicBezTo>
                    <a:pt x="205" y="4291"/>
                    <a:pt x="507" y="4389"/>
                    <a:pt x="916" y="4495"/>
                  </a:cubicBezTo>
                  <a:lnTo>
                    <a:pt x="2657" y="2861"/>
                  </a:lnTo>
                  <a:lnTo>
                    <a:pt x="3573" y="3776"/>
                  </a:lnTo>
                  <a:cubicBezTo>
                    <a:pt x="4594" y="2959"/>
                    <a:pt x="5003" y="1635"/>
                    <a:pt x="4594" y="302"/>
                  </a:cubicBezTo>
                  <a:lnTo>
                    <a:pt x="4496" y="0"/>
                  </a:lnTo>
                  <a:close/>
                </a:path>
              </a:pathLst>
            </a:custGeom>
            <a:solidFill>
              <a:srgbClr val="E3E6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9"/>
            <p:cNvSpPr/>
            <p:nvPr/>
          </p:nvSpPr>
          <p:spPr>
            <a:xfrm>
              <a:off x="4600775" y="7615450"/>
              <a:ext cx="66425" cy="43350"/>
            </a:xfrm>
            <a:custGeom>
              <a:avLst/>
              <a:gdLst/>
              <a:ahLst/>
              <a:cxnLst/>
              <a:rect l="l" t="t" r="r" b="b"/>
              <a:pathLst>
                <a:path w="2657" h="1734" extrusionOk="0">
                  <a:moveTo>
                    <a:pt x="1741" y="1"/>
                  </a:moveTo>
                  <a:lnTo>
                    <a:pt x="0" y="1635"/>
                  </a:lnTo>
                  <a:cubicBezTo>
                    <a:pt x="204" y="1733"/>
                    <a:pt x="409" y="1733"/>
                    <a:pt x="613" y="1733"/>
                  </a:cubicBezTo>
                  <a:cubicBezTo>
                    <a:pt x="924" y="1733"/>
                    <a:pt x="1332" y="1635"/>
                    <a:pt x="1635" y="1529"/>
                  </a:cubicBezTo>
                  <a:cubicBezTo>
                    <a:pt x="2044" y="1431"/>
                    <a:pt x="2354" y="1227"/>
                    <a:pt x="2657" y="916"/>
                  </a:cubicBezTo>
                  <a:lnTo>
                    <a:pt x="174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9"/>
            <p:cNvSpPr/>
            <p:nvPr/>
          </p:nvSpPr>
          <p:spPr>
            <a:xfrm>
              <a:off x="4268725" y="6869625"/>
              <a:ext cx="209475" cy="130200"/>
            </a:xfrm>
            <a:custGeom>
              <a:avLst/>
              <a:gdLst/>
              <a:ahLst/>
              <a:cxnLst/>
              <a:rect l="l" t="t" r="r" b="b"/>
              <a:pathLst>
                <a:path w="8379" h="5208" extrusionOk="0">
                  <a:moveTo>
                    <a:pt x="7463" y="1"/>
                  </a:moveTo>
                  <a:lnTo>
                    <a:pt x="0" y="2551"/>
                  </a:lnTo>
                  <a:lnTo>
                    <a:pt x="924" y="5207"/>
                  </a:lnTo>
                  <a:lnTo>
                    <a:pt x="8378" y="2551"/>
                  </a:lnTo>
                  <a:lnTo>
                    <a:pt x="746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9"/>
            <p:cNvSpPr/>
            <p:nvPr/>
          </p:nvSpPr>
          <p:spPr>
            <a:xfrm>
              <a:off x="4276475" y="6928275"/>
              <a:ext cx="30675" cy="69100"/>
            </a:xfrm>
            <a:custGeom>
              <a:avLst/>
              <a:gdLst/>
              <a:ahLst/>
              <a:cxnLst/>
              <a:rect l="l" t="t" r="r" b="b"/>
              <a:pathLst>
                <a:path w="1227" h="2764" extrusionOk="0">
                  <a:moveTo>
                    <a:pt x="303" y="1"/>
                  </a:moveTo>
                  <a:lnTo>
                    <a:pt x="1" y="107"/>
                  </a:lnTo>
                  <a:lnTo>
                    <a:pt x="916" y="2763"/>
                  </a:lnTo>
                  <a:lnTo>
                    <a:pt x="1227" y="2657"/>
                  </a:lnTo>
                  <a:lnTo>
                    <a:pt x="303"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9"/>
            <p:cNvSpPr/>
            <p:nvPr/>
          </p:nvSpPr>
          <p:spPr>
            <a:xfrm>
              <a:off x="4294275" y="6920725"/>
              <a:ext cx="30675" cy="68875"/>
            </a:xfrm>
            <a:custGeom>
              <a:avLst/>
              <a:gdLst/>
              <a:ahLst/>
              <a:cxnLst/>
              <a:rect l="l" t="t" r="r" b="b"/>
              <a:pathLst>
                <a:path w="1227" h="2755" extrusionOk="0">
                  <a:moveTo>
                    <a:pt x="311" y="0"/>
                  </a:moveTo>
                  <a:lnTo>
                    <a:pt x="0" y="205"/>
                  </a:lnTo>
                  <a:lnTo>
                    <a:pt x="924" y="2755"/>
                  </a:lnTo>
                  <a:lnTo>
                    <a:pt x="1226" y="2657"/>
                  </a:lnTo>
                  <a:lnTo>
                    <a:pt x="311"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9"/>
            <p:cNvSpPr/>
            <p:nvPr/>
          </p:nvSpPr>
          <p:spPr>
            <a:xfrm>
              <a:off x="4312250" y="6915600"/>
              <a:ext cx="30675" cy="68900"/>
            </a:xfrm>
            <a:custGeom>
              <a:avLst/>
              <a:gdLst/>
              <a:ahLst/>
              <a:cxnLst/>
              <a:rect l="l" t="t" r="r" b="b"/>
              <a:pathLst>
                <a:path w="1227" h="2756" extrusionOk="0">
                  <a:moveTo>
                    <a:pt x="303" y="1"/>
                  </a:moveTo>
                  <a:lnTo>
                    <a:pt x="0" y="99"/>
                  </a:lnTo>
                  <a:lnTo>
                    <a:pt x="916" y="2755"/>
                  </a:lnTo>
                  <a:lnTo>
                    <a:pt x="1226" y="2657"/>
                  </a:lnTo>
                  <a:lnTo>
                    <a:pt x="303"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9"/>
            <p:cNvSpPr/>
            <p:nvPr/>
          </p:nvSpPr>
          <p:spPr>
            <a:xfrm>
              <a:off x="4330025" y="6907850"/>
              <a:ext cx="33325" cy="69075"/>
            </a:xfrm>
            <a:custGeom>
              <a:avLst/>
              <a:gdLst/>
              <a:ahLst/>
              <a:cxnLst/>
              <a:rect l="l" t="t" r="r" b="b"/>
              <a:pathLst>
                <a:path w="1333" h="2763" extrusionOk="0">
                  <a:moveTo>
                    <a:pt x="409" y="0"/>
                  </a:moveTo>
                  <a:lnTo>
                    <a:pt x="0" y="205"/>
                  </a:lnTo>
                  <a:lnTo>
                    <a:pt x="924" y="2763"/>
                  </a:lnTo>
                  <a:lnTo>
                    <a:pt x="1333" y="2657"/>
                  </a:lnTo>
                  <a:lnTo>
                    <a:pt x="409"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9"/>
            <p:cNvSpPr/>
            <p:nvPr/>
          </p:nvSpPr>
          <p:spPr>
            <a:xfrm>
              <a:off x="4348000" y="6902725"/>
              <a:ext cx="33125" cy="69100"/>
            </a:xfrm>
            <a:custGeom>
              <a:avLst/>
              <a:gdLst/>
              <a:ahLst/>
              <a:cxnLst/>
              <a:rect l="l" t="t" r="r" b="b"/>
              <a:pathLst>
                <a:path w="1325" h="2764" extrusionOk="0">
                  <a:moveTo>
                    <a:pt x="409" y="1"/>
                  </a:moveTo>
                  <a:lnTo>
                    <a:pt x="1" y="107"/>
                  </a:lnTo>
                  <a:lnTo>
                    <a:pt x="916" y="2764"/>
                  </a:lnTo>
                  <a:lnTo>
                    <a:pt x="1325" y="2657"/>
                  </a:lnTo>
                  <a:lnTo>
                    <a:pt x="409"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9"/>
            <p:cNvSpPr/>
            <p:nvPr/>
          </p:nvSpPr>
          <p:spPr>
            <a:xfrm>
              <a:off x="4368450" y="6895175"/>
              <a:ext cx="30675" cy="68875"/>
            </a:xfrm>
            <a:custGeom>
              <a:avLst/>
              <a:gdLst/>
              <a:ahLst/>
              <a:cxnLst/>
              <a:rect l="l" t="t" r="r" b="b"/>
              <a:pathLst>
                <a:path w="1227" h="2755" extrusionOk="0">
                  <a:moveTo>
                    <a:pt x="302" y="1"/>
                  </a:moveTo>
                  <a:lnTo>
                    <a:pt x="0" y="205"/>
                  </a:lnTo>
                  <a:lnTo>
                    <a:pt x="915" y="2755"/>
                  </a:lnTo>
                  <a:lnTo>
                    <a:pt x="1226" y="2657"/>
                  </a:lnTo>
                  <a:lnTo>
                    <a:pt x="302"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9"/>
            <p:cNvSpPr/>
            <p:nvPr/>
          </p:nvSpPr>
          <p:spPr>
            <a:xfrm>
              <a:off x="4386225" y="6890075"/>
              <a:ext cx="30675" cy="68875"/>
            </a:xfrm>
            <a:custGeom>
              <a:avLst/>
              <a:gdLst/>
              <a:ahLst/>
              <a:cxnLst/>
              <a:rect l="l" t="t" r="r" b="b"/>
              <a:pathLst>
                <a:path w="1227" h="2755" extrusionOk="0">
                  <a:moveTo>
                    <a:pt x="311" y="0"/>
                  </a:moveTo>
                  <a:lnTo>
                    <a:pt x="0" y="98"/>
                  </a:lnTo>
                  <a:lnTo>
                    <a:pt x="924" y="2755"/>
                  </a:lnTo>
                  <a:lnTo>
                    <a:pt x="1226" y="2657"/>
                  </a:lnTo>
                  <a:lnTo>
                    <a:pt x="311"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9"/>
            <p:cNvSpPr/>
            <p:nvPr/>
          </p:nvSpPr>
          <p:spPr>
            <a:xfrm>
              <a:off x="4404200" y="6882300"/>
              <a:ext cx="33125" cy="69100"/>
            </a:xfrm>
            <a:custGeom>
              <a:avLst/>
              <a:gdLst/>
              <a:ahLst/>
              <a:cxnLst/>
              <a:rect l="l" t="t" r="r" b="b"/>
              <a:pathLst>
                <a:path w="1325" h="2764" extrusionOk="0">
                  <a:moveTo>
                    <a:pt x="409" y="1"/>
                  </a:moveTo>
                  <a:lnTo>
                    <a:pt x="0" y="205"/>
                  </a:lnTo>
                  <a:lnTo>
                    <a:pt x="916" y="2763"/>
                  </a:lnTo>
                  <a:lnTo>
                    <a:pt x="1324" y="2657"/>
                  </a:lnTo>
                  <a:lnTo>
                    <a:pt x="409"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9"/>
            <p:cNvSpPr/>
            <p:nvPr/>
          </p:nvSpPr>
          <p:spPr>
            <a:xfrm>
              <a:off x="4421975" y="6877200"/>
              <a:ext cx="33325" cy="69075"/>
            </a:xfrm>
            <a:custGeom>
              <a:avLst/>
              <a:gdLst/>
              <a:ahLst/>
              <a:cxnLst/>
              <a:rect l="l" t="t" r="r" b="b"/>
              <a:pathLst>
                <a:path w="1333" h="2763" extrusionOk="0">
                  <a:moveTo>
                    <a:pt x="409" y="0"/>
                  </a:moveTo>
                  <a:lnTo>
                    <a:pt x="0" y="107"/>
                  </a:lnTo>
                  <a:lnTo>
                    <a:pt x="924" y="2763"/>
                  </a:lnTo>
                  <a:lnTo>
                    <a:pt x="1333" y="2657"/>
                  </a:lnTo>
                  <a:lnTo>
                    <a:pt x="409"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9"/>
            <p:cNvSpPr/>
            <p:nvPr/>
          </p:nvSpPr>
          <p:spPr>
            <a:xfrm>
              <a:off x="4439950" y="6869625"/>
              <a:ext cx="33125" cy="68900"/>
            </a:xfrm>
            <a:custGeom>
              <a:avLst/>
              <a:gdLst/>
              <a:ahLst/>
              <a:cxnLst/>
              <a:rect l="l" t="t" r="r" b="b"/>
              <a:pathLst>
                <a:path w="1325" h="2756" extrusionOk="0">
                  <a:moveTo>
                    <a:pt x="409" y="1"/>
                  </a:moveTo>
                  <a:lnTo>
                    <a:pt x="1" y="99"/>
                  </a:lnTo>
                  <a:lnTo>
                    <a:pt x="1022" y="2755"/>
                  </a:lnTo>
                  <a:lnTo>
                    <a:pt x="1325" y="2657"/>
                  </a:lnTo>
                  <a:lnTo>
                    <a:pt x="409"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9"/>
            <p:cNvSpPr/>
            <p:nvPr/>
          </p:nvSpPr>
          <p:spPr>
            <a:xfrm>
              <a:off x="4314700" y="6956475"/>
              <a:ext cx="367825" cy="694425"/>
            </a:xfrm>
            <a:custGeom>
              <a:avLst/>
              <a:gdLst/>
              <a:ahLst/>
              <a:cxnLst/>
              <a:rect l="l" t="t" r="r" b="b"/>
              <a:pathLst>
                <a:path w="14713" h="27777" extrusionOk="0">
                  <a:moveTo>
                    <a:pt x="6032" y="1"/>
                  </a:moveTo>
                  <a:lnTo>
                    <a:pt x="0" y="2142"/>
                  </a:lnTo>
                  <a:lnTo>
                    <a:pt x="8076" y="25640"/>
                  </a:lnTo>
                  <a:cubicBezTo>
                    <a:pt x="8559" y="26929"/>
                    <a:pt x="9805" y="27776"/>
                    <a:pt x="11111" y="27776"/>
                  </a:cubicBezTo>
                  <a:cubicBezTo>
                    <a:pt x="11462" y="27776"/>
                    <a:pt x="11817" y="27715"/>
                    <a:pt x="12162" y="27586"/>
                  </a:cubicBezTo>
                  <a:cubicBezTo>
                    <a:pt x="13895" y="26973"/>
                    <a:pt x="14713" y="25134"/>
                    <a:pt x="14206" y="23499"/>
                  </a:cubicBezTo>
                  <a:lnTo>
                    <a:pt x="60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9"/>
            <p:cNvSpPr/>
            <p:nvPr/>
          </p:nvSpPr>
          <p:spPr>
            <a:xfrm>
              <a:off x="4391325" y="7125050"/>
              <a:ext cx="265650" cy="498700"/>
            </a:xfrm>
            <a:custGeom>
              <a:avLst/>
              <a:gdLst/>
              <a:ahLst/>
              <a:cxnLst/>
              <a:rect l="l" t="t" r="r" b="b"/>
              <a:pathLst>
                <a:path w="10626" h="19948" extrusionOk="0">
                  <a:moveTo>
                    <a:pt x="4398" y="1"/>
                  </a:moveTo>
                  <a:lnTo>
                    <a:pt x="0" y="1529"/>
                  </a:lnTo>
                  <a:lnTo>
                    <a:pt x="5828" y="18391"/>
                  </a:lnTo>
                  <a:cubicBezTo>
                    <a:pt x="6151" y="19361"/>
                    <a:pt x="7048" y="19947"/>
                    <a:pt x="8016" y="19947"/>
                  </a:cubicBezTo>
                  <a:cubicBezTo>
                    <a:pt x="8271" y="19947"/>
                    <a:pt x="8531" y="19906"/>
                    <a:pt x="8787" y="19821"/>
                  </a:cubicBezTo>
                  <a:cubicBezTo>
                    <a:pt x="10013" y="19412"/>
                    <a:pt x="10626" y="18080"/>
                    <a:pt x="10217" y="16854"/>
                  </a:cubicBezTo>
                  <a:lnTo>
                    <a:pt x="439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9"/>
            <p:cNvSpPr/>
            <p:nvPr/>
          </p:nvSpPr>
          <p:spPr>
            <a:xfrm>
              <a:off x="4289150" y="6933375"/>
              <a:ext cx="196800" cy="91975"/>
            </a:xfrm>
            <a:custGeom>
              <a:avLst/>
              <a:gdLst/>
              <a:ahLst/>
              <a:cxnLst/>
              <a:rect l="l" t="t" r="r" b="b"/>
              <a:pathLst>
                <a:path w="7872" h="3679" extrusionOk="0">
                  <a:moveTo>
                    <a:pt x="7561" y="1"/>
                  </a:moveTo>
                  <a:lnTo>
                    <a:pt x="1" y="2559"/>
                  </a:lnTo>
                  <a:lnTo>
                    <a:pt x="409" y="3679"/>
                  </a:lnTo>
                  <a:lnTo>
                    <a:pt x="7872" y="1023"/>
                  </a:lnTo>
                  <a:lnTo>
                    <a:pt x="7561"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9"/>
            <p:cNvSpPr/>
            <p:nvPr/>
          </p:nvSpPr>
          <p:spPr>
            <a:xfrm>
              <a:off x="4519025" y="7495300"/>
              <a:ext cx="137950" cy="128450"/>
            </a:xfrm>
            <a:custGeom>
              <a:avLst/>
              <a:gdLst/>
              <a:ahLst/>
              <a:cxnLst/>
              <a:rect l="l" t="t" r="r" b="b"/>
              <a:pathLst>
                <a:path w="5518" h="5138" extrusionOk="0">
                  <a:moveTo>
                    <a:pt x="1" y="1537"/>
                  </a:moveTo>
                  <a:cubicBezTo>
                    <a:pt x="9" y="1562"/>
                    <a:pt x="18" y="1587"/>
                    <a:pt x="27" y="1611"/>
                  </a:cubicBezTo>
                  <a:lnTo>
                    <a:pt x="27" y="1611"/>
                  </a:lnTo>
                  <a:lnTo>
                    <a:pt x="1" y="1537"/>
                  </a:lnTo>
                  <a:close/>
                  <a:moveTo>
                    <a:pt x="4398" y="1"/>
                  </a:moveTo>
                  <a:cubicBezTo>
                    <a:pt x="4807" y="1227"/>
                    <a:pt x="4194" y="2559"/>
                    <a:pt x="2968" y="2968"/>
                  </a:cubicBezTo>
                  <a:cubicBezTo>
                    <a:pt x="2712" y="3053"/>
                    <a:pt x="2451" y="3094"/>
                    <a:pt x="2196" y="3094"/>
                  </a:cubicBezTo>
                  <a:cubicBezTo>
                    <a:pt x="1251" y="3094"/>
                    <a:pt x="370" y="2537"/>
                    <a:pt x="27" y="1611"/>
                  </a:cubicBezTo>
                  <a:lnTo>
                    <a:pt x="27" y="1611"/>
                  </a:lnTo>
                  <a:lnTo>
                    <a:pt x="720" y="3581"/>
                  </a:lnTo>
                  <a:cubicBezTo>
                    <a:pt x="1043" y="4551"/>
                    <a:pt x="1940" y="5137"/>
                    <a:pt x="2908" y="5137"/>
                  </a:cubicBezTo>
                  <a:cubicBezTo>
                    <a:pt x="3163" y="5137"/>
                    <a:pt x="3423" y="5096"/>
                    <a:pt x="3679" y="5011"/>
                  </a:cubicBezTo>
                  <a:cubicBezTo>
                    <a:pt x="4905" y="4602"/>
                    <a:pt x="5518" y="3270"/>
                    <a:pt x="5109" y="2044"/>
                  </a:cubicBezTo>
                  <a:lnTo>
                    <a:pt x="4398"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3" name="Google Shape;573;p9"/>
          <p:cNvSpPr txBox="1">
            <a:spLocks noGrp="1"/>
          </p:cNvSpPr>
          <p:nvPr>
            <p:ph type="subTitle" idx="1"/>
          </p:nvPr>
        </p:nvSpPr>
        <p:spPr>
          <a:xfrm>
            <a:off x="4937225" y="2200875"/>
            <a:ext cx="3401100" cy="1190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6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574" name="Google Shape;574;p9"/>
          <p:cNvSpPr txBox="1">
            <a:spLocks noGrp="1"/>
          </p:cNvSpPr>
          <p:nvPr>
            <p:ph type="title"/>
          </p:nvPr>
        </p:nvSpPr>
        <p:spPr>
          <a:xfrm>
            <a:off x="4937225" y="1751925"/>
            <a:ext cx="3401100" cy="4782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lt1"/>
        </a:solidFill>
        <a:effectLst/>
      </p:bgPr>
    </p:bg>
    <p:spTree>
      <p:nvGrpSpPr>
        <p:cNvPr id="1" name="Shape 575"/>
        <p:cNvGrpSpPr/>
        <p:nvPr/>
      </p:nvGrpSpPr>
      <p:grpSpPr>
        <a:xfrm>
          <a:off x="0" y="0"/>
          <a:ext cx="0" cy="0"/>
          <a:chOff x="0" y="0"/>
          <a:chExt cx="0" cy="0"/>
        </a:xfrm>
      </p:grpSpPr>
      <p:sp>
        <p:nvSpPr>
          <p:cNvPr id="576" name="Google Shape;576;p10"/>
          <p:cNvSpPr txBox="1">
            <a:spLocks noGrp="1"/>
          </p:cNvSpPr>
          <p:nvPr>
            <p:ph type="title"/>
          </p:nvPr>
        </p:nvSpPr>
        <p:spPr>
          <a:xfrm>
            <a:off x="4524375" y="1466850"/>
            <a:ext cx="2571900" cy="2280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800"/>
              <a:buNone/>
              <a:defRPr sz="3500">
                <a:solidFill>
                  <a:schemeClr val="dk1"/>
                </a:solidFill>
              </a:defRPr>
            </a:lvl1pPr>
            <a:lvl2pPr lvl="1" rtl="0">
              <a:spcBef>
                <a:spcPts val="0"/>
              </a:spcBef>
              <a:spcAft>
                <a:spcPts val="0"/>
              </a:spcAft>
              <a:buSzPts val="2800"/>
              <a:buNone/>
              <a:defRPr>
                <a:latin typeface="Nunito"/>
                <a:ea typeface="Nunito"/>
                <a:cs typeface="Nunito"/>
                <a:sym typeface="Nunito"/>
              </a:defRPr>
            </a:lvl2pPr>
            <a:lvl3pPr lvl="2" rtl="0">
              <a:spcBef>
                <a:spcPts val="0"/>
              </a:spcBef>
              <a:spcAft>
                <a:spcPts val="0"/>
              </a:spcAft>
              <a:buSzPts val="2800"/>
              <a:buNone/>
              <a:defRPr>
                <a:latin typeface="Nunito"/>
                <a:ea typeface="Nunito"/>
                <a:cs typeface="Nunito"/>
                <a:sym typeface="Nunito"/>
              </a:defRPr>
            </a:lvl3pPr>
            <a:lvl4pPr lvl="3" rtl="0">
              <a:spcBef>
                <a:spcPts val="0"/>
              </a:spcBef>
              <a:spcAft>
                <a:spcPts val="0"/>
              </a:spcAft>
              <a:buSzPts val="2800"/>
              <a:buNone/>
              <a:defRPr>
                <a:latin typeface="Nunito"/>
                <a:ea typeface="Nunito"/>
                <a:cs typeface="Nunito"/>
                <a:sym typeface="Nunito"/>
              </a:defRPr>
            </a:lvl4pPr>
            <a:lvl5pPr lvl="4" rtl="0">
              <a:spcBef>
                <a:spcPts val="0"/>
              </a:spcBef>
              <a:spcAft>
                <a:spcPts val="0"/>
              </a:spcAft>
              <a:buSzPts val="2800"/>
              <a:buNone/>
              <a:defRPr>
                <a:latin typeface="Nunito"/>
                <a:ea typeface="Nunito"/>
                <a:cs typeface="Nunito"/>
                <a:sym typeface="Nunito"/>
              </a:defRPr>
            </a:lvl5pPr>
            <a:lvl6pPr lvl="5" rtl="0">
              <a:spcBef>
                <a:spcPts val="0"/>
              </a:spcBef>
              <a:spcAft>
                <a:spcPts val="0"/>
              </a:spcAft>
              <a:buSzPts val="2800"/>
              <a:buNone/>
              <a:defRPr>
                <a:latin typeface="Nunito"/>
                <a:ea typeface="Nunito"/>
                <a:cs typeface="Nunito"/>
                <a:sym typeface="Nunito"/>
              </a:defRPr>
            </a:lvl6pPr>
            <a:lvl7pPr lvl="6" rtl="0">
              <a:spcBef>
                <a:spcPts val="0"/>
              </a:spcBef>
              <a:spcAft>
                <a:spcPts val="0"/>
              </a:spcAft>
              <a:buSzPts val="2800"/>
              <a:buNone/>
              <a:defRPr>
                <a:latin typeface="Nunito"/>
                <a:ea typeface="Nunito"/>
                <a:cs typeface="Nunito"/>
                <a:sym typeface="Nunito"/>
              </a:defRPr>
            </a:lvl7pPr>
            <a:lvl8pPr lvl="7" rtl="0">
              <a:spcBef>
                <a:spcPts val="0"/>
              </a:spcBef>
              <a:spcAft>
                <a:spcPts val="0"/>
              </a:spcAft>
              <a:buSzPts val="2800"/>
              <a:buNone/>
              <a:defRPr>
                <a:latin typeface="Nunito"/>
                <a:ea typeface="Nunito"/>
                <a:cs typeface="Nunito"/>
                <a:sym typeface="Nunito"/>
              </a:defRPr>
            </a:lvl8pPr>
            <a:lvl9pPr lvl="8" rtl="0">
              <a:spcBef>
                <a:spcPts val="0"/>
              </a:spcBef>
              <a:spcAft>
                <a:spcPts val="0"/>
              </a:spcAft>
              <a:buSzPts val="2800"/>
              <a:buNone/>
              <a:defRPr>
                <a:latin typeface="Nunito"/>
                <a:ea typeface="Nunito"/>
                <a:cs typeface="Nunito"/>
                <a:sym typeface="Nunito"/>
              </a:defRPr>
            </a:lvl9pPr>
          </a:lstStyle>
          <a:p>
            <a:endParaRPr/>
          </a:p>
        </p:txBody>
      </p:sp>
      <p:sp>
        <p:nvSpPr>
          <p:cNvPr id="577" name="Google Shape;577;p10"/>
          <p:cNvSpPr/>
          <p:nvPr/>
        </p:nvSpPr>
        <p:spPr>
          <a:xfrm rot="10800000">
            <a:off x="-9537" y="-7300"/>
            <a:ext cx="2222725" cy="1383500"/>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0"/>
          <p:cNvSpPr/>
          <p:nvPr/>
        </p:nvSpPr>
        <p:spPr>
          <a:xfrm>
            <a:off x="6086475" y="2862625"/>
            <a:ext cx="3057427" cy="2280792"/>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10"/>
          <p:cNvSpPr/>
          <p:nvPr/>
        </p:nvSpPr>
        <p:spPr>
          <a:xfrm>
            <a:off x="7479548" y="389082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10"/>
          <p:cNvSpPr/>
          <p:nvPr/>
        </p:nvSpPr>
        <p:spPr>
          <a:xfrm>
            <a:off x="7609861" y="360514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0"/>
          <p:cNvSpPr/>
          <p:nvPr/>
        </p:nvSpPr>
        <p:spPr>
          <a:xfrm>
            <a:off x="7768685" y="453955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0"/>
          <p:cNvSpPr/>
          <p:nvPr/>
        </p:nvSpPr>
        <p:spPr>
          <a:xfrm>
            <a:off x="8008678" y="393991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10"/>
          <p:cNvSpPr/>
          <p:nvPr/>
        </p:nvSpPr>
        <p:spPr>
          <a:xfrm>
            <a:off x="1083665" y="65593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10"/>
          <p:cNvSpPr/>
          <p:nvPr/>
        </p:nvSpPr>
        <p:spPr>
          <a:xfrm>
            <a:off x="713333" y="779239"/>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10"/>
          <p:cNvSpPr/>
          <p:nvPr/>
        </p:nvSpPr>
        <p:spPr>
          <a:xfrm>
            <a:off x="1640751" y="539498"/>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6"/>
        <p:cNvGrpSpPr/>
        <p:nvPr/>
      </p:nvGrpSpPr>
      <p:grpSpPr>
        <a:xfrm>
          <a:off x="0" y="0"/>
          <a:ext cx="0" cy="0"/>
          <a:chOff x="0" y="0"/>
          <a:chExt cx="0" cy="0"/>
        </a:xfrm>
      </p:grpSpPr>
      <p:sp>
        <p:nvSpPr>
          <p:cNvPr id="587" name="Google Shape;587;p11"/>
          <p:cNvSpPr/>
          <p:nvPr/>
        </p:nvSpPr>
        <p:spPr>
          <a:xfrm rot="10800000" flipH="1">
            <a:off x="6520050" y="0"/>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11"/>
          <p:cNvSpPr txBox="1">
            <a:spLocks noGrp="1"/>
          </p:cNvSpPr>
          <p:nvPr>
            <p:ph type="title" hasCustomPrompt="1"/>
          </p:nvPr>
        </p:nvSpPr>
        <p:spPr>
          <a:xfrm>
            <a:off x="713225" y="1696675"/>
            <a:ext cx="7717800" cy="1151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2000"/>
              <a:buNone/>
              <a:defRPr sz="7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589" name="Google Shape;589;p11"/>
          <p:cNvSpPr txBox="1">
            <a:spLocks noGrp="1"/>
          </p:cNvSpPr>
          <p:nvPr>
            <p:ph type="body" idx="1"/>
          </p:nvPr>
        </p:nvSpPr>
        <p:spPr>
          <a:xfrm>
            <a:off x="762000" y="2685500"/>
            <a:ext cx="7668900" cy="581700"/>
          </a:xfrm>
          <a:prstGeom prst="rect">
            <a:avLst/>
          </a:prstGeom>
        </p:spPr>
        <p:txBody>
          <a:bodyPr spcFirstLastPara="1" wrap="square" lIns="91425" tIns="91425" rIns="91425" bIns="91425" anchor="t" anchorCtr="0">
            <a:noAutofit/>
          </a:bodyPr>
          <a:lstStyle>
            <a:lvl1pPr marL="457200" lvl="0" indent="-342900" algn="ctr" rtl="0">
              <a:lnSpc>
                <a:spcPct val="100000"/>
              </a:lnSpc>
              <a:spcBef>
                <a:spcPts val="0"/>
              </a:spcBef>
              <a:spcAft>
                <a:spcPts val="0"/>
              </a:spcAft>
              <a:buSzPts val="1800"/>
              <a:buChar char="●"/>
              <a:defRPr/>
            </a:lvl1pPr>
            <a:lvl2pPr marL="914400" lvl="1" indent="-317500" algn="ctr" rtl="0">
              <a:spcBef>
                <a:spcPts val="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grpSp>
        <p:nvGrpSpPr>
          <p:cNvPr id="590" name="Google Shape;590;p11"/>
          <p:cNvGrpSpPr/>
          <p:nvPr/>
        </p:nvGrpSpPr>
        <p:grpSpPr>
          <a:xfrm>
            <a:off x="8012063" y="168438"/>
            <a:ext cx="837425" cy="742113"/>
            <a:chOff x="6215925" y="6858088"/>
            <a:chExt cx="837425" cy="742113"/>
          </a:xfrm>
        </p:grpSpPr>
        <p:sp>
          <p:nvSpPr>
            <p:cNvPr id="591" name="Google Shape;591;p11"/>
            <p:cNvSpPr/>
            <p:nvPr/>
          </p:nvSpPr>
          <p:spPr>
            <a:xfrm>
              <a:off x="6215925" y="7421400"/>
              <a:ext cx="201900" cy="178800"/>
            </a:xfrm>
            <a:custGeom>
              <a:avLst/>
              <a:gdLst/>
              <a:ahLst/>
              <a:cxnLst/>
              <a:rect l="l" t="t" r="r" b="b"/>
              <a:pathLst>
                <a:path w="8076" h="7152" extrusionOk="0">
                  <a:moveTo>
                    <a:pt x="7561" y="0"/>
                  </a:moveTo>
                  <a:lnTo>
                    <a:pt x="0" y="6637"/>
                  </a:lnTo>
                  <a:lnTo>
                    <a:pt x="515" y="7152"/>
                  </a:lnTo>
                  <a:lnTo>
                    <a:pt x="8076" y="507"/>
                  </a:lnTo>
                  <a:lnTo>
                    <a:pt x="7561" y="0"/>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11"/>
            <p:cNvSpPr/>
            <p:nvPr/>
          </p:nvSpPr>
          <p:spPr>
            <a:xfrm>
              <a:off x="6401775" y="7430925"/>
              <a:ext cx="25575" cy="22900"/>
            </a:xfrm>
            <a:custGeom>
              <a:avLst/>
              <a:gdLst/>
              <a:ahLst/>
              <a:cxnLst/>
              <a:rect l="l" t="t" r="r" b="b"/>
              <a:pathLst>
                <a:path w="1023" h="916" extrusionOk="0">
                  <a:moveTo>
                    <a:pt x="508" y="0"/>
                  </a:moveTo>
                  <a:lnTo>
                    <a:pt x="1" y="507"/>
                  </a:lnTo>
                  <a:lnTo>
                    <a:pt x="508" y="915"/>
                  </a:lnTo>
                  <a:lnTo>
                    <a:pt x="1023" y="507"/>
                  </a:lnTo>
                  <a:lnTo>
                    <a:pt x="508" y="0"/>
                  </a:lnTo>
                  <a:close/>
                </a:path>
              </a:pathLst>
            </a:custGeom>
            <a:solidFill>
              <a:srgbClr val="C1C0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3" name="Google Shape;593;p11"/>
            <p:cNvGrpSpPr/>
            <p:nvPr/>
          </p:nvGrpSpPr>
          <p:grpSpPr>
            <a:xfrm>
              <a:off x="6361025" y="6858088"/>
              <a:ext cx="692325" cy="623250"/>
              <a:chOff x="6361025" y="6858088"/>
              <a:chExt cx="692325" cy="623250"/>
            </a:xfrm>
          </p:grpSpPr>
          <p:sp>
            <p:nvSpPr>
              <p:cNvPr id="594" name="Google Shape;594;p11"/>
              <p:cNvSpPr/>
              <p:nvPr/>
            </p:nvSpPr>
            <p:spPr>
              <a:xfrm>
                <a:off x="6361025" y="7011338"/>
                <a:ext cx="510875" cy="470000"/>
              </a:xfrm>
              <a:custGeom>
                <a:avLst/>
                <a:gdLst/>
                <a:ahLst/>
                <a:cxnLst/>
                <a:rect l="l" t="t" r="r" b="b"/>
                <a:pathLst>
                  <a:path w="20435" h="18800" extrusionOk="0">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1"/>
              <p:cNvSpPr/>
              <p:nvPr/>
            </p:nvSpPr>
            <p:spPr>
              <a:xfrm>
                <a:off x="6795250" y="6896288"/>
                <a:ext cx="217225" cy="207025"/>
              </a:xfrm>
              <a:custGeom>
                <a:avLst/>
                <a:gdLst/>
                <a:ahLst/>
                <a:cxnLst/>
                <a:rect l="l" t="t" r="r" b="b"/>
                <a:pathLst>
                  <a:path w="8689" h="8281" extrusionOk="0">
                    <a:moveTo>
                      <a:pt x="6539" y="1"/>
                    </a:moveTo>
                    <a:lnTo>
                      <a:pt x="0" y="5828"/>
                    </a:lnTo>
                    <a:lnTo>
                      <a:pt x="2150" y="8280"/>
                    </a:lnTo>
                    <a:lnTo>
                      <a:pt x="8688" y="2453"/>
                    </a:lnTo>
                    <a:lnTo>
                      <a:pt x="6539" y="1"/>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1"/>
              <p:cNvSpPr/>
              <p:nvPr/>
            </p:nvSpPr>
            <p:spPr>
              <a:xfrm>
                <a:off x="6795250" y="7018888"/>
                <a:ext cx="79300" cy="84425"/>
              </a:xfrm>
              <a:custGeom>
                <a:avLst/>
                <a:gdLst/>
                <a:ahLst/>
                <a:cxnLst/>
                <a:rect l="l" t="t" r="r" b="b"/>
                <a:pathLst>
                  <a:path w="3172" h="3377" extrusionOk="0">
                    <a:moveTo>
                      <a:pt x="1022" y="1"/>
                    </a:moveTo>
                    <a:lnTo>
                      <a:pt x="0" y="924"/>
                    </a:lnTo>
                    <a:lnTo>
                      <a:pt x="2150" y="3376"/>
                    </a:lnTo>
                    <a:lnTo>
                      <a:pt x="3171" y="2453"/>
                    </a:lnTo>
                    <a:lnTo>
                      <a:pt x="1022" y="1"/>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1"/>
              <p:cNvSpPr/>
              <p:nvPr/>
            </p:nvSpPr>
            <p:spPr>
              <a:xfrm>
                <a:off x="6946050" y="6858088"/>
                <a:ext cx="107300" cy="114850"/>
              </a:xfrm>
              <a:custGeom>
                <a:avLst/>
                <a:gdLst/>
                <a:ahLst/>
                <a:cxnLst/>
                <a:rect l="l" t="t" r="r" b="b"/>
                <a:pathLst>
                  <a:path w="4292" h="4594" extrusionOk="0">
                    <a:moveTo>
                      <a:pt x="1120" y="0"/>
                    </a:moveTo>
                    <a:lnTo>
                      <a:pt x="0" y="1022"/>
                    </a:lnTo>
                    <a:lnTo>
                      <a:pt x="3163" y="4594"/>
                    </a:lnTo>
                    <a:lnTo>
                      <a:pt x="4291" y="3678"/>
                    </a:lnTo>
                    <a:lnTo>
                      <a:pt x="1120"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11"/>
              <p:cNvSpPr/>
              <p:nvPr/>
            </p:nvSpPr>
            <p:spPr>
              <a:xfrm>
                <a:off x="6721275" y="6990888"/>
                <a:ext cx="176150" cy="189050"/>
              </a:xfrm>
              <a:custGeom>
                <a:avLst/>
                <a:gdLst/>
                <a:ahLst/>
                <a:cxnLst/>
                <a:rect l="l" t="t" r="r" b="b"/>
                <a:pathLst>
                  <a:path w="7046" h="7562" extrusionOk="0">
                    <a:moveTo>
                      <a:pt x="1733" y="1"/>
                    </a:moveTo>
                    <a:lnTo>
                      <a:pt x="0" y="1529"/>
                    </a:lnTo>
                    <a:lnTo>
                      <a:pt x="5313" y="7561"/>
                    </a:lnTo>
                    <a:lnTo>
                      <a:pt x="7046" y="6025"/>
                    </a:lnTo>
                    <a:lnTo>
                      <a:pt x="1733"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11"/>
              <p:cNvSpPr/>
              <p:nvPr/>
            </p:nvSpPr>
            <p:spPr>
              <a:xfrm>
                <a:off x="6739050" y="7149263"/>
                <a:ext cx="69100" cy="74000"/>
              </a:xfrm>
              <a:custGeom>
                <a:avLst/>
                <a:gdLst/>
                <a:ahLst/>
                <a:cxnLst/>
                <a:rect l="l" t="t" r="r" b="b"/>
                <a:pathLst>
                  <a:path w="2764" h="2960" extrusionOk="0">
                    <a:moveTo>
                      <a:pt x="409" y="0"/>
                    </a:moveTo>
                    <a:lnTo>
                      <a:pt x="0" y="303"/>
                    </a:lnTo>
                    <a:lnTo>
                      <a:pt x="2354" y="2959"/>
                    </a:lnTo>
                    <a:lnTo>
                      <a:pt x="2763" y="2657"/>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1"/>
              <p:cNvSpPr/>
              <p:nvPr/>
            </p:nvSpPr>
            <p:spPr>
              <a:xfrm>
                <a:off x="6690625" y="7192588"/>
                <a:ext cx="66425" cy="74200"/>
              </a:xfrm>
              <a:custGeom>
                <a:avLst/>
                <a:gdLst/>
                <a:ahLst/>
                <a:cxnLst/>
                <a:rect l="l" t="t" r="r" b="b"/>
                <a:pathLst>
                  <a:path w="2657" h="2968" extrusionOk="0">
                    <a:moveTo>
                      <a:pt x="409" y="0"/>
                    </a:moveTo>
                    <a:lnTo>
                      <a:pt x="0" y="311"/>
                    </a:lnTo>
                    <a:lnTo>
                      <a:pt x="2346" y="2967"/>
                    </a:lnTo>
                    <a:lnTo>
                      <a:pt x="2657"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11"/>
              <p:cNvSpPr/>
              <p:nvPr/>
            </p:nvSpPr>
            <p:spPr>
              <a:xfrm>
                <a:off x="6642000" y="7236113"/>
                <a:ext cx="66425" cy="73975"/>
              </a:xfrm>
              <a:custGeom>
                <a:avLst/>
                <a:gdLst/>
                <a:ahLst/>
                <a:cxnLst/>
                <a:rect l="l" t="t" r="r" b="b"/>
                <a:pathLst>
                  <a:path w="2657" h="2959" extrusionOk="0">
                    <a:moveTo>
                      <a:pt x="409" y="0"/>
                    </a:moveTo>
                    <a:lnTo>
                      <a:pt x="0" y="302"/>
                    </a:lnTo>
                    <a:lnTo>
                      <a:pt x="2248" y="2959"/>
                    </a:lnTo>
                    <a:lnTo>
                      <a:pt x="2656"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1"/>
              <p:cNvSpPr/>
              <p:nvPr/>
            </p:nvSpPr>
            <p:spPr>
              <a:xfrm>
                <a:off x="6384125" y="7207913"/>
                <a:ext cx="268100" cy="252975"/>
              </a:xfrm>
              <a:custGeom>
                <a:avLst/>
                <a:gdLst/>
                <a:ahLst/>
                <a:cxnLst/>
                <a:rect l="l" t="t" r="r" b="b"/>
                <a:pathLst>
                  <a:path w="10724" h="10119" extrusionOk="0">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11"/>
              <p:cNvSpPr/>
              <p:nvPr/>
            </p:nvSpPr>
            <p:spPr>
              <a:xfrm>
                <a:off x="6384125" y="7312738"/>
                <a:ext cx="268100" cy="148150"/>
              </a:xfrm>
              <a:custGeom>
                <a:avLst/>
                <a:gdLst/>
                <a:ahLst/>
                <a:cxnLst/>
                <a:rect l="l" t="t" r="r" b="b"/>
                <a:pathLst>
                  <a:path w="10724" h="5926" extrusionOk="0">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04" name="Google Shape;604;p11"/>
          <p:cNvSpPr/>
          <p:nvPr/>
        </p:nvSpPr>
        <p:spPr>
          <a:xfrm>
            <a:off x="7422798" y="64342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1"/>
          <p:cNvSpPr/>
          <p:nvPr/>
        </p:nvSpPr>
        <p:spPr>
          <a:xfrm>
            <a:off x="7553111" y="35774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11"/>
          <p:cNvSpPr/>
          <p:nvPr/>
        </p:nvSpPr>
        <p:spPr>
          <a:xfrm>
            <a:off x="7711935" y="129215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11"/>
          <p:cNvSpPr/>
          <p:nvPr/>
        </p:nvSpPr>
        <p:spPr>
          <a:xfrm>
            <a:off x="7951928" y="69251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11"/>
          <p:cNvSpPr/>
          <p:nvPr/>
        </p:nvSpPr>
        <p:spPr>
          <a:xfrm flipH="1">
            <a:off x="345790" y="8754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11"/>
          <p:cNvSpPr/>
          <p:nvPr/>
        </p:nvSpPr>
        <p:spPr>
          <a:xfrm flipH="1">
            <a:off x="1724281" y="857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11"/>
          <p:cNvSpPr/>
          <p:nvPr/>
        </p:nvSpPr>
        <p:spPr>
          <a:xfrm flipH="1">
            <a:off x="176597" y="12984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11"/>
          <p:cNvSpPr/>
          <p:nvPr/>
        </p:nvSpPr>
        <p:spPr>
          <a:xfrm flipH="1">
            <a:off x="638297" y="6004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1"/>
          <p:cNvSpPr/>
          <p:nvPr/>
        </p:nvSpPr>
        <p:spPr>
          <a:xfrm flipH="1">
            <a:off x="737053" y="1844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11"/>
          <p:cNvSpPr/>
          <p:nvPr/>
        </p:nvSpPr>
        <p:spPr>
          <a:xfrm flipH="1">
            <a:off x="2387120" y="2938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11"/>
          <p:cNvSpPr/>
          <p:nvPr/>
        </p:nvSpPr>
        <p:spPr>
          <a:xfrm>
            <a:off x="8650205" y="46451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11"/>
          <p:cNvSpPr/>
          <p:nvPr/>
        </p:nvSpPr>
        <p:spPr>
          <a:xfrm>
            <a:off x="7285517" y="38554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11"/>
          <p:cNvSpPr/>
          <p:nvPr/>
        </p:nvSpPr>
        <p:spPr>
          <a:xfrm>
            <a:off x="9020278" y="50682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11"/>
          <p:cNvSpPr/>
          <p:nvPr/>
        </p:nvSpPr>
        <p:spPr>
          <a:xfrm>
            <a:off x="8558513" y="43701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11"/>
          <p:cNvSpPr/>
          <p:nvPr/>
        </p:nvSpPr>
        <p:spPr>
          <a:xfrm>
            <a:off x="8459823" y="39541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11"/>
          <p:cNvSpPr/>
          <p:nvPr/>
        </p:nvSpPr>
        <p:spPr>
          <a:xfrm>
            <a:off x="6805997" y="40635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11"/>
          <p:cNvSpPr/>
          <p:nvPr/>
        </p:nvSpPr>
        <p:spPr>
          <a:xfrm flipH="1">
            <a:off x="0" y="3186075"/>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11"/>
          <p:cNvSpPr/>
          <p:nvPr/>
        </p:nvSpPr>
        <p:spPr>
          <a:xfrm flipH="1">
            <a:off x="1090248" y="347174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11"/>
          <p:cNvSpPr/>
          <p:nvPr/>
        </p:nvSpPr>
        <p:spPr>
          <a:xfrm flipH="1">
            <a:off x="1160751" y="318606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11"/>
          <p:cNvSpPr/>
          <p:nvPr/>
        </p:nvSpPr>
        <p:spPr>
          <a:xfrm flipH="1">
            <a:off x="1002250" y="412047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11"/>
          <p:cNvSpPr/>
          <p:nvPr/>
        </p:nvSpPr>
        <p:spPr>
          <a:xfrm flipH="1">
            <a:off x="761998" y="352084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5" name="Google Shape;625;p11"/>
          <p:cNvGrpSpPr/>
          <p:nvPr/>
        </p:nvGrpSpPr>
        <p:grpSpPr>
          <a:xfrm>
            <a:off x="819000" y="4119838"/>
            <a:ext cx="985925" cy="744150"/>
            <a:chOff x="1666700" y="5967688"/>
            <a:chExt cx="985925" cy="744150"/>
          </a:xfrm>
        </p:grpSpPr>
        <p:sp>
          <p:nvSpPr>
            <p:cNvPr id="626" name="Google Shape;626;p11"/>
            <p:cNvSpPr/>
            <p:nvPr/>
          </p:nvSpPr>
          <p:spPr>
            <a:xfrm>
              <a:off x="1666700" y="5967688"/>
              <a:ext cx="985925" cy="744150"/>
            </a:xfrm>
            <a:custGeom>
              <a:avLst/>
              <a:gdLst/>
              <a:ahLst/>
              <a:cxn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11"/>
            <p:cNvSpPr/>
            <p:nvPr/>
          </p:nvSpPr>
          <p:spPr>
            <a:xfrm>
              <a:off x="1758650" y="6363863"/>
              <a:ext cx="130375" cy="130375"/>
            </a:xfrm>
            <a:custGeom>
              <a:avLst/>
              <a:gdLst/>
              <a:ahLst/>
              <a:cxn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11"/>
            <p:cNvSpPr/>
            <p:nvPr/>
          </p:nvSpPr>
          <p:spPr>
            <a:xfrm>
              <a:off x="1735750" y="6361013"/>
              <a:ext cx="148175" cy="131150"/>
            </a:xfrm>
            <a:custGeom>
              <a:avLst/>
              <a:gdLst/>
              <a:ahLst/>
              <a:cxn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11"/>
            <p:cNvSpPr/>
            <p:nvPr/>
          </p:nvSpPr>
          <p:spPr>
            <a:xfrm>
              <a:off x="1766400" y="6369163"/>
              <a:ext cx="117525" cy="122175"/>
            </a:xfrm>
            <a:custGeom>
              <a:avLst/>
              <a:gdLst/>
              <a:ahLst/>
              <a:cxn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11"/>
            <p:cNvSpPr/>
            <p:nvPr/>
          </p:nvSpPr>
          <p:spPr>
            <a:xfrm>
              <a:off x="1751075" y="6397163"/>
              <a:ext cx="119975" cy="66425"/>
            </a:xfrm>
            <a:custGeom>
              <a:avLst/>
              <a:gdLst/>
              <a:ahLst/>
              <a:cxn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11"/>
            <p:cNvSpPr/>
            <p:nvPr/>
          </p:nvSpPr>
          <p:spPr>
            <a:xfrm>
              <a:off x="1748425" y="6392063"/>
              <a:ext cx="120175" cy="69075"/>
            </a:xfrm>
            <a:custGeom>
              <a:avLst/>
              <a:gdLst/>
              <a:ahLst/>
              <a:cxn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11"/>
            <p:cNvSpPr/>
            <p:nvPr/>
          </p:nvSpPr>
          <p:spPr>
            <a:xfrm>
              <a:off x="1911900" y="6282113"/>
              <a:ext cx="130375" cy="130400"/>
            </a:xfrm>
            <a:custGeom>
              <a:avLst/>
              <a:gdLst/>
              <a:ahLst/>
              <a:cxn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11"/>
            <p:cNvSpPr/>
            <p:nvPr/>
          </p:nvSpPr>
          <p:spPr>
            <a:xfrm>
              <a:off x="1889000" y="6279288"/>
              <a:ext cx="148175" cy="129975"/>
            </a:xfrm>
            <a:custGeom>
              <a:avLst/>
              <a:gdLst/>
              <a:ahLst/>
              <a:cxn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11"/>
            <p:cNvSpPr/>
            <p:nvPr/>
          </p:nvSpPr>
          <p:spPr>
            <a:xfrm>
              <a:off x="1922125" y="6287438"/>
              <a:ext cx="115050" cy="122175"/>
            </a:xfrm>
            <a:custGeom>
              <a:avLst/>
              <a:gdLst/>
              <a:ahLst/>
              <a:cxn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11"/>
            <p:cNvSpPr/>
            <p:nvPr/>
          </p:nvSpPr>
          <p:spPr>
            <a:xfrm>
              <a:off x="1906800" y="6315438"/>
              <a:ext cx="117500" cy="66425"/>
            </a:xfrm>
            <a:custGeom>
              <a:avLst/>
              <a:gdLst/>
              <a:ahLst/>
              <a:cxn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11"/>
            <p:cNvSpPr/>
            <p:nvPr/>
          </p:nvSpPr>
          <p:spPr>
            <a:xfrm>
              <a:off x="1904325" y="6310313"/>
              <a:ext cx="119975" cy="69100"/>
            </a:xfrm>
            <a:custGeom>
              <a:avLst/>
              <a:gdLst/>
              <a:ahLst/>
              <a:cxn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11"/>
            <p:cNvSpPr/>
            <p:nvPr/>
          </p:nvSpPr>
          <p:spPr>
            <a:xfrm>
              <a:off x="2067800" y="62003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11"/>
            <p:cNvSpPr/>
            <p:nvPr/>
          </p:nvSpPr>
          <p:spPr>
            <a:xfrm>
              <a:off x="2044725" y="6197563"/>
              <a:ext cx="148150" cy="129975"/>
            </a:xfrm>
            <a:custGeom>
              <a:avLst/>
              <a:gdLst/>
              <a:ahLst/>
              <a:cxn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11"/>
            <p:cNvSpPr/>
            <p:nvPr/>
          </p:nvSpPr>
          <p:spPr>
            <a:xfrm>
              <a:off x="2078025" y="6205713"/>
              <a:ext cx="114850" cy="122175"/>
            </a:xfrm>
            <a:custGeom>
              <a:avLst/>
              <a:gdLst/>
              <a:ahLst/>
              <a:cxn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11"/>
            <p:cNvSpPr/>
            <p:nvPr/>
          </p:nvSpPr>
          <p:spPr>
            <a:xfrm>
              <a:off x="2060050" y="6233688"/>
              <a:ext cx="120175" cy="66450"/>
            </a:xfrm>
            <a:custGeom>
              <a:avLst/>
              <a:gdLst/>
              <a:ahLst/>
              <a:cxn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11"/>
            <p:cNvSpPr/>
            <p:nvPr/>
          </p:nvSpPr>
          <p:spPr>
            <a:xfrm>
              <a:off x="2060050" y="6228588"/>
              <a:ext cx="117500" cy="69100"/>
            </a:xfrm>
            <a:custGeom>
              <a:avLst/>
              <a:gdLst/>
              <a:ahLst/>
              <a:cxn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11"/>
            <p:cNvSpPr/>
            <p:nvPr/>
          </p:nvSpPr>
          <p:spPr>
            <a:xfrm>
              <a:off x="2221050" y="6118663"/>
              <a:ext cx="130200" cy="130375"/>
            </a:xfrm>
            <a:custGeom>
              <a:avLst/>
              <a:gdLst/>
              <a:ahLst/>
              <a:cxn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11"/>
            <p:cNvSpPr/>
            <p:nvPr/>
          </p:nvSpPr>
          <p:spPr>
            <a:xfrm>
              <a:off x="2197975" y="6115813"/>
              <a:ext cx="150825" cy="129975"/>
            </a:xfrm>
            <a:custGeom>
              <a:avLst/>
              <a:gdLst/>
              <a:ahLst/>
              <a:cxn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11"/>
            <p:cNvSpPr/>
            <p:nvPr/>
          </p:nvSpPr>
          <p:spPr>
            <a:xfrm>
              <a:off x="2231275" y="6123963"/>
              <a:ext cx="117525" cy="122175"/>
            </a:xfrm>
            <a:custGeom>
              <a:avLst/>
              <a:gdLst/>
              <a:ahLst/>
              <a:cxn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11"/>
            <p:cNvSpPr/>
            <p:nvPr/>
          </p:nvSpPr>
          <p:spPr>
            <a:xfrm>
              <a:off x="2215950" y="6151963"/>
              <a:ext cx="117525" cy="66425"/>
            </a:xfrm>
            <a:custGeom>
              <a:avLst/>
              <a:gdLst/>
              <a:ahLst/>
              <a:cxn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11"/>
            <p:cNvSpPr/>
            <p:nvPr/>
          </p:nvSpPr>
          <p:spPr>
            <a:xfrm>
              <a:off x="2213300" y="6146863"/>
              <a:ext cx="120175" cy="69075"/>
            </a:xfrm>
            <a:custGeom>
              <a:avLst/>
              <a:gdLst/>
              <a:ahLst/>
              <a:cxn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11"/>
            <p:cNvSpPr/>
            <p:nvPr/>
          </p:nvSpPr>
          <p:spPr>
            <a:xfrm>
              <a:off x="2376750" y="6036913"/>
              <a:ext cx="130400" cy="130400"/>
            </a:xfrm>
            <a:custGeom>
              <a:avLst/>
              <a:gdLst/>
              <a:ahLst/>
              <a:cxn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11"/>
            <p:cNvSpPr/>
            <p:nvPr/>
          </p:nvSpPr>
          <p:spPr>
            <a:xfrm>
              <a:off x="2353875" y="6034013"/>
              <a:ext cx="148175" cy="130050"/>
            </a:xfrm>
            <a:custGeom>
              <a:avLst/>
              <a:gdLst/>
              <a:ahLst/>
              <a:cxn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11"/>
            <p:cNvSpPr/>
            <p:nvPr/>
          </p:nvSpPr>
          <p:spPr>
            <a:xfrm>
              <a:off x="2386975" y="6042238"/>
              <a:ext cx="115075" cy="122175"/>
            </a:xfrm>
            <a:custGeom>
              <a:avLst/>
              <a:gdLst/>
              <a:ahLst/>
              <a:cxn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1"/>
            <p:cNvSpPr/>
            <p:nvPr/>
          </p:nvSpPr>
          <p:spPr>
            <a:xfrm>
              <a:off x="2371650" y="6070238"/>
              <a:ext cx="117525" cy="66425"/>
            </a:xfrm>
            <a:custGeom>
              <a:avLst/>
              <a:gdLst/>
              <a:ahLst/>
              <a:cxn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11"/>
            <p:cNvSpPr/>
            <p:nvPr/>
          </p:nvSpPr>
          <p:spPr>
            <a:xfrm>
              <a:off x="2369200" y="6065113"/>
              <a:ext cx="117525" cy="69100"/>
            </a:xfrm>
            <a:custGeom>
              <a:avLst/>
              <a:gdLst/>
              <a:ahLst/>
              <a:cxn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1"/>
            <p:cNvSpPr/>
            <p:nvPr/>
          </p:nvSpPr>
          <p:spPr>
            <a:xfrm>
              <a:off x="1832825" y="6506888"/>
              <a:ext cx="130175" cy="130400"/>
            </a:xfrm>
            <a:custGeom>
              <a:avLst/>
              <a:gdLst/>
              <a:ahLst/>
              <a:cxn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11"/>
            <p:cNvSpPr/>
            <p:nvPr/>
          </p:nvSpPr>
          <p:spPr>
            <a:xfrm>
              <a:off x="1809725" y="6504063"/>
              <a:ext cx="148175" cy="129975"/>
            </a:xfrm>
            <a:custGeom>
              <a:avLst/>
              <a:gdLst/>
              <a:ahLst/>
              <a:cxn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11"/>
            <p:cNvSpPr/>
            <p:nvPr/>
          </p:nvSpPr>
          <p:spPr>
            <a:xfrm>
              <a:off x="1843025" y="6512213"/>
              <a:ext cx="114875" cy="122175"/>
            </a:xfrm>
            <a:custGeom>
              <a:avLst/>
              <a:gdLst/>
              <a:ahLst/>
              <a:cxn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1"/>
            <p:cNvSpPr/>
            <p:nvPr/>
          </p:nvSpPr>
          <p:spPr>
            <a:xfrm>
              <a:off x="1827700" y="6540188"/>
              <a:ext cx="117525" cy="66450"/>
            </a:xfrm>
            <a:custGeom>
              <a:avLst/>
              <a:gdLst/>
              <a:ahLst/>
              <a:cxn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1"/>
            <p:cNvSpPr/>
            <p:nvPr/>
          </p:nvSpPr>
          <p:spPr>
            <a:xfrm>
              <a:off x="1825050" y="6535088"/>
              <a:ext cx="120175" cy="69100"/>
            </a:xfrm>
            <a:custGeom>
              <a:avLst/>
              <a:gdLst/>
              <a:ahLst/>
              <a:cxn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1"/>
            <p:cNvSpPr/>
            <p:nvPr/>
          </p:nvSpPr>
          <p:spPr>
            <a:xfrm>
              <a:off x="1988525" y="6425163"/>
              <a:ext cx="130400" cy="130375"/>
            </a:xfrm>
            <a:custGeom>
              <a:avLst/>
              <a:gdLst/>
              <a:ahLst/>
              <a:cxn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11"/>
            <p:cNvSpPr/>
            <p:nvPr/>
          </p:nvSpPr>
          <p:spPr>
            <a:xfrm>
              <a:off x="1965625" y="6422313"/>
              <a:ext cx="148175" cy="129975"/>
            </a:xfrm>
            <a:custGeom>
              <a:avLst/>
              <a:gdLst/>
              <a:ahLst/>
              <a:cxn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11"/>
            <p:cNvSpPr/>
            <p:nvPr/>
          </p:nvSpPr>
          <p:spPr>
            <a:xfrm>
              <a:off x="1998750" y="6430463"/>
              <a:ext cx="115050" cy="122175"/>
            </a:xfrm>
            <a:custGeom>
              <a:avLst/>
              <a:gdLst/>
              <a:ahLst/>
              <a:cxn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11"/>
            <p:cNvSpPr/>
            <p:nvPr/>
          </p:nvSpPr>
          <p:spPr>
            <a:xfrm>
              <a:off x="1980950" y="6458463"/>
              <a:ext cx="119975" cy="66425"/>
            </a:xfrm>
            <a:custGeom>
              <a:avLst/>
              <a:gdLst/>
              <a:ahLst/>
              <a:cxn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11"/>
            <p:cNvSpPr/>
            <p:nvPr/>
          </p:nvSpPr>
          <p:spPr>
            <a:xfrm>
              <a:off x="1980950" y="6453363"/>
              <a:ext cx="117525" cy="69075"/>
            </a:xfrm>
            <a:custGeom>
              <a:avLst/>
              <a:gdLst/>
              <a:ahLst/>
              <a:cxn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1"/>
            <p:cNvSpPr/>
            <p:nvPr/>
          </p:nvSpPr>
          <p:spPr>
            <a:xfrm>
              <a:off x="2141775" y="6343413"/>
              <a:ext cx="130400" cy="130400"/>
            </a:xfrm>
            <a:custGeom>
              <a:avLst/>
              <a:gdLst/>
              <a:ahLst/>
              <a:cxn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1"/>
            <p:cNvSpPr/>
            <p:nvPr/>
          </p:nvSpPr>
          <p:spPr>
            <a:xfrm>
              <a:off x="2118900" y="6340513"/>
              <a:ext cx="150600" cy="130050"/>
            </a:xfrm>
            <a:custGeom>
              <a:avLst/>
              <a:gdLst/>
              <a:ahLst/>
              <a:cxn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1"/>
            <p:cNvSpPr/>
            <p:nvPr/>
          </p:nvSpPr>
          <p:spPr>
            <a:xfrm>
              <a:off x="2152000" y="6348738"/>
              <a:ext cx="117500" cy="122175"/>
            </a:xfrm>
            <a:custGeom>
              <a:avLst/>
              <a:gdLst/>
              <a:ahLst/>
              <a:cxn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11"/>
            <p:cNvSpPr/>
            <p:nvPr/>
          </p:nvSpPr>
          <p:spPr>
            <a:xfrm>
              <a:off x="2136675" y="6376738"/>
              <a:ext cx="117500" cy="66425"/>
            </a:xfrm>
            <a:custGeom>
              <a:avLst/>
              <a:gdLst/>
              <a:ahLst/>
              <a:cxn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11"/>
            <p:cNvSpPr/>
            <p:nvPr/>
          </p:nvSpPr>
          <p:spPr>
            <a:xfrm>
              <a:off x="2134225" y="6371613"/>
              <a:ext cx="119950" cy="66450"/>
            </a:xfrm>
            <a:custGeom>
              <a:avLst/>
              <a:gdLst/>
              <a:ahLst/>
              <a:cxn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11"/>
            <p:cNvSpPr/>
            <p:nvPr/>
          </p:nvSpPr>
          <p:spPr>
            <a:xfrm>
              <a:off x="2297675" y="62616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11"/>
            <p:cNvSpPr/>
            <p:nvPr/>
          </p:nvSpPr>
          <p:spPr>
            <a:xfrm>
              <a:off x="2274600" y="6258788"/>
              <a:ext cx="148150" cy="129600"/>
            </a:xfrm>
            <a:custGeom>
              <a:avLst/>
              <a:gdLst/>
              <a:ahLst/>
              <a:cxn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11"/>
            <p:cNvSpPr/>
            <p:nvPr/>
          </p:nvSpPr>
          <p:spPr>
            <a:xfrm>
              <a:off x="2307900" y="6267013"/>
              <a:ext cx="114850" cy="122175"/>
            </a:xfrm>
            <a:custGeom>
              <a:avLst/>
              <a:gdLst/>
              <a:ahLst/>
              <a:cxn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11"/>
            <p:cNvSpPr/>
            <p:nvPr/>
          </p:nvSpPr>
          <p:spPr>
            <a:xfrm>
              <a:off x="2292575" y="6292538"/>
              <a:ext cx="117525" cy="68900"/>
            </a:xfrm>
            <a:custGeom>
              <a:avLst/>
              <a:gdLst/>
              <a:ahLst/>
              <a:cxn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11"/>
            <p:cNvSpPr/>
            <p:nvPr/>
          </p:nvSpPr>
          <p:spPr>
            <a:xfrm>
              <a:off x="2289925" y="6289888"/>
              <a:ext cx="117500" cy="66425"/>
            </a:xfrm>
            <a:custGeom>
              <a:avLst/>
              <a:gdLst/>
              <a:ahLst/>
              <a:cxn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11"/>
            <p:cNvSpPr/>
            <p:nvPr/>
          </p:nvSpPr>
          <p:spPr>
            <a:xfrm>
              <a:off x="2453375" y="6179963"/>
              <a:ext cx="130400" cy="130375"/>
            </a:xfrm>
            <a:custGeom>
              <a:avLst/>
              <a:gdLst/>
              <a:ahLst/>
              <a:cxn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11"/>
            <p:cNvSpPr/>
            <p:nvPr/>
          </p:nvSpPr>
          <p:spPr>
            <a:xfrm>
              <a:off x="2430500" y="6177038"/>
              <a:ext cx="148175" cy="129600"/>
            </a:xfrm>
            <a:custGeom>
              <a:avLst/>
              <a:gdLst/>
              <a:ahLst/>
              <a:cxn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11"/>
            <p:cNvSpPr/>
            <p:nvPr/>
          </p:nvSpPr>
          <p:spPr>
            <a:xfrm>
              <a:off x="2461150" y="6182613"/>
              <a:ext cx="117525" cy="124825"/>
            </a:xfrm>
            <a:custGeom>
              <a:avLst/>
              <a:gdLst/>
              <a:ahLst/>
              <a:cxn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11"/>
            <p:cNvSpPr/>
            <p:nvPr/>
          </p:nvSpPr>
          <p:spPr>
            <a:xfrm>
              <a:off x="2445825" y="6210813"/>
              <a:ext cx="119975" cy="68875"/>
            </a:xfrm>
            <a:custGeom>
              <a:avLst/>
              <a:gdLst/>
              <a:ahLst/>
              <a:cxn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11"/>
            <p:cNvSpPr/>
            <p:nvPr/>
          </p:nvSpPr>
          <p:spPr>
            <a:xfrm>
              <a:off x="2443175" y="6208163"/>
              <a:ext cx="120175" cy="66425"/>
            </a:xfrm>
            <a:custGeom>
              <a:avLst/>
              <a:gdLst/>
              <a:ahLst/>
              <a:cxn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2"/>
        </a:solidFill>
        <a:effectLst/>
      </p:bgPr>
    </p:bg>
    <p:spTree>
      <p:nvGrpSpPr>
        <p:cNvPr id="1" name="Shape 67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678"/>
        <p:cNvGrpSpPr/>
        <p:nvPr/>
      </p:nvGrpSpPr>
      <p:grpSpPr>
        <a:xfrm>
          <a:off x="0" y="0"/>
          <a:ext cx="0" cy="0"/>
          <a:chOff x="0" y="0"/>
          <a:chExt cx="0" cy="0"/>
        </a:xfrm>
      </p:grpSpPr>
      <p:sp>
        <p:nvSpPr>
          <p:cNvPr id="679" name="Google Shape;679;p13"/>
          <p:cNvSpPr/>
          <p:nvPr/>
        </p:nvSpPr>
        <p:spPr>
          <a:xfrm>
            <a:off x="7915700" y="3334300"/>
            <a:ext cx="1228300" cy="1809200"/>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3"/>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81" name="Google Shape;681;p13"/>
          <p:cNvSpPr/>
          <p:nvPr/>
        </p:nvSpPr>
        <p:spPr>
          <a:xfrm rot="10800000">
            <a:off x="-9537" y="-7300"/>
            <a:ext cx="2222725" cy="1383500"/>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3"/>
          <p:cNvSpPr/>
          <p:nvPr/>
        </p:nvSpPr>
        <p:spPr>
          <a:xfrm>
            <a:off x="7823198" y="472987"/>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13"/>
          <p:cNvSpPr/>
          <p:nvPr/>
        </p:nvSpPr>
        <p:spPr>
          <a:xfrm>
            <a:off x="7953511" y="187306"/>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13"/>
          <p:cNvSpPr/>
          <p:nvPr/>
        </p:nvSpPr>
        <p:spPr>
          <a:xfrm>
            <a:off x="8112335" y="1121714"/>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13"/>
          <p:cNvSpPr/>
          <p:nvPr/>
        </p:nvSpPr>
        <p:spPr>
          <a:xfrm>
            <a:off x="8352328" y="522082"/>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6" name="Google Shape;686;p13"/>
          <p:cNvGrpSpPr/>
          <p:nvPr/>
        </p:nvGrpSpPr>
        <p:grpSpPr>
          <a:xfrm>
            <a:off x="188950" y="4381475"/>
            <a:ext cx="480225" cy="615300"/>
            <a:chOff x="912850" y="4743425"/>
            <a:chExt cx="480225" cy="615300"/>
          </a:xfrm>
        </p:grpSpPr>
        <p:sp>
          <p:nvSpPr>
            <p:cNvPr id="687" name="Google Shape;687;p13"/>
            <p:cNvSpPr/>
            <p:nvPr/>
          </p:nvSpPr>
          <p:spPr>
            <a:xfrm>
              <a:off x="912850" y="4825175"/>
              <a:ext cx="480225" cy="533550"/>
            </a:xfrm>
            <a:custGeom>
              <a:avLst/>
              <a:gdLst/>
              <a:ahLst/>
              <a:cxnLst/>
              <a:rect l="l" t="t" r="r" b="b"/>
              <a:pathLst>
                <a:path w="19209" h="21342" extrusionOk="0">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3"/>
            <p:cNvSpPr/>
            <p:nvPr/>
          </p:nvSpPr>
          <p:spPr>
            <a:xfrm>
              <a:off x="1055900" y="4825175"/>
              <a:ext cx="291200" cy="71525"/>
            </a:xfrm>
            <a:custGeom>
              <a:avLst/>
              <a:gdLst/>
              <a:ahLst/>
              <a:cxnLst/>
              <a:rect l="l" t="t" r="r" b="b"/>
              <a:pathLst>
                <a:path w="11648" h="2861" extrusionOk="0">
                  <a:moveTo>
                    <a:pt x="205" y="0"/>
                  </a:moveTo>
                  <a:lnTo>
                    <a:pt x="0" y="613"/>
                  </a:lnTo>
                  <a:lnTo>
                    <a:pt x="11549" y="2861"/>
                  </a:lnTo>
                  <a:lnTo>
                    <a:pt x="11647" y="2248"/>
                  </a:lnTo>
                  <a:lnTo>
                    <a:pt x="205"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3"/>
            <p:cNvSpPr/>
            <p:nvPr/>
          </p:nvSpPr>
          <p:spPr>
            <a:xfrm>
              <a:off x="1038125" y="4743425"/>
              <a:ext cx="344725" cy="143075"/>
            </a:xfrm>
            <a:custGeom>
              <a:avLst/>
              <a:gdLst/>
              <a:ahLst/>
              <a:cxnLst/>
              <a:rect l="l" t="t" r="r" b="b"/>
              <a:pathLst>
                <a:path w="13789" h="5723" extrusionOk="0">
                  <a:moveTo>
                    <a:pt x="613" y="1"/>
                  </a:moveTo>
                  <a:lnTo>
                    <a:pt x="0" y="3066"/>
                  </a:lnTo>
                  <a:lnTo>
                    <a:pt x="13176" y="5722"/>
                  </a:lnTo>
                  <a:lnTo>
                    <a:pt x="13789" y="2657"/>
                  </a:lnTo>
                  <a:lnTo>
                    <a:pt x="6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13"/>
            <p:cNvSpPr/>
            <p:nvPr/>
          </p:nvSpPr>
          <p:spPr>
            <a:xfrm>
              <a:off x="1050775" y="4745900"/>
              <a:ext cx="28225" cy="79300"/>
            </a:xfrm>
            <a:custGeom>
              <a:avLst/>
              <a:gdLst/>
              <a:ahLst/>
              <a:cxnLst/>
              <a:rect l="l" t="t" r="r" b="b"/>
              <a:pathLst>
                <a:path w="1129" h="3172" extrusionOk="0">
                  <a:moveTo>
                    <a:pt x="614" y="0"/>
                  </a:moveTo>
                  <a:lnTo>
                    <a:pt x="1" y="3065"/>
                  </a:lnTo>
                  <a:lnTo>
                    <a:pt x="516" y="3171"/>
                  </a:lnTo>
                  <a:lnTo>
                    <a:pt x="1129" y="106"/>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13"/>
            <p:cNvSpPr/>
            <p:nvPr/>
          </p:nvSpPr>
          <p:spPr>
            <a:xfrm>
              <a:off x="1078975" y="4751000"/>
              <a:ext cx="30675" cy="81750"/>
            </a:xfrm>
            <a:custGeom>
              <a:avLst/>
              <a:gdLst/>
              <a:ahLst/>
              <a:cxnLst/>
              <a:rect l="l" t="t" r="r" b="b"/>
              <a:pathLst>
                <a:path w="1227" h="3270" extrusionOk="0">
                  <a:moveTo>
                    <a:pt x="614" y="0"/>
                  </a:moveTo>
                  <a:lnTo>
                    <a:pt x="1" y="3172"/>
                  </a:lnTo>
                  <a:lnTo>
                    <a:pt x="614" y="3270"/>
                  </a:lnTo>
                  <a:lnTo>
                    <a:pt x="1227" y="107"/>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13"/>
            <p:cNvSpPr/>
            <p:nvPr/>
          </p:nvSpPr>
          <p:spPr>
            <a:xfrm>
              <a:off x="1109625" y="4756100"/>
              <a:ext cx="28025" cy="81775"/>
            </a:xfrm>
            <a:custGeom>
              <a:avLst/>
              <a:gdLst/>
              <a:ahLst/>
              <a:cxnLst/>
              <a:rect l="l" t="t" r="r" b="b"/>
              <a:pathLst>
                <a:path w="1121" h="3271" extrusionOk="0">
                  <a:moveTo>
                    <a:pt x="614" y="1"/>
                  </a:moveTo>
                  <a:lnTo>
                    <a:pt x="1" y="3172"/>
                  </a:lnTo>
                  <a:lnTo>
                    <a:pt x="508" y="3270"/>
                  </a:lnTo>
                  <a:lnTo>
                    <a:pt x="1121" y="107"/>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13"/>
            <p:cNvSpPr/>
            <p:nvPr/>
          </p:nvSpPr>
          <p:spPr>
            <a:xfrm>
              <a:off x="1137625" y="4763875"/>
              <a:ext cx="30675" cy="79100"/>
            </a:xfrm>
            <a:custGeom>
              <a:avLst/>
              <a:gdLst/>
              <a:ahLst/>
              <a:cxnLst/>
              <a:rect l="l" t="t" r="r" b="b"/>
              <a:pathLst>
                <a:path w="1227" h="3164" extrusionOk="0">
                  <a:moveTo>
                    <a:pt x="614" y="0"/>
                  </a:moveTo>
                  <a:lnTo>
                    <a:pt x="1" y="3065"/>
                  </a:lnTo>
                  <a:lnTo>
                    <a:pt x="516" y="3163"/>
                  </a:lnTo>
                  <a:lnTo>
                    <a:pt x="1227" y="98"/>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13"/>
            <p:cNvSpPr/>
            <p:nvPr/>
          </p:nvSpPr>
          <p:spPr>
            <a:xfrm>
              <a:off x="1165825" y="4768975"/>
              <a:ext cx="30675" cy="79100"/>
            </a:xfrm>
            <a:custGeom>
              <a:avLst/>
              <a:gdLst/>
              <a:ahLst/>
              <a:cxnLst/>
              <a:rect l="l" t="t" r="r" b="b"/>
              <a:pathLst>
                <a:path w="1227" h="3164" extrusionOk="0">
                  <a:moveTo>
                    <a:pt x="712" y="1"/>
                  </a:moveTo>
                  <a:lnTo>
                    <a:pt x="1" y="3066"/>
                  </a:lnTo>
                  <a:lnTo>
                    <a:pt x="614" y="3164"/>
                  </a:lnTo>
                  <a:lnTo>
                    <a:pt x="1227" y="99"/>
                  </a:lnTo>
                  <a:lnTo>
                    <a:pt x="712"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13"/>
            <p:cNvSpPr/>
            <p:nvPr/>
          </p:nvSpPr>
          <p:spPr>
            <a:xfrm>
              <a:off x="1196475" y="4774075"/>
              <a:ext cx="28025" cy="81775"/>
            </a:xfrm>
            <a:custGeom>
              <a:avLst/>
              <a:gdLst/>
              <a:ahLst/>
              <a:cxnLst/>
              <a:rect l="l" t="t" r="r" b="b"/>
              <a:pathLst>
                <a:path w="1121" h="3271" extrusionOk="0">
                  <a:moveTo>
                    <a:pt x="614" y="1"/>
                  </a:moveTo>
                  <a:lnTo>
                    <a:pt x="1" y="3164"/>
                  </a:lnTo>
                  <a:lnTo>
                    <a:pt x="507" y="3270"/>
                  </a:lnTo>
                  <a:lnTo>
                    <a:pt x="1120"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13"/>
            <p:cNvSpPr/>
            <p:nvPr/>
          </p:nvSpPr>
          <p:spPr>
            <a:xfrm>
              <a:off x="1224475" y="4779200"/>
              <a:ext cx="30675" cy="81750"/>
            </a:xfrm>
            <a:custGeom>
              <a:avLst/>
              <a:gdLst/>
              <a:ahLst/>
              <a:cxnLst/>
              <a:rect l="l" t="t" r="r" b="b"/>
              <a:pathLst>
                <a:path w="1227" h="3270" extrusionOk="0">
                  <a:moveTo>
                    <a:pt x="613" y="0"/>
                  </a:moveTo>
                  <a:lnTo>
                    <a:pt x="0" y="3163"/>
                  </a:lnTo>
                  <a:lnTo>
                    <a:pt x="613" y="3270"/>
                  </a:lnTo>
                  <a:lnTo>
                    <a:pt x="1226" y="98"/>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13"/>
            <p:cNvSpPr/>
            <p:nvPr/>
          </p:nvSpPr>
          <p:spPr>
            <a:xfrm>
              <a:off x="1255125" y="4786750"/>
              <a:ext cx="28225" cy="79300"/>
            </a:xfrm>
            <a:custGeom>
              <a:avLst/>
              <a:gdLst/>
              <a:ahLst/>
              <a:cxnLst/>
              <a:rect l="l" t="t" r="r" b="b"/>
              <a:pathLst>
                <a:path w="1129" h="3172" extrusionOk="0">
                  <a:moveTo>
                    <a:pt x="613" y="1"/>
                  </a:moveTo>
                  <a:lnTo>
                    <a:pt x="0" y="3066"/>
                  </a:lnTo>
                  <a:lnTo>
                    <a:pt x="515" y="3172"/>
                  </a:lnTo>
                  <a:lnTo>
                    <a:pt x="1128" y="107"/>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3"/>
            <p:cNvSpPr/>
            <p:nvPr/>
          </p:nvSpPr>
          <p:spPr>
            <a:xfrm>
              <a:off x="1283325" y="4791875"/>
              <a:ext cx="30675" cy="81750"/>
            </a:xfrm>
            <a:custGeom>
              <a:avLst/>
              <a:gdLst/>
              <a:ahLst/>
              <a:cxnLst/>
              <a:rect l="l" t="t" r="r" b="b"/>
              <a:pathLst>
                <a:path w="1227" h="3270" extrusionOk="0">
                  <a:moveTo>
                    <a:pt x="613" y="0"/>
                  </a:moveTo>
                  <a:lnTo>
                    <a:pt x="0" y="3171"/>
                  </a:lnTo>
                  <a:lnTo>
                    <a:pt x="613" y="3269"/>
                  </a:lnTo>
                  <a:lnTo>
                    <a:pt x="1226" y="106"/>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13"/>
            <p:cNvSpPr/>
            <p:nvPr/>
          </p:nvSpPr>
          <p:spPr>
            <a:xfrm>
              <a:off x="1313975" y="4796975"/>
              <a:ext cx="28000" cy="81750"/>
            </a:xfrm>
            <a:custGeom>
              <a:avLst/>
              <a:gdLst/>
              <a:ahLst/>
              <a:cxnLst/>
              <a:rect l="l" t="t" r="r" b="b"/>
              <a:pathLst>
                <a:path w="1120" h="3270" extrusionOk="0">
                  <a:moveTo>
                    <a:pt x="613" y="0"/>
                  </a:moveTo>
                  <a:lnTo>
                    <a:pt x="0" y="3172"/>
                  </a:lnTo>
                  <a:lnTo>
                    <a:pt x="507" y="3270"/>
                  </a:lnTo>
                  <a:lnTo>
                    <a:pt x="1120" y="107"/>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13"/>
            <p:cNvSpPr/>
            <p:nvPr/>
          </p:nvSpPr>
          <p:spPr>
            <a:xfrm>
              <a:off x="1341950" y="4804725"/>
              <a:ext cx="30675" cy="79125"/>
            </a:xfrm>
            <a:custGeom>
              <a:avLst/>
              <a:gdLst/>
              <a:ahLst/>
              <a:cxnLst/>
              <a:rect l="l" t="t" r="r" b="b"/>
              <a:pathLst>
                <a:path w="1227" h="3165" extrusionOk="0">
                  <a:moveTo>
                    <a:pt x="614" y="1"/>
                  </a:moveTo>
                  <a:lnTo>
                    <a:pt x="1" y="3066"/>
                  </a:lnTo>
                  <a:lnTo>
                    <a:pt x="516" y="3164"/>
                  </a:lnTo>
                  <a:lnTo>
                    <a:pt x="1227"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13"/>
            <p:cNvSpPr/>
            <p:nvPr/>
          </p:nvSpPr>
          <p:spPr>
            <a:xfrm>
              <a:off x="935950" y="4963100"/>
              <a:ext cx="441800" cy="260550"/>
            </a:xfrm>
            <a:custGeom>
              <a:avLst/>
              <a:gdLst/>
              <a:ahLst/>
              <a:cxnLst/>
              <a:rect l="l" t="t" r="r" b="b"/>
              <a:pathLst>
                <a:path w="17672" h="10422" extrusionOk="0">
                  <a:moveTo>
                    <a:pt x="1431" y="0"/>
                  </a:moveTo>
                  <a:lnTo>
                    <a:pt x="0" y="7250"/>
                  </a:lnTo>
                  <a:lnTo>
                    <a:pt x="16241" y="10421"/>
                  </a:lnTo>
                  <a:lnTo>
                    <a:pt x="17671" y="3163"/>
                  </a:lnTo>
                  <a:lnTo>
                    <a:pt x="14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13"/>
            <p:cNvSpPr/>
            <p:nvPr/>
          </p:nvSpPr>
          <p:spPr>
            <a:xfrm>
              <a:off x="912850" y="5169875"/>
              <a:ext cx="424025" cy="188850"/>
            </a:xfrm>
            <a:custGeom>
              <a:avLst/>
              <a:gdLst/>
              <a:ahLst/>
              <a:cxnLst/>
              <a:rect l="l" t="t" r="r" b="b"/>
              <a:pathLst>
                <a:path w="16961" h="7554" extrusionOk="0">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13"/>
            <p:cNvSpPr/>
            <p:nvPr/>
          </p:nvSpPr>
          <p:spPr>
            <a:xfrm>
              <a:off x="963950" y="4963100"/>
              <a:ext cx="413800" cy="112400"/>
            </a:xfrm>
            <a:custGeom>
              <a:avLst/>
              <a:gdLst/>
              <a:ahLst/>
              <a:cxnLst/>
              <a:rect l="l" t="t" r="r" b="b"/>
              <a:pathLst>
                <a:path w="16552" h="4496" extrusionOk="0">
                  <a:moveTo>
                    <a:pt x="311" y="0"/>
                  </a:moveTo>
                  <a:lnTo>
                    <a:pt x="0" y="1324"/>
                  </a:lnTo>
                  <a:lnTo>
                    <a:pt x="16249" y="4496"/>
                  </a:lnTo>
                  <a:lnTo>
                    <a:pt x="16551" y="3163"/>
                  </a:lnTo>
                  <a:lnTo>
                    <a:pt x="311"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3"/>
            <p:cNvSpPr/>
            <p:nvPr/>
          </p:nvSpPr>
          <p:spPr>
            <a:xfrm>
              <a:off x="984375" y="5034625"/>
              <a:ext cx="94625" cy="94425"/>
            </a:xfrm>
            <a:custGeom>
              <a:avLst/>
              <a:gdLst/>
              <a:ahLst/>
              <a:cxnLst/>
              <a:rect l="l" t="t" r="r" b="b"/>
              <a:pathLst>
                <a:path w="3785" h="3777" extrusionOk="0">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13"/>
            <p:cNvSpPr/>
            <p:nvPr/>
          </p:nvSpPr>
          <p:spPr>
            <a:xfrm>
              <a:off x="1178500" y="5075475"/>
              <a:ext cx="145700" cy="43350"/>
            </a:xfrm>
            <a:custGeom>
              <a:avLst/>
              <a:gdLst/>
              <a:ahLst/>
              <a:cxnLst/>
              <a:rect l="l" t="t" r="r" b="b"/>
              <a:pathLst>
                <a:path w="5828" h="1734" extrusionOk="0">
                  <a:moveTo>
                    <a:pt x="205" y="1"/>
                  </a:moveTo>
                  <a:lnTo>
                    <a:pt x="0" y="614"/>
                  </a:lnTo>
                  <a:lnTo>
                    <a:pt x="5722" y="1733"/>
                  </a:lnTo>
                  <a:lnTo>
                    <a:pt x="5828" y="1120"/>
                  </a:lnTo>
                  <a:lnTo>
                    <a:pt x="205"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3"/>
            <p:cNvSpPr/>
            <p:nvPr/>
          </p:nvSpPr>
          <p:spPr>
            <a:xfrm>
              <a:off x="1170925" y="5113700"/>
              <a:ext cx="145525" cy="43550"/>
            </a:xfrm>
            <a:custGeom>
              <a:avLst/>
              <a:gdLst/>
              <a:ahLst/>
              <a:cxnLst/>
              <a:rect l="l" t="t" r="r" b="b"/>
              <a:pathLst>
                <a:path w="5821" h="1742" extrusionOk="0">
                  <a:moveTo>
                    <a:pt x="205" y="0"/>
                  </a:moveTo>
                  <a:lnTo>
                    <a:pt x="1" y="719"/>
                  </a:lnTo>
                  <a:lnTo>
                    <a:pt x="5722" y="1741"/>
                  </a:lnTo>
                  <a:lnTo>
                    <a:pt x="5820" y="1128"/>
                  </a:lnTo>
                  <a:lnTo>
                    <a:pt x="205"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7" name="Google Shape;707;p13"/>
          <p:cNvSpPr txBox="1">
            <a:spLocks noGrp="1"/>
          </p:cNvSpPr>
          <p:nvPr>
            <p:ph type="subTitle" idx="1"/>
          </p:nvPr>
        </p:nvSpPr>
        <p:spPr>
          <a:xfrm>
            <a:off x="724560" y="3642656"/>
            <a:ext cx="2094000" cy="390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a:latin typeface="Nunito ExtraBold"/>
                <a:ea typeface="Nunito ExtraBold"/>
                <a:cs typeface="Nunito ExtraBold"/>
                <a:sym typeface="Nunito ExtraBold"/>
              </a:defRPr>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a:endParaRPr/>
          </a:p>
        </p:txBody>
      </p:sp>
      <p:sp>
        <p:nvSpPr>
          <p:cNvPr id="708" name="Google Shape;708;p13"/>
          <p:cNvSpPr txBox="1">
            <a:spLocks noGrp="1"/>
          </p:cNvSpPr>
          <p:nvPr>
            <p:ph type="subTitle" idx="2"/>
          </p:nvPr>
        </p:nvSpPr>
        <p:spPr>
          <a:xfrm>
            <a:off x="724560" y="4027495"/>
            <a:ext cx="2194500" cy="60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a:endParaRPr/>
          </a:p>
        </p:txBody>
      </p:sp>
      <p:sp>
        <p:nvSpPr>
          <p:cNvPr id="709" name="Google Shape;709;p13"/>
          <p:cNvSpPr txBox="1">
            <a:spLocks noGrp="1"/>
          </p:cNvSpPr>
          <p:nvPr>
            <p:ph type="subTitle" idx="3"/>
          </p:nvPr>
        </p:nvSpPr>
        <p:spPr>
          <a:xfrm>
            <a:off x="3527025" y="3642656"/>
            <a:ext cx="2094000" cy="390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a:latin typeface="Nunito ExtraBold"/>
                <a:ea typeface="Nunito ExtraBold"/>
                <a:cs typeface="Nunito ExtraBold"/>
                <a:sym typeface="Nunito ExtraBold"/>
              </a:defRPr>
            </a:lvl1pPr>
            <a:lvl2pPr lvl="1" algn="ctr" rtl="0">
              <a:spcBef>
                <a:spcPts val="160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710" name="Google Shape;710;p13"/>
          <p:cNvSpPr txBox="1">
            <a:spLocks noGrp="1"/>
          </p:cNvSpPr>
          <p:nvPr>
            <p:ph type="subTitle" idx="4"/>
          </p:nvPr>
        </p:nvSpPr>
        <p:spPr>
          <a:xfrm>
            <a:off x="3527025" y="4027495"/>
            <a:ext cx="2194500" cy="60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a:endParaRPr/>
          </a:p>
        </p:txBody>
      </p:sp>
      <p:sp>
        <p:nvSpPr>
          <p:cNvPr id="711" name="Google Shape;711;p13"/>
          <p:cNvSpPr txBox="1">
            <a:spLocks noGrp="1"/>
          </p:cNvSpPr>
          <p:nvPr>
            <p:ph type="subTitle" idx="5"/>
          </p:nvPr>
        </p:nvSpPr>
        <p:spPr>
          <a:xfrm>
            <a:off x="6338794" y="3642656"/>
            <a:ext cx="2094000" cy="390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a:latin typeface="Nunito ExtraBold"/>
                <a:ea typeface="Nunito ExtraBold"/>
                <a:cs typeface="Nunito ExtraBold"/>
                <a:sym typeface="Nunito ExtraBold"/>
              </a:defRPr>
            </a:lvl1pPr>
            <a:lvl2pPr lvl="1" algn="ctr" rtl="0">
              <a:spcBef>
                <a:spcPts val="160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712" name="Google Shape;712;p13"/>
          <p:cNvSpPr txBox="1">
            <a:spLocks noGrp="1"/>
          </p:cNvSpPr>
          <p:nvPr>
            <p:ph type="subTitle" idx="6"/>
          </p:nvPr>
        </p:nvSpPr>
        <p:spPr>
          <a:xfrm>
            <a:off x="6338794" y="4027495"/>
            <a:ext cx="2194500" cy="60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a:endParaRPr/>
          </a:p>
        </p:txBody>
      </p:sp>
      <p:sp>
        <p:nvSpPr>
          <p:cNvPr id="713" name="Google Shape;713;p13"/>
          <p:cNvSpPr txBox="1">
            <a:spLocks noGrp="1"/>
          </p:cNvSpPr>
          <p:nvPr>
            <p:ph type="subTitle" idx="7"/>
          </p:nvPr>
        </p:nvSpPr>
        <p:spPr>
          <a:xfrm>
            <a:off x="724560" y="1892580"/>
            <a:ext cx="2094000" cy="390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a:latin typeface="Nunito ExtraBold"/>
                <a:ea typeface="Nunito ExtraBold"/>
                <a:cs typeface="Nunito ExtraBold"/>
                <a:sym typeface="Nunito ExtraBold"/>
              </a:defRPr>
            </a:lvl1pPr>
            <a:lvl2pPr lvl="1" rtl="0">
              <a:spcBef>
                <a:spcPts val="160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a:endParaRPr/>
          </a:p>
        </p:txBody>
      </p:sp>
      <p:sp>
        <p:nvSpPr>
          <p:cNvPr id="714" name="Google Shape;714;p13"/>
          <p:cNvSpPr txBox="1">
            <a:spLocks noGrp="1"/>
          </p:cNvSpPr>
          <p:nvPr>
            <p:ph type="subTitle" idx="8"/>
          </p:nvPr>
        </p:nvSpPr>
        <p:spPr>
          <a:xfrm>
            <a:off x="724560" y="2277419"/>
            <a:ext cx="2194500" cy="60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a:endParaRPr/>
          </a:p>
        </p:txBody>
      </p:sp>
      <p:sp>
        <p:nvSpPr>
          <p:cNvPr id="715" name="Google Shape;715;p13"/>
          <p:cNvSpPr txBox="1">
            <a:spLocks noGrp="1"/>
          </p:cNvSpPr>
          <p:nvPr>
            <p:ph type="subTitle" idx="9"/>
          </p:nvPr>
        </p:nvSpPr>
        <p:spPr>
          <a:xfrm>
            <a:off x="3527025" y="1892580"/>
            <a:ext cx="2094000" cy="390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a:latin typeface="Nunito ExtraBold"/>
                <a:ea typeface="Nunito ExtraBold"/>
                <a:cs typeface="Nunito ExtraBold"/>
                <a:sym typeface="Nunito ExtraBold"/>
              </a:defRPr>
            </a:lvl1pPr>
            <a:lvl2pPr lvl="1" algn="ctr" rtl="0">
              <a:spcBef>
                <a:spcPts val="160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716" name="Google Shape;716;p13"/>
          <p:cNvSpPr txBox="1">
            <a:spLocks noGrp="1"/>
          </p:cNvSpPr>
          <p:nvPr>
            <p:ph type="subTitle" idx="13"/>
          </p:nvPr>
        </p:nvSpPr>
        <p:spPr>
          <a:xfrm>
            <a:off x="3527025" y="2277419"/>
            <a:ext cx="2194500" cy="60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a:endParaRPr/>
          </a:p>
        </p:txBody>
      </p:sp>
      <p:sp>
        <p:nvSpPr>
          <p:cNvPr id="717" name="Google Shape;717;p13"/>
          <p:cNvSpPr txBox="1">
            <a:spLocks noGrp="1"/>
          </p:cNvSpPr>
          <p:nvPr>
            <p:ph type="subTitle" idx="14"/>
          </p:nvPr>
        </p:nvSpPr>
        <p:spPr>
          <a:xfrm>
            <a:off x="6338794" y="1892575"/>
            <a:ext cx="2094000" cy="390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a:latin typeface="Nunito ExtraBold"/>
                <a:ea typeface="Nunito ExtraBold"/>
                <a:cs typeface="Nunito ExtraBold"/>
                <a:sym typeface="Nunito ExtraBold"/>
              </a:defRPr>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718" name="Google Shape;718;p13"/>
          <p:cNvSpPr txBox="1">
            <a:spLocks noGrp="1"/>
          </p:cNvSpPr>
          <p:nvPr>
            <p:ph type="subTitle" idx="15"/>
          </p:nvPr>
        </p:nvSpPr>
        <p:spPr>
          <a:xfrm>
            <a:off x="6338794" y="2277419"/>
            <a:ext cx="2194500" cy="60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a:endParaRPr/>
          </a:p>
        </p:txBody>
      </p:sp>
      <p:sp>
        <p:nvSpPr>
          <p:cNvPr id="719" name="Google Shape;719;p13"/>
          <p:cNvSpPr txBox="1">
            <a:spLocks noGrp="1"/>
          </p:cNvSpPr>
          <p:nvPr>
            <p:ph type="title" idx="16" hasCustomPrompt="1"/>
          </p:nvPr>
        </p:nvSpPr>
        <p:spPr>
          <a:xfrm>
            <a:off x="1484760" y="1406875"/>
            <a:ext cx="5736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b="1"/>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720" name="Google Shape;720;p13"/>
          <p:cNvSpPr txBox="1">
            <a:spLocks noGrp="1"/>
          </p:cNvSpPr>
          <p:nvPr>
            <p:ph type="title" idx="17" hasCustomPrompt="1"/>
          </p:nvPr>
        </p:nvSpPr>
        <p:spPr>
          <a:xfrm>
            <a:off x="4286025" y="1406875"/>
            <a:ext cx="5760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b="1"/>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721" name="Google Shape;721;p13"/>
          <p:cNvSpPr txBox="1">
            <a:spLocks noGrp="1"/>
          </p:cNvSpPr>
          <p:nvPr>
            <p:ph type="title" idx="18" hasCustomPrompt="1"/>
          </p:nvPr>
        </p:nvSpPr>
        <p:spPr>
          <a:xfrm>
            <a:off x="7097794" y="1406875"/>
            <a:ext cx="5760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b="1"/>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722" name="Google Shape;722;p13"/>
          <p:cNvSpPr txBox="1">
            <a:spLocks noGrp="1"/>
          </p:cNvSpPr>
          <p:nvPr>
            <p:ph type="title" idx="19" hasCustomPrompt="1"/>
          </p:nvPr>
        </p:nvSpPr>
        <p:spPr>
          <a:xfrm>
            <a:off x="1483560" y="3163491"/>
            <a:ext cx="5760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b="1"/>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723" name="Google Shape;723;p13"/>
          <p:cNvSpPr txBox="1">
            <a:spLocks noGrp="1"/>
          </p:cNvSpPr>
          <p:nvPr>
            <p:ph type="title" idx="20" hasCustomPrompt="1"/>
          </p:nvPr>
        </p:nvSpPr>
        <p:spPr>
          <a:xfrm>
            <a:off x="4286025" y="3163491"/>
            <a:ext cx="5760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b="1"/>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724" name="Google Shape;724;p13"/>
          <p:cNvSpPr txBox="1">
            <a:spLocks noGrp="1"/>
          </p:cNvSpPr>
          <p:nvPr>
            <p:ph type="title" idx="21" hasCustomPrompt="1"/>
          </p:nvPr>
        </p:nvSpPr>
        <p:spPr>
          <a:xfrm>
            <a:off x="7097794" y="3163491"/>
            <a:ext cx="5760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b="1"/>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725" name="Google Shape;725;p13"/>
          <p:cNvSpPr/>
          <p:nvPr/>
        </p:nvSpPr>
        <p:spPr>
          <a:xfrm>
            <a:off x="2483740" y="171622"/>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13"/>
          <p:cNvSpPr/>
          <p:nvPr/>
        </p:nvSpPr>
        <p:spPr>
          <a:xfrm>
            <a:off x="2113408" y="294927"/>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13"/>
          <p:cNvSpPr/>
          <p:nvPr/>
        </p:nvSpPr>
        <p:spPr>
          <a:xfrm>
            <a:off x="3040826" y="55185"/>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8" name="Google Shape;728;p13"/>
          <p:cNvGrpSpPr/>
          <p:nvPr/>
        </p:nvGrpSpPr>
        <p:grpSpPr>
          <a:xfrm>
            <a:off x="8430775" y="49513"/>
            <a:ext cx="674325" cy="1173675"/>
            <a:chOff x="4266275" y="6869625"/>
            <a:chExt cx="674325" cy="1173675"/>
          </a:xfrm>
        </p:grpSpPr>
        <p:sp>
          <p:nvSpPr>
            <p:cNvPr id="729" name="Google Shape;729;p13"/>
            <p:cNvSpPr/>
            <p:nvPr/>
          </p:nvSpPr>
          <p:spPr>
            <a:xfrm>
              <a:off x="4754025" y="7408475"/>
              <a:ext cx="186575" cy="194125"/>
            </a:xfrm>
            <a:custGeom>
              <a:avLst/>
              <a:gdLst/>
              <a:ahLst/>
              <a:cxnLst/>
              <a:rect l="l" t="t" r="r" b="b"/>
              <a:pathLst>
                <a:path w="7463" h="7765" extrusionOk="0">
                  <a:moveTo>
                    <a:pt x="2044" y="0"/>
                  </a:moveTo>
                  <a:lnTo>
                    <a:pt x="0" y="1945"/>
                  </a:lnTo>
                  <a:lnTo>
                    <a:pt x="5419" y="7765"/>
                  </a:lnTo>
                  <a:lnTo>
                    <a:pt x="7463" y="5828"/>
                  </a:lnTo>
                  <a:lnTo>
                    <a:pt x="204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13"/>
            <p:cNvSpPr/>
            <p:nvPr/>
          </p:nvSpPr>
          <p:spPr>
            <a:xfrm>
              <a:off x="4759125" y="7416225"/>
              <a:ext cx="58875" cy="53575"/>
            </a:xfrm>
            <a:custGeom>
              <a:avLst/>
              <a:gdLst/>
              <a:ahLst/>
              <a:cxnLst/>
              <a:rect l="l" t="t" r="r" b="b"/>
              <a:pathLst>
                <a:path w="2355" h="2143" extrusionOk="0">
                  <a:moveTo>
                    <a:pt x="2044" y="1"/>
                  </a:moveTo>
                  <a:lnTo>
                    <a:pt x="1" y="1840"/>
                  </a:lnTo>
                  <a:lnTo>
                    <a:pt x="311" y="2142"/>
                  </a:lnTo>
                  <a:lnTo>
                    <a:pt x="2354" y="205"/>
                  </a:lnTo>
                  <a:lnTo>
                    <a:pt x="204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13"/>
            <p:cNvSpPr/>
            <p:nvPr/>
          </p:nvSpPr>
          <p:spPr>
            <a:xfrm>
              <a:off x="4774450" y="7428900"/>
              <a:ext cx="56225" cy="56225"/>
            </a:xfrm>
            <a:custGeom>
              <a:avLst/>
              <a:gdLst/>
              <a:ahLst/>
              <a:cxnLst/>
              <a:rect l="l" t="t" r="r" b="b"/>
              <a:pathLst>
                <a:path w="2249" h="2249" extrusionOk="0">
                  <a:moveTo>
                    <a:pt x="2044" y="0"/>
                  </a:moveTo>
                  <a:lnTo>
                    <a:pt x="1" y="1946"/>
                  </a:lnTo>
                  <a:lnTo>
                    <a:pt x="205" y="2248"/>
                  </a:lnTo>
                  <a:lnTo>
                    <a:pt x="2248" y="311"/>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13"/>
            <p:cNvSpPr/>
            <p:nvPr/>
          </p:nvSpPr>
          <p:spPr>
            <a:xfrm>
              <a:off x="4787325" y="7444225"/>
              <a:ext cx="56225" cy="53750"/>
            </a:xfrm>
            <a:custGeom>
              <a:avLst/>
              <a:gdLst/>
              <a:ahLst/>
              <a:cxnLst/>
              <a:rect l="l" t="t" r="r" b="b"/>
              <a:pathLst>
                <a:path w="2249" h="2150" extrusionOk="0">
                  <a:moveTo>
                    <a:pt x="2044" y="0"/>
                  </a:moveTo>
                  <a:lnTo>
                    <a:pt x="0" y="1839"/>
                  </a:lnTo>
                  <a:lnTo>
                    <a:pt x="205" y="2150"/>
                  </a:lnTo>
                  <a:lnTo>
                    <a:pt x="2248" y="311"/>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13"/>
            <p:cNvSpPr/>
            <p:nvPr/>
          </p:nvSpPr>
          <p:spPr>
            <a:xfrm>
              <a:off x="4800000" y="7457100"/>
              <a:ext cx="58875" cy="56200"/>
            </a:xfrm>
            <a:custGeom>
              <a:avLst/>
              <a:gdLst/>
              <a:ahLst/>
              <a:cxnLst/>
              <a:rect l="l" t="t" r="r" b="b"/>
              <a:pathLst>
                <a:path w="2355" h="2248" extrusionOk="0">
                  <a:moveTo>
                    <a:pt x="2044" y="0"/>
                  </a:moveTo>
                  <a:lnTo>
                    <a:pt x="0" y="1937"/>
                  </a:lnTo>
                  <a:lnTo>
                    <a:pt x="311" y="2248"/>
                  </a:lnTo>
                  <a:lnTo>
                    <a:pt x="2354" y="303"/>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13"/>
            <p:cNvSpPr/>
            <p:nvPr/>
          </p:nvSpPr>
          <p:spPr>
            <a:xfrm>
              <a:off x="4812875" y="7472425"/>
              <a:ext cx="58650" cy="53550"/>
            </a:xfrm>
            <a:custGeom>
              <a:avLst/>
              <a:gdLst/>
              <a:ahLst/>
              <a:cxnLst/>
              <a:rect l="l" t="t" r="r" b="b"/>
              <a:pathLst>
                <a:path w="2346" h="2142" extrusionOk="0">
                  <a:moveTo>
                    <a:pt x="2043" y="0"/>
                  </a:moveTo>
                  <a:lnTo>
                    <a:pt x="0" y="1937"/>
                  </a:lnTo>
                  <a:lnTo>
                    <a:pt x="303" y="2142"/>
                  </a:lnTo>
                  <a:lnTo>
                    <a:pt x="2346" y="303"/>
                  </a:lnTo>
                  <a:lnTo>
                    <a:pt x="2043"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13"/>
            <p:cNvSpPr/>
            <p:nvPr/>
          </p:nvSpPr>
          <p:spPr>
            <a:xfrm>
              <a:off x="4825525" y="7487750"/>
              <a:ext cx="58875" cy="53550"/>
            </a:xfrm>
            <a:custGeom>
              <a:avLst/>
              <a:gdLst/>
              <a:ahLst/>
              <a:cxnLst/>
              <a:rect l="l" t="t" r="r" b="b"/>
              <a:pathLst>
                <a:path w="2355" h="2142" extrusionOk="0">
                  <a:moveTo>
                    <a:pt x="2044" y="0"/>
                  </a:moveTo>
                  <a:lnTo>
                    <a:pt x="1" y="1839"/>
                  </a:lnTo>
                  <a:lnTo>
                    <a:pt x="311" y="2142"/>
                  </a:lnTo>
                  <a:lnTo>
                    <a:pt x="2355" y="205"/>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13"/>
            <p:cNvSpPr/>
            <p:nvPr/>
          </p:nvSpPr>
          <p:spPr>
            <a:xfrm>
              <a:off x="4840850" y="7500425"/>
              <a:ext cx="56225" cy="56200"/>
            </a:xfrm>
            <a:custGeom>
              <a:avLst/>
              <a:gdLst/>
              <a:ahLst/>
              <a:cxnLst/>
              <a:rect l="l" t="t" r="r" b="b"/>
              <a:pathLst>
                <a:path w="2249" h="2248" extrusionOk="0">
                  <a:moveTo>
                    <a:pt x="2044" y="0"/>
                  </a:moveTo>
                  <a:lnTo>
                    <a:pt x="1" y="1945"/>
                  </a:lnTo>
                  <a:lnTo>
                    <a:pt x="205" y="2248"/>
                  </a:lnTo>
                  <a:lnTo>
                    <a:pt x="2249" y="311"/>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13"/>
            <p:cNvSpPr/>
            <p:nvPr/>
          </p:nvSpPr>
          <p:spPr>
            <a:xfrm>
              <a:off x="4853725" y="7515750"/>
              <a:ext cx="56225" cy="53750"/>
            </a:xfrm>
            <a:custGeom>
              <a:avLst/>
              <a:gdLst/>
              <a:ahLst/>
              <a:cxnLst/>
              <a:rect l="l" t="t" r="r" b="b"/>
              <a:pathLst>
                <a:path w="2249" h="2150" extrusionOk="0">
                  <a:moveTo>
                    <a:pt x="2044" y="0"/>
                  </a:moveTo>
                  <a:lnTo>
                    <a:pt x="1" y="1839"/>
                  </a:lnTo>
                  <a:lnTo>
                    <a:pt x="205" y="2150"/>
                  </a:lnTo>
                  <a:lnTo>
                    <a:pt x="2249" y="204"/>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13"/>
            <p:cNvSpPr/>
            <p:nvPr/>
          </p:nvSpPr>
          <p:spPr>
            <a:xfrm>
              <a:off x="4866400" y="7528625"/>
              <a:ext cx="58875" cy="56200"/>
            </a:xfrm>
            <a:custGeom>
              <a:avLst/>
              <a:gdLst/>
              <a:ahLst/>
              <a:cxnLst/>
              <a:rect l="l" t="t" r="r" b="b"/>
              <a:pathLst>
                <a:path w="2355" h="2248" extrusionOk="0">
                  <a:moveTo>
                    <a:pt x="2044" y="0"/>
                  </a:moveTo>
                  <a:lnTo>
                    <a:pt x="1" y="1937"/>
                  </a:lnTo>
                  <a:lnTo>
                    <a:pt x="311" y="2248"/>
                  </a:lnTo>
                  <a:lnTo>
                    <a:pt x="2355" y="302"/>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13"/>
            <p:cNvSpPr/>
            <p:nvPr/>
          </p:nvSpPr>
          <p:spPr>
            <a:xfrm>
              <a:off x="4879275" y="7543950"/>
              <a:ext cx="58675" cy="53550"/>
            </a:xfrm>
            <a:custGeom>
              <a:avLst/>
              <a:gdLst/>
              <a:ahLst/>
              <a:cxnLst/>
              <a:rect l="l" t="t" r="r" b="b"/>
              <a:pathLst>
                <a:path w="2347" h="2142" extrusionOk="0">
                  <a:moveTo>
                    <a:pt x="2044" y="0"/>
                  </a:moveTo>
                  <a:lnTo>
                    <a:pt x="0" y="1937"/>
                  </a:lnTo>
                  <a:lnTo>
                    <a:pt x="303" y="2141"/>
                  </a:lnTo>
                  <a:lnTo>
                    <a:pt x="2346" y="302"/>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13"/>
            <p:cNvSpPr/>
            <p:nvPr/>
          </p:nvSpPr>
          <p:spPr>
            <a:xfrm>
              <a:off x="4266275" y="7482625"/>
              <a:ext cx="597700" cy="560675"/>
            </a:xfrm>
            <a:custGeom>
              <a:avLst/>
              <a:gdLst/>
              <a:ahLst/>
              <a:cxnLst/>
              <a:rect l="l" t="t" r="r" b="b"/>
              <a:pathLst>
                <a:path w="23908" h="22427" extrusionOk="0">
                  <a:moveTo>
                    <a:pt x="19616" y="1"/>
                  </a:moveTo>
                  <a:lnTo>
                    <a:pt x="1324" y="16855"/>
                  </a:lnTo>
                  <a:cubicBezTo>
                    <a:pt x="98" y="18081"/>
                    <a:pt x="0" y="20124"/>
                    <a:pt x="1226" y="21456"/>
                  </a:cubicBezTo>
                  <a:cubicBezTo>
                    <a:pt x="1809" y="22094"/>
                    <a:pt x="2641" y="22426"/>
                    <a:pt x="3492" y="22426"/>
                  </a:cubicBezTo>
                  <a:cubicBezTo>
                    <a:pt x="4279" y="22426"/>
                    <a:pt x="5082" y="22143"/>
                    <a:pt x="5722" y="21554"/>
                  </a:cubicBezTo>
                  <a:lnTo>
                    <a:pt x="23907" y="4701"/>
                  </a:lnTo>
                  <a:lnTo>
                    <a:pt x="196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13"/>
            <p:cNvSpPr/>
            <p:nvPr/>
          </p:nvSpPr>
          <p:spPr>
            <a:xfrm>
              <a:off x="4294275" y="7615450"/>
              <a:ext cx="429125" cy="403000"/>
            </a:xfrm>
            <a:custGeom>
              <a:avLst/>
              <a:gdLst/>
              <a:ahLst/>
              <a:cxnLst/>
              <a:rect l="l" t="t" r="r" b="b"/>
              <a:pathLst>
                <a:path w="17165" h="16120" extrusionOk="0">
                  <a:moveTo>
                    <a:pt x="14001" y="1"/>
                  </a:moveTo>
                  <a:lnTo>
                    <a:pt x="1022" y="12056"/>
                  </a:lnTo>
                  <a:cubicBezTo>
                    <a:pt x="0" y="12972"/>
                    <a:pt x="0" y="14402"/>
                    <a:pt x="817" y="15326"/>
                  </a:cubicBezTo>
                  <a:cubicBezTo>
                    <a:pt x="1305" y="15865"/>
                    <a:pt x="1934" y="16120"/>
                    <a:pt x="2569" y="16120"/>
                  </a:cubicBezTo>
                  <a:cubicBezTo>
                    <a:pt x="3137" y="16120"/>
                    <a:pt x="3711" y="15916"/>
                    <a:pt x="4193" y="15530"/>
                  </a:cubicBezTo>
                  <a:lnTo>
                    <a:pt x="17164" y="3368"/>
                  </a:lnTo>
                  <a:lnTo>
                    <a:pt x="14001"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13"/>
            <p:cNvSpPr/>
            <p:nvPr/>
          </p:nvSpPr>
          <p:spPr>
            <a:xfrm>
              <a:off x="4736250" y="7454450"/>
              <a:ext cx="155725" cy="166150"/>
            </a:xfrm>
            <a:custGeom>
              <a:avLst/>
              <a:gdLst/>
              <a:ahLst/>
              <a:cxnLst/>
              <a:rect l="l" t="t" r="r" b="b"/>
              <a:pathLst>
                <a:path w="6229" h="6646" extrusionOk="0">
                  <a:moveTo>
                    <a:pt x="817" y="0"/>
                  </a:moveTo>
                  <a:lnTo>
                    <a:pt x="0" y="817"/>
                  </a:lnTo>
                  <a:lnTo>
                    <a:pt x="5313" y="6645"/>
                  </a:lnTo>
                  <a:lnTo>
                    <a:pt x="6228" y="5828"/>
                  </a:lnTo>
                  <a:lnTo>
                    <a:pt x="817" y="0"/>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13"/>
            <p:cNvSpPr/>
            <p:nvPr/>
          </p:nvSpPr>
          <p:spPr>
            <a:xfrm>
              <a:off x="4294275" y="7881100"/>
              <a:ext cx="143050" cy="137350"/>
            </a:xfrm>
            <a:custGeom>
              <a:avLst/>
              <a:gdLst/>
              <a:ahLst/>
              <a:cxnLst/>
              <a:rect l="l" t="t" r="r" b="b"/>
              <a:pathLst>
                <a:path w="5722" h="5494" extrusionOk="0">
                  <a:moveTo>
                    <a:pt x="2558" y="0"/>
                  </a:moveTo>
                  <a:cubicBezTo>
                    <a:pt x="2532" y="24"/>
                    <a:pt x="2506" y="48"/>
                    <a:pt x="2480" y="73"/>
                  </a:cubicBezTo>
                  <a:lnTo>
                    <a:pt x="2480" y="73"/>
                  </a:lnTo>
                  <a:lnTo>
                    <a:pt x="2558" y="0"/>
                  </a:lnTo>
                  <a:close/>
                  <a:moveTo>
                    <a:pt x="5721" y="3368"/>
                  </a:moveTo>
                  <a:lnTo>
                    <a:pt x="5716" y="3373"/>
                  </a:lnTo>
                  <a:lnTo>
                    <a:pt x="5716" y="3373"/>
                  </a:lnTo>
                  <a:cubicBezTo>
                    <a:pt x="5718" y="3371"/>
                    <a:pt x="5720" y="3369"/>
                    <a:pt x="5721" y="3368"/>
                  </a:cubicBezTo>
                  <a:close/>
                  <a:moveTo>
                    <a:pt x="2480" y="73"/>
                  </a:moveTo>
                  <a:lnTo>
                    <a:pt x="1022" y="1430"/>
                  </a:lnTo>
                  <a:cubicBezTo>
                    <a:pt x="0" y="2346"/>
                    <a:pt x="0" y="3776"/>
                    <a:pt x="817" y="4700"/>
                  </a:cubicBezTo>
                  <a:cubicBezTo>
                    <a:pt x="1305" y="5239"/>
                    <a:pt x="1934" y="5494"/>
                    <a:pt x="2569" y="5494"/>
                  </a:cubicBezTo>
                  <a:cubicBezTo>
                    <a:pt x="3137" y="5494"/>
                    <a:pt x="3711" y="5290"/>
                    <a:pt x="4193" y="4904"/>
                  </a:cubicBezTo>
                  <a:lnTo>
                    <a:pt x="5716" y="3373"/>
                  </a:lnTo>
                  <a:lnTo>
                    <a:pt x="5716" y="3373"/>
                  </a:lnTo>
                  <a:cubicBezTo>
                    <a:pt x="5284" y="3806"/>
                    <a:pt x="4739" y="4010"/>
                    <a:pt x="4187" y="4010"/>
                  </a:cubicBezTo>
                  <a:cubicBezTo>
                    <a:pt x="3568" y="4010"/>
                    <a:pt x="2939" y="3752"/>
                    <a:pt x="2452" y="3269"/>
                  </a:cubicBezTo>
                  <a:cubicBezTo>
                    <a:pt x="1563" y="2373"/>
                    <a:pt x="1630" y="905"/>
                    <a:pt x="2480" y="73"/>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13"/>
            <p:cNvSpPr/>
            <p:nvPr/>
          </p:nvSpPr>
          <p:spPr>
            <a:xfrm>
              <a:off x="4577875" y="7543950"/>
              <a:ext cx="125075" cy="112400"/>
            </a:xfrm>
            <a:custGeom>
              <a:avLst/>
              <a:gdLst/>
              <a:ahLst/>
              <a:cxnLst/>
              <a:rect l="l" t="t" r="r" b="b"/>
              <a:pathLst>
                <a:path w="5003" h="4496" extrusionOk="0">
                  <a:moveTo>
                    <a:pt x="4496" y="0"/>
                  </a:moveTo>
                  <a:lnTo>
                    <a:pt x="1" y="4185"/>
                  </a:lnTo>
                  <a:cubicBezTo>
                    <a:pt x="205" y="4291"/>
                    <a:pt x="507" y="4389"/>
                    <a:pt x="916" y="4495"/>
                  </a:cubicBezTo>
                  <a:lnTo>
                    <a:pt x="2657" y="2861"/>
                  </a:lnTo>
                  <a:lnTo>
                    <a:pt x="3573" y="3776"/>
                  </a:lnTo>
                  <a:cubicBezTo>
                    <a:pt x="4594" y="2959"/>
                    <a:pt x="5003" y="1635"/>
                    <a:pt x="4594" y="302"/>
                  </a:cubicBezTo>
                  <a:lnTo>
                    <a:pt x="4496" y="0"/>
                  </a:lnTo>
                  <a:close/>
                </a:path>
              </a:pathLst>
            </a:custGeom>
            <a:solidFill>
              <a:srgbClr val="E3E6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13"/>
            <p:cNvSpPr/>
            <p:nvPr/>
          </p:nvSpPr>
          <p:spPr>
            <a:xfrm>
              <a:off x="4600775" y="7615450"/>
              <a:ext cx="66425" cy="43350"/>
            </a:xfrm>
            <a:custGeom>
              <a:avLst/>
              <a:gdLst/>
              <a:ahLst/>
              <a:cxnLst/>
              <a:rect l="l" t="t" r="r" b="b"/>
              <a:pathLst>
                <a:path w="2657" h="1734" extrusionOk="0">
                  <a:moveTo>
                    <a:pt x="1741" y="1"/>
                  </a:moveTo>
                  <a:lnTo>
                    <a:pt x="0" y="1635"/>
                  </a:lnTo>
                  <a:cubicBezTo>
                    <a:pt x="204" y="1733"/>
                    <a:pt x="409" y="1733"/>
                    <a:pt x="613" y="1733"/>
                  </a:cubicBezTo>
                  <a:cubicBezTo>
                    <a:pt x="924" y="1733"/>
                    <a:pt x="1332" y="1635"/>
                    <a:pt x="1635" y="1529"/>
                  </a:cubicBezTo>
                  <a:cubicBezTo>
                    <a:pt x="2044" y="1431"/>
                    <a:pt x="2354" y="1227"/>
                    <a:pt x="2657" y="916"/>
                  </a:cubicBezTo>
                  <a:lnTo>
                    <a:pt x="174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13"/>
            <p:cNvSpPr/>
            <p:nvPr/>
          </p:nvSpPr>
          <p:spPr>
            <a:xfrm>
              <a:off x="4268725" y="6869625"/>
              <a:ext cx="209475" cy="130200"/>
            </a:xfrm>
            <a:custGeom>
              <a:avLst/>
              <a:gdLst/>
              <a:ahLst/>
              <a:cxnLst/>
              <a:rect l="l" t="t" r="r" b="b"/>
              <a:pathLst>
                <a:path w="8379" h="5208" extrusionOk="0">
                  <a:moveTo>
                    <a:pt x="7463" y="1"/>
                  </a:moveTo>
                  <a:lnTo>
                    <a:pt x="0" y="2551"/>
                  </a:lnTo>
                  <a:lnTo>
                    <a:pt x="924" y="5207"/>
                  </a:lnTo>
                  <a:lnTo>
                    <a:pt x="8378" y="2551"/>
                  </a:lnTo>
                  <a:lnTo>
                    <a:pt x="746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13"/>
            <p:cNvSpPr/>
            <p:nvPr/>
          </p:nvSpPr>
          <p:spPr>
            <a:xfrm>
              <a:off x="4276475" y="6928275"/>
              <a:ext cx="30675" cy="69100"/>
            </a:xfrm>
            <a:custGeom>
              <a:avLst/>
              <a:gdLst/>
              <a:ahLst/>
              <a:cxnLst/>
              <a:rect l="l" t="t" r="r" b="b"/>
              <a:pathLst>
                <a:path w="1227" h="2764" extrusionOk="0">
                  <a:moveTo>
                    <a:pt x="303" y="1"/>
                  </a:moveTo>
                  <a:lnTo>
                    <a:pt x="1" y="107"/>
                  </a:lnTo>
                  <a:lnTo>
                    <a:pt x="916" y="2763"/>
                  </a:lnTo>
                  <a:lnTo>
                    <a:pt x="1227" y="2657"/>
                  </a:lnTo>
                  <a:lnTo>
                    <a:pt x="303"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13"/>
            <p:cNvSpPr/>
            <p:nvPr/>
          </p:nvSpPr>
          <p:spPr>
            <a:xfrm>
              <a:off x="4294275" y="6920725"/>
              <a:ext cx="30675" cy="68875"/>
            </a:xfrm>
            <a:custGeom>
              <a:avLst/>
              <a:gdLst/>
              <a:ahLst/>
              <a:cxnLst/>
              <a:rect l="l" t="t" r="r" b="b"/>
              <a:pathLst>
                <a:path w="1227" h="2755" extrusionOk="0">
                  <a:moveTo>
                    <a:pt x="311" y="0"/>
                  </a:moveTo>
                  <a:lnTo>
                    <a:pt x="0" y="205"/>
                  </a:lnTo>
                  <a:lnTo>
                    <a:pt x="924" y="2755"/>
                  </a:lnTo>
                  <a:lnTo>
                    <a:pt x="1226" y="2657"/>
                  </a:lnTo>
                  <a:lnTo>
                    <a:pt x="311"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13"/>
            <p:cNvSpPr/>
            <p:nvPr/>
          </p:nvSpPr>
          <p:spPr>
            <a:xfrm>
              <a:off x="4312250" y="6915600"/>
              <a:ext cx="30675" cy="68900"/>
            </a:xfrm>
            <a:custGeom>
              <a:avLst/>
              <a:gdLst/>
              <a:ahLst/>
              <a:cxnLst/>
              <a:rect l="l" t="t" r="r" b="b"/>
              <a:pathLst>
                <a:path w="1227" h="2756" extrusionOk="0">
                  <a:moveTo>
                    <a:pt x="303" y="1"/>
                  </a:moveTo>
                  <a:lnTo>
                    <a:pt x="0" y="99"/>
                  </a:lnTo>
                  <a:lnTo>
                    <a:pt x="916" y="2755"/>
                  </a:lnTo>
                  <a:lnTo>
                    <a:pt x="1226" y="2657"/>
                  </a:lnTo>
                  <a:lnTo>
                    <a:pt x="303"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13"/>
            <p:cNvSpPr/>
            <p:nvPr/>
          </p:nvSpPr>
          <p:spPr>
            <a:xfrm>
              <a:off x="4330025" y="6907850"/>
              <a:ext cx="33325" cy="69075"/>
            </a:xfrm>
            <a:custGeom>
              <a:avLst/>
              <a:gdLst/>
              <a:ahLst/>
              <a:cxnLst/>
              <a:rect l="l" t="t" r="r" b="b"/>
              <a:pathLst>
                <a:path w="1333" h="2763" extrusionOk="0">
                  <a:moveTo>
                    <a:pt x="409" y="0"/>
                  </a:moveTo>
                  <a:lnTo>
                    <a:pt x="0" y="205"/>
                  </a:lnTo>
                  <a:lnTo>
                    <a:pt x="924" y="2763"/>
                  </a:lnTo>
                  <a:lnTo>
                    <a:pt x="1333" y="2657"/>
                  </a:lnTo>
                  <a:lnTo>
                    <a:pt x="409"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13"/>
            <p:cNvSpPr/>
            <p:nvPr/>
          </p:nvSpPr>
          <p:spPr>
            <a:xfrm>
              <a:off x="4348000" y="6902725"/>
              <a:ext cx="33125" cy="69100"/>
            </a:xfrm>
            <a:custGeom>
              <a:avLst/>
              <a:gdLst/>
              <a:ahLst/>
              <a:cxnLst/>
              <a:rect l="l" t="t" r="r" b="b"/>
              <a:pathLst>
                <a:path w="1325" h="2764" extrusionOk="0">
                  <a:moveTo>
                    <a:pt x="409" y="1"/>
                  </a:moveTo>
                  <a:lnTo>
                    <a:pt x="1" y="107"/>
                  </a:lnTo>
                  <a:lnTo>
                    <a:pt x="916" y="2764"/>
                  </a:lnTo>
                  <a:lnTo>
                    <a:pt x="1325" y="2657"/>
                  </a:lnTo>
                  <a:lnTo>
                    <a:pt x="409"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13"/>
            <p:cNvSpPr/>
            <p:nvPr/>
          </p:nvSpPr>
          <p:spPr>
            <a:xfrm>
              <a:off x="4368450" y="6895175"/>
              <a:ext cx="30675" cy="68875"/>
            </a:xfrm>
            <a:custGeom>
              <a:avLst/>
              <a:gdLst/>
              <a:ahLst/>
              <a:cxnLst/>
              <a:rect l="l" t="t" r="r" b="b"/>
              <a:pathLst>
                <a:path w="1227" h="2755" extrusionOk="0">
                  <a:moveTo>
                    <a:pt x="302" y="1"/>
                  </a:moveTo>
                  <a:lnTo>
                    <a:pt x="0" y="205"/>
                  </a:lnTo>
                  <a:lnTo>
                    <a:pt x="915" y="2755"/>
                  </a:lnTo>
                  <a:lnTo>
                    <a:pt x="1226" y="2657"/>
                  </a:lnTo>
                  <a:lnTo>
                    <a:pt x="302"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13"/>
            <p:cNvSpPr/>
            <p:nvPr/>
          </p:nvSpPr>
          <p:spPr>
            <a:xfrm>
              <a:off x="4386225" y="6890075"/>
              <a:ext cx="30675" cy="68875"/>
            </a:xfrm>
            <a:custGeom>
              <a:avLst/>
              <a:gdLst/>
              <a:ahLst/>
              <a:cxnLst/>
              <a:rect l="l" t="t" r="r" b="b"/>
              <a:pathLst>
                <a:path w="1227" h="2755" extrusionOk="0">
                  <a:moveTo>
                    <a:pt x="311" y="0"/>
                  </a:moveTo>
                  <a:lnTo>
                    <a:pt x="0" y="98"/>
                  </a:lnTo>
                  <a:lnTo>
                    <a:pt x="924" y="2755"/>
                  </a:lnTo>
                  <a:lnTo>
                    <a:pt x="1226" y="2657"/>
                  </a:lnTo>
                  <a:lnTo>
                    <a:pt x="311"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13"/>
            <p:cNvSpPr/>
            <p:nvPr/>
          </p:nvSpPr>
          <p:spPr>
            <a:xfrm>
              <a:off x="4404200" y="6882300"/>
              <a:ext cx="33125" cy="69100"/>
            </a:xfrm>
            <a:custGeom>
              <a:avLst/>
              <a:gdLst/>
              <a:ahLst/>
              <a:cxnLst/>
              <a:rect l="l" t="t" r="r" b="b"/>
              <a:pathLst>
                <a:path w="1325" h="2764" extrusionOk="0">
                  <a:moveTo>
                    <a:pt x="409" y="1"/>
                  </a:moveTo>
                  <a:lnTo>
                    <a:pt x="0" y="205"/>
                  </a:lnTo>
                  <a:lnTo>
                    <a:pt x="916" y="2763"/>
                  </a:lnTo>
                  <a:lnTo>
                    <a:pt x="1324" y="2657"/>
                  </a:lnTo>
                  <a:lnTo>
                    <a:pt x="409"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13"/>
            <p:cNvSpPr/>
            <p:nvPr/>
          </p:nvSpPr>
          <p:spPr>
            <a:xfrm>
              <a:off x="4421975" y="6877200"/>
              <a:ext cx="33325" cy="69075"/>
            </a:xfrm>
            <a:custGeom>
              <a:avLst/>
              <a:gdLst/>
              <a:ahLst/>
              <a:cxnLst/>
              <a:rect l="l" t="t" r="r" b="b"/>
              <a:pathLst>
                <a:path w="1333" h="2763" extrusionOk="0">
                  <a:moveTo>
                    <a:pt x="409" y="0"/>
                  </a:moveTo>
                  <a:lnTo>
                    <a:pt x="0" y="107"/>
                  </a:lnTo>
                  <a:lnTo>
                    <a:pt x="924" y="2763"/>
                  </a:lnTo>
                  <a:lnTo>
                    <a:pt x="1333" y="2657"/>
                  </a:lnTo>
                  <a:lnTo>
                    <a:pt x="409"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13"/>
            <p:cNvSpPr/>
            <p:nvPr/>
          </p:nvSpPr>
          <p:spPr>
            <a:xfrm>
              <a:off x="4439950" y="6869625"/>
              <a:ext cx="33125" cy="68900"/>
            </a:xfrm>
            <a:custGeom>
              <a:avLst/>
              <a:gdLst/>
              <a:ahLst/>
              <a:cxnLst/>
              <a:rect l="l" t="t" r="r" b="b"/>
              <a:pathLst>
                <a:path w="1325" h="2756" extrusionOk="0">
                  <a:moveTo>
                    <a:pt x="409" y="1"/>
                  </a:moveTo>
                  <a:lnTo>
                    <a:pt x="1" y="99"/>
                  </a:lnTo>
                  <a:lnTo>
                    <a:pt x="1022" y="2755"/>
                  </a:lnTo>
                  <a:lnTo>
                    <a:pt x="1325" y="2657"/>
                  </a:lnTo>
                  <a:lnTo>
                    <a:pt x="409"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13"/>
            <p:cNvSpPr/>
            <p:nvPr/>
          </p:nvSpPr>
          <p:spPr>
            <a:xfrm>
              <a:off x="4314700" y="6956475"/>
              <a:ext cx="367825" cy="694425"/>
            </a:xfrm>
            <a:custGeom>
              <a:avLst/>
              <a:gdLst/>
              <a:ahLst/>
              <a:cxnLst/>
              <a:rect l="l" t="t" r="r" b="b"/>
              <a:pathLst>
                <a:path w="14713" h="27777" extrusionOk="0">
                  <a:moveTo>
                    <a:pt x="6032" y="1"/>
                  </a:moveTo>
                  <a:lnTo>
                    <a:pt x="0" y="2142"/>
                  </a:lnTo>
                  <a:lnTo>
                    <a:pt x="8076" y="25640"/>
                  </a:lnTo>
                  <a:cubicBezTo>
                    <a:pt x="8559" y="26929"/>
                    <a:pt x="9805" y="27776"/>
                    <a:pt x="11111" y="27776"/>
                  </a:cubicBezTo>
                  <a:cubicBezTo>
                    <a:pt x="11462" y="27776"/>
                    <a:pt x="11817" y="27715"/>
                    <a:pt x="12162" y="27586"/>
                  </a:cubicBezTo>
                  <a:cubicBezTo>
                    <a:pt x="13895" y="26973"/>
                    <a:pt x="14713" y="25134"/>
                    <a:pt x="14206" y="23499"/>
                  </a:cubicBezTo>
                  <a:lnTo>
                    <a:pt x="60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13"/>
            <p:cNvSpPr/>
            <p:nvPr/>
          </p:nvSpPr>
          <p:spPr>
            <a:xfrm>
              <a:off x="4391325" y="7125050"/>
              <a:ext cx="265650" cy="498700"/>
            </a:xfrm>
            <a:custGeom>
              <a:avLst/>
              <a:gdLst/>
              <a:ahLst/>
              <a:cxnLst/>
              <a:rect l="l" t="t" r="r" b="b"/>
              <a:pathLst>
                <a:path w="10626" h="19948" extrusionOk="0">
                  <a:moveTo>
                    <a:pt x="4398" y="1"/>
                  </a:moveTo>
                  <a:lnTo>
                    <a:pt x="0" y="1529"/>
                  </a:lnTo>
                  <a:lnTo>
                    <a:pt x="5828" y="18391"/>
                  </a:lnTo>
                  <a:cubicBezTo>
                    <a:pt x="6151" y="19361"/>
                    <a:pt x="7048" y="19947"/>
                    <a:pt x="8016" y="19947"/>
                  </a:cubicBezTo>
                  <a:cubicBezTo>
                    <a:pt x="8271" y="19947"/>
                    <a:pt x="8531" y="19906"/>
                    <a:pt x="8787" y="19821"/>
                  </a:cubicBezTo>
                  <a:cubicBezTo>
                    <a:pt x="10013" y="19412"/>
                    <a:pt x="10626" y="18080"/>
                    <a:pt x="10217" y="16854"/>
                  </a:cubicBezTo>
                  <a:lnTo>
                    <a:pt x="439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13"/>
            <p:cNvSpPr/>
            <p:nvPr/>
          </p:nvSpPr>
          <p:spPr>
            <a:xfrm>
              <a:off x="4289150" y="6933375"/>
              <a:ext cx="196800" cy="91975"/>
            </a:xfrm>
            <a:custGeom>
              <a:avLst/>
              <a:gdLst/>
              <a:ahLst/>
              <a:cxnLst/>
              <a:rect l="l" t="t" r="r" b="b"/>
              <a:pathLst>
                <a:path w="7872" h="3679" extrusionOk="0">
                  <a:moveTo>
                    <a:pt x="7561" y="1"/>
                  </a:moveTo>
                  <a:lnTo>
                    <a:pt x="1" y="2559"/>
                  </a:lnTo>
                  <a:lnTo>
                    <a:pt x="409" y="3679"/>
                  </a:lnTo>
                  <a:lnTo>
                    <a:pt x="7872" y="1023"/>
                  </a:lnTo>
                  <a:lnTo>
                    <a:pt x="7561"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13"/>
            <p:cNvSpPr/>
            <p:nvPr/>
          </p:nvSpPr>
          <p:spPr>
            <a:xfrm>
              <a:off x="4519025" y="7495300"/>
              <a:ext cx="137950" cy="128450"/>
            </a:xfrm>
            <a:custGeom>
              <a:avLst/>
              <a:gdLst/>
              <a:ahLst/>
              <a:cxnLst/>
              <a:rect l="l" t="t" r="r" b="b"/>
              <a:pathLst>
                <a:path w="5518" h="5138" extrusionOk="0">
                  <a:moveTo>
                    <a:pt x="1" y="1537"/>
                  </a:moveTo>
                  <a:cubicBezTo>
                    <a:pt x="9" y="1562"/>
                    <a:pt x="18" y="1587"/>
                    <a:pt x="27" y="1611"/>
                  </a:cubicBezTo>
                  <a:lnTo>
                    <a:pt x="27" y="1611"/>
                  </a:lnTo>
                  <a:lnTo>
                    <a:pt x="1" y="1537"/>
                  </a:lnTo>
                  <a:close/>
                  <a:moveTo>
                    <a:pt x="4398" y="1"/>
                  </a:moveTo>
                  <a:cubicBezTo>
                    <a:pt x="4807" y="1227"/>
                    <a:pt x="4194" y="2559"/>
                    <a:pt x="2968" y="2968"/>
                  </a:cubicBezTo>
                  <a:cubicBezTo>
                    <a:pt x="2712" y="3053"/>
                    <a:pt x="2451" y="3094"/>
                    <a:pt x="2196" y="3094"/>
                  </a:cubicBezTo>
                  <a:cubicBezTo>
                    <a:pt x="1251" y="3094"/>
                    <a:pt x="370" y="2537"/>
                    <a:pt x="27" y="1611"/>
                  </a:cubicBezTo>
                  <a:lnTo>
                    <a:pt x="27" y="1611"/>
                  </a:lnTo>
                  <a:lnTo>
                    <a:pt x="720" y="3581"/>
                  </a:lnTo>
                  <a:cubicBezTo>
                    <a:pt x="1043" y="4551"/>
                    <a:pt x="1940" y="5137"/>
                    <a:pt x="2908" y="5137"/>
                  </a:cubicBezTo>
                  <a:cubicBezTo>
                    <a:pt x="3163" y="5137"/>
                    <a:pt x="3423" y="5096"/>
                    <a:pt x="3679" y="5011"/>
                  </a:cubicBezTo>
                  <a:cubicBezTo>
                    <a:pt x="4905" y="4602"/>
                    <a:pt x="5518" y="3270"/>
                    <a:pt x="5109" y="2044"/>
                  </a:cubicBezTo>
                  <a:lnTo>
                    <a:pt x="4398"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1">
  <p:cSld name="CUSTOM_5">
    <p:spTree>
      <p:nvGrpSpPr>
        <p:cNvPr id="1" name="Shape 761"/>
        <p:cNvGrpSpPr/>
        <p:nvPr/>
      </p:nvGrpSpPr>
      <p:grpSpPr>
        <a:xfrm>
          <a:off x="0" y="0"/>
          <a:ext cx="0" cy="0"/>
          <a:chOff x="0" y="0"/>
          <a:chExt cx="0" cy="0"/>
        </a:xfrm>
      </p:grpSpPr>
      <p:sp>
        <p:nvSpPr>
          <p:cNvPr id="762" name="Google Shape;762;p14"/>
          <p:cNvSpPr/>
          <p:nvPr/>
        </p:nvSpPr>
        <p:spPr>
          <a:xfrm>
            <a:off x="7915700" y="3334300"/>
            <a:ext cx="1228300" cy="1809200"/>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14"/>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64" name="Google Shape;764;p14"/>
          <p:cNvSpPr/>
          <p:nvPr/>
        </p:nvSpPr>
        <p:spPr>
          <a:xfrm rot="10800000">
            <a:off x="-9537" y="-7300"/>
            <a:ext cx="2222725" cy="1383500"/>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4"/>
          <p:cNvSpPr/>
          <p:nvPr/>
        </p:nvSpPr>
        <p:spPr>
          <a:xfrm>
            <a:off x="7823198" y="472987"/>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14"/>
          <p:cNvSpPr/>
          <p:nvPr/>
        </p:nvSpPr>
        <p:spPr>
          <a:xfrm>
            <a:off x="7953511" y="187306"/>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14"/>
          <p:cNvSpPr/>
          <p:nvPr/>
        </p:nvSpPr>
        <p:spPr>
          <a:xfrm>
            <a:off x="8112335" y="1121714"/>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14"/>
          <p:cNvSpPr/>
          <p:nvPr/>
        </p:nvSpPr>
        <p:spPr>
          <a:xfrm>
            <a:off x="8352328" y="522082"/>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9" name="Google Shape;769;p14"/>
          <p:cNvGrpSpPr/>
          <p:nvPr/>
        </p:nvGrpSpPr>
        <p:grpSpPr>
          <a:xfrm>
            <a:off x="188950" y="4381475"/>
            <a:ext cx="480225" cy="615300"/>
            <a:chOff x="912850" y="4743425"/>
            <a:chExt cx="480225" cy="615300"/>
          </a:xfrm>
        </p:grpSpPr>
        <p:sp>
          <p:nvSpPr>
            <p:cNvPr id="770" name="Google Shape;770;p14"/>
            <p:cNvSpPr/>
            <p:nvPr/>
          </p:nvSpPr>
          <p:spPr>
            <a:xfrm>
              <a:off x="912850" y="4825175"/>
              <a:ext cx="480225" cy="533550"/>
            </a:xfrm>
            <a:custGeom>
              <a:avLst/>
              <a:gdLst/>
              <a:ahLst/>
              <a:cxnLst/>
              <a:rect l="l" t="t" r="r" b="b"/>
              <a:pathLst>
                <a:path w="19209" h="21342" extrusionOk="0">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14"/>
            <p:cNvSpPr/>
            <p:nvPr/>
          </p:nvSpPr>
          <p:spPr>
            <a:xfrm>
              <a:off x="1055900" y="4825175"/>
              <a:ext cx="291200" cy="71525"/>
            </a:xfrm>
            <a:custGeom>
              <a:avLst/>
              <a:gdLst/>
              <a:ahLst/>
              <a:cxnLst/>
              <a:rect l="l" t="t" r="r" b="b"/>
              <a:pathLst>
                <a:path w="11648" h="2861" extrusionOk="0">
                  <a:moveTo>
                    <a:pt x="205" y="0"/>
                  </a:moveTo>
                  <a:lnTo>
                    <a:pt x="0" y="613"/>
                  </a:lnTo>
                  <a:lnTo>
                    <a:pt x="11549" y="2861"/>
                  </a:lnTo>
                  <a:lnTo>
                    <a:pt x="11647" y="2248"/>
                  </a:lnTo>
                  <a:lnTo>
                    <a:pt x="205"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14"/>
            <p:cNvSpPr/>
            <p:nvPr/>
          </p:nvSpPr>
          <p:spPr>
            <a:xfrm>
              <a:off x="1038125" y="4743425"/>
              <a:ext cx="344725" cy="143075"/>
            </a:xfrm>
            <a:custGeom>
              <a:avLst/>
              <a:gdLst/>
              <a:ahLst/>
              <a:cxnLst/>
              <a:rect l="l" t="t" r="r" b="b"/>
              <a:pathLst>
                <a:path w="13789" h="5723" extrusionOk="0">
                  <a:moveTo>
                    <a:pt x="613" y="1"/>
                  </a:moveTo>
                  <a:lnTo>
                    <a:pt x="0" y="3066"/>
                  </a:lnTo>
                  <a:lnTo>
                    <a:pt x="13176" y="5722"/>
                  </a:lnTo>
                  <a:lnTo>
                    <a:pt x="13789" y="2657"/>
                  </a:lnTo>
                  <a:lnTo>
                    <a:pt x="6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14"/>
            <p:cNvSpPr/>
            <p:nvPr/>
          </p:nvSpPr>
          <p:spPr>
            <a:xfrm>
              <a:off x="1050775" y="4745900"/>
              <a:ext cx="28225" cy="79300"/>
            </a:xfrm>
            <a:custGeom>
              <a:avLst/>
              <a:gdLst/>
              <a:ahLst/>
              <a:cxnLst/>
              <a:rect l="l" t="t" r="r" b="b"/>
              <a:pathLst>
                <a:path w="1129" h="3172" extrusionOk="0">
                  <a:moveTo>
                    <a:pt x="614" y="0"/>
                  </a:moveTo>
                  <a:lnTo>
                    <a:pt x="1" y="3065"/>
                  </a:lnTo>
                  <a:lnTo>
                    <a:pt x="516" y="3171"/>
                  </a:lnTo>
                  <a:lnTo>
                    <a:pt x="1129" y="106"/>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14"/>
            <p:cNvSpPr/>
            <p:nvPr/>
          </p:nvSpPr>
          <p:spPr>
            <a:xfrm>
              <a:off x="1078975" y="4751000"/>
              <a:ext cx="30675" cy="81750"/>
            </a:xfrm>
            <a:custGeom>
              <a:avLst/>
              <a:gdLst/>
              <a:ahLst/>
              <a:cxnLst/>
              <a:rect l="l" t="t" r="r" b="b"/>
              <a:pathLst>
                <a:path w="1227" h="3270" extrusionOk="0">
                  <a:moveTo>
                    <a:pt x="614" y="0"/>
                  </a:moveTo>
                  <a:lnTo>
                    <a:pt x="1" y="3172"/>
                  </a:lnTo>
                  <a:lnTo>
                    <a:pt x="614" y="3270"/>
                  </a:lnTo>
                  <a:lnTo>
                    <a:pt x="1227" y="107"/>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14"/>
            <p:cNvSpPr/>
            <p:nvPr/>
          </p:nvSpPr>
          <p:spPr>
            <a:xfrm>
              <a:off x="1109625" y="4756100"/>
              <a:ext cx="28025" cy="81775"/>
            </a:xfrm>
            <a:custGeom>
              <a:avLst/>
              <a:gdLst/>
              <a:ahLst/>
              <a:cxnLst/>
              <a:rect l="l" t="t" r="r" b="b"/>
              <a:pathLst>
                <a:path w="1121" h="3271" extrusionOk="0">
                  <a:moveTo>
                    <a:pt x="614" y="1"/>
                  </a:moveTo>
                  <a:lnTo>
                    <a:pt x="1" y="3172"/>
                  </a:lnTo>
                  <a:lnTo>
                    <a:pt x="508" y="3270"/>
                  </a:lnTo>
                  <a:lnTo>
                    <a:pt x="1121" y="107"/>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14"/>
            <p:cNvSpPr/>
            <p:nvPr/>
          </p:nvSpPr>
          <p:spPr>
            <a:xfrm>
              <a:off x="1137625" y="4763875"/>
              <a:ext cx="30675" cy="79100"/>
            </a:xfrm>
            <a:custGeom>
              <a:avLst/>
              <a:gdLst/>
              <a:ahLst/>
              <a:cxnLst/>
              <a:rect l="l" t="t" r="r" b="b"/>
              <a:pathLst>
                <a:path w="1227" h="3164" extrusionOk="0">
                  <a:moveTo>
                    <a:pt x="614" y="0"/>
                  </a:moveTo>
                  <a:lnTo>
                    <a:pt x="1" y="3065"/>
                  </a:lnTo>
                  <a:lnTo>
                    <a:pt x="516" y="3163"/>
                  </a:lnTo>
                  <a:lnTo>
                    <a:pt x="1227" y="98"/>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14"/>
            <p:cNvSpPr/>
            <p:nvPr/>
          </p:nvSpPr>
          <p:spPr>
            <a:xfrm>
              <a:off x="1165825" y="4768975"/>
              <a:ext cx="30675" cy="79100"/>
            </a:xfrm>
            <a:custGeom>
              <a:avLst/>
              <a:gdLst/>
              <a:ahLst/>
              <a:cxnLst/>
              <a:rect l="l" t="t" r="r" b="b"/>
              <a:pathLst>
                <a:path w="1227" h="3164" extrusionOk="0">
                  <a:moveTo>
                    <a:pt x="712" y="1"/>
                  </a:moveTo>
                  <a:lnTo>
                    <a:pt x="1" y="3066"/>
                  </a:lnTo>
                  <a:lnTo>
                    <a:pt x="614" y="3164"/>
                  </a:lnTo>
                  <a:lnTo>
                    <a:pt x="1227" y="99"/>
                  </a:lnTo>
                  <a:lnTo>
                    <a:pt x="712"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14"/>
            <p:cNvSpPr/>
            <p:nvPr/>
          </p:nvSpPr>
          <p:spPr>
            <a:xfrm>
              <a:off x="1196475" y="4774075"/>
              <a:ext cx="28025" cy="81775"/>
            </a:xfrm>
            <a:custGeom>
              <a:avLst/>
              <a:gdLst/>
              <a:ahLst/>
              <a:cxnLst/>
              <a:rect l="l" t="t" r="r" b="b"/>
              <a:pathLst>
                <a:path w="1121" h="3271" extrusionOk="0">
                  <a:moveTo>
                    <a:pt x="614" y="1"/>
                  </a:moveTo>
                  <a:lnTo>
                    <a:pt x="1" y="3164"/>
                  </a:lnTo>
                  <a:lnTo>
                    <a:pt x="507" y="3270"/>
                  </a:lnTo>
                  <a:lnTo>
                    <a:pt x="1120"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14"/>
            <p:cNvSpPr/>
            <p:nvPr/>
          </p:nvSpPr>
          <p:spPr>
            <a:xfrm>
              <a:off x="1224475" y="4779200"/>
              <a:ext cx="30675" cy="81750"/>
            </a:xfrm>
            <a:custGeom>
              <a:avLst/>
              <a:gdLst/>
              <a:ahLst/>
              <a:cxnLst/>
              <a:rect l="l" t="t" r="r" b="b"/>
              <a:pathLst>
                <a:path w="1227" h="3270" extrusionOk="0">
                  <a:moveTo>
                    <a:pt x="613" y="0"/>
                  </a:moveTo>
                  <a:lnTo>
                    <a:pt x="0" y="3163"/>
                  </a:lnTo>
                  <a:lnTo>
                    <a:pt x="613" y="3270"/>
                  </a:lnTo>
                  <a:lnTo>
                    <a:pt x="1226" y="98"/>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14"/>
            <p:cNvSpPr/>
            <p:nvPr/>
          </p:nvSpPr>
          <p:spPr>
            <a:xfrm>
              <a:off x="1255125" y="4786750"/>
              <a:ext cx="28225" cy="79300"/>
            </a:xfrm>
            <a:custGeom>
              <a:avLst/>
              <a:gdLst/>
              <a:ahLst/>
              <a:cxnLst/>
              <a:rect l="l" t="t" r="r" b="b"/>
              <a:pathLst>
                <a:path w="1129" h="3172" extrusionOk="0">
                  <a:moveTo>
                    <a:pt x="613" y="1"/>
                  </a:moveTo>
                  <a:lnTo>
                    <a:pt x="0" y="3066"/>
                  </a:lnTo>
                  <a:lnTo>
                    <a:pt x="515" y="3172"/>
                  </a:lnTo>
                  <a:lnTo>
                    <a:pt x="1128" y="107"/>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4"/>
            <p:cNvSpPr/>
            <p:nvPr/>
          </p:nvSpPr>
          <p:spPr>
            <a:xfrm>
              <a:off x="1283325" y="4791875"/>
              <a:ext cx="30675" cy="81750"/>
            </a:xfrm>
            <a:custGeom>
              <a:avLst/>
              <a:gdLst/>
              <a:ahLst/>
              <a:cxnLst/>
              <a:rect l="l" t="t" r="r" b="b"/>
              <a:pathLst>
                <a:path w="1227" h="3270" extrusionOk="0">
                  <a:moveTo>
                    <a:pt x="613" y="0"/>
                  </a:moveTo>
                  <a:lnTo>
                    <a:pt x="0" y="3171"/>
                  </a:lnTo>
                  <a:lnTo>
                    <a:pt x="613" y="3269"/>
                  </a:lnTo>
                  <a:lnTo>
                    <a:pt x="1226" y="106"/>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4"/>
            <p:cNvSpPr/>
            <p:nvPr/>
          </p:nvSpPr>
          <p:spPr>
            <a:xfrm>
              <a:off x="1313975" y="4796975"/>
              <a:ext cx="28000" cy="81750"/>
            </a:xfrm>
            <a:custGeom>
              <a:avLst/>
              <a:gdLst/>
              <a:ahLst/>
              <a:cxnLst/>
              <a:rect l="l" t="t" r="r" b="b"/>
              <a:pathLst>
                <a:path w="1120" h="3270" extrusionOk="0">
                  <a:moveTo>
                    <a:pt x="613" y="0"/>
                  </a:moveTo>
                  <a:lnTo>
                    <a:pt x="0" y="3172"/>
                  </a:lnTo>
                  <a:lnTo>
                    <a:pt x="507" y="3270"/>
                  </a:lnTo>
                  <a:lnTo>
                    <a:pt x="1120" y="107"/>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14"/>
            <p:cNvSpPr/>
            <p:nvPr/>
          </p:nvSpPr>
          <p:spPr>
            <a:xfrm>
              <a:off x="1341950" y="4804725"/>
              <a:ext cx="30675" cy="79125"/>
            </a:xfrm>
            <a:custGeom>
              <a:avLst/>
              <a:gdLst/>
              <a:ahLst/>
              <a:cxnLst/>
              <a:rect l="l" t="t" r="r" b="b"/>
              <a:pathLst>
                <a:path w="1227" h="3165" extrusionOk="0">
                  <a:moveTo>
                    <a:pt x="614" y="1"/>
                  </a:moveTo>
                  <a:lnTo>
                    <a:pt x="1" y="3066"/>
                  </a:lnTo>
                  <a:lnTo>
                    <a:pt x="516" y="3164"/>
                  </a:lnTo>
                  <a:lnTo>
                    <a:pt x="1227"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4"/>
            <p:cNvSpPr/>
            <p:nvPr/>
          </p:nvSpPr>
          <p:spPr>
            <a:xfrm>
              <a:off x="935950" y="4963100"/>
              <a:ext cx="441800" cy="260550"/>
            </a:xfrm>
            <a:custGeom>
              <a:avLst/>
              <a:gdLst/>
              <a:ahLst/>
              <a:cxnLst/>
              <a:rect l="l" t="t" r="r" b="b"/>
              <a:pathLst>
                <a:path w="17672" h="10422" extrusionOk="0">
                  <a:moveTo>
                    <a:pt x="1431" y="0"/>
                  </a:moveTo>
                  <a:lnTo>
                    <a:pt x="0" y="7250"/>
                  </a:lnTo>
                  <a:lnTo>
                    <a:pt x="16241" y="10421"/>
                  </a:lnTo>
                  <a:lnTo>
                    <a:pt x="17671" y="3163"/>
                  </a:lnTo>
                  <a:lnTo>
                    <a:pt x="14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4"/>
            <p:cNvSpPr/>
            <p:nvPr/>
          </p:nvSpPr>
          <p:spPr>
            <a:xfrm>
              <a:off x="912850" y="5169875"/>
              <a:ext cx="424025" cy="188850"/>
            </a:xfrm>
            <a:custGeom>
              <a:avLst/>
              <a:gdLst/>
              <a:ahLst/>
              <a:cxnLst/>
              <a:rect l="l" t="t" r="r" b="b"/>
              <a:pathLst>
                <a:path w="16961" h="7554" extrusionOk="0">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14"/>
            <p:cNvSpPr/>
            <p:nvPr/>
          </p:nvSpPr>
          <p:spPr>
            <a:xfrm>
              <a:off x="963950" y="4963100"/>
              <a:ext cx="413800" cy="112400"/>
            </a:xfrm>
            <a:custGeom>
              <a:avLst/>
              <a:gdLst/>
              <a:ahLst/>
              <a:cxnLst/>
              <a:rect l="l" t="t" r="r" b="b"/>
              <a:pathLst>
                <a:path w="16552" h="4496" extrusionOk="0">
                  <a:moveTo>
                    <a:pt x="311" y="0"/>
                  </a:moveTo>
                  <a:lnTo>
                    <a:pt x="0" y="1324"/>
                  </a:lnTo>
                  <a:lnTo>
                    <a:pt x="16249" y="4496"/>
                  </a:lnTo>
                  <a:lnTo>
                    <a:pt x="16551" y="3163"/>
                  </a:lnTo>
                  <a:lnTo>
                    <a:pt x="311"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4"/>
            <p:cNvSpPr/>
            <p:nvPr/>
          </p:nvSpPr>
          <p:spPr>
            <a:xfrm>
              <a:off x="984375" y="5034625"/>
              <a:ext cx="94625" cy="94425"/>
            </a:xfrm>
            <a:custGeom>
              <a:avLst/>
              <a:gdLst/>
              <a:ahLst/>
              <a:cxnLst/>
              <a:rect l="l" t="t" r="r" b="b"/>
              <a:pathLst>
                <a:path w="3785" h="3777" extrusionOk="0">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4"/>
            <p:cNvSpPr/>
            <p:nvPr/>
          </p:nvSpPr>
          <p:spPr>
            <a:xfrm>
              <a:off x="1178500" y="5075475"/>
              <a:ext cx="145700" cy="43350"/>
            </a:xfrm>
            <a:custGeom>
              <a:avLst/>
              <a:gdLst/>
              <a:ahLst/>
              <a:cxnLst/>
              <a:rect l="l" t="t" r="r" b="b"/>
              <a:pathLst>
                <a:path w="5828" h="1734" extrusionOk="0">
                  <a:moveTo>
                    <a:pt x="205" y="1"/>
                  </a:moveTo>
                  <a:lnTo>
                    <a:pt x="0" y="614"/>
                  </a:lnTo>
                  <a:lnTo>
                    <a:pt x="5722" y="1733"/>
                  </a:lnTo>
                  <a:lnTo>
                    <a:pt x="5828" y="1120"/>
                  </a:lnTo>
                  <a:lnTo>
                    <a:pt x="205"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4"/>
            <p:cNvSpPr/>
            <p:nvPr/>
          </p:nvSpPr>
          <p:spPr>
            <a:xfrm>
              <a:off x="1170925" y="5113700"/>
              <a:ext cx="145525" cy="43550"/>
            </a:xfrm>
            <a:custGeom>
              <a:avLst/>
              <a:gdLst/>
              <a:ahLst/>
              <a:cxnLst/>
              <a:rect l="l" t="t" r="r" b="b"/>
              <a:pathLst>
                <a:path w="5821" h="1742" extrusionOk="0">
                  <a:moveTo>
                    <a:pt x="205" y="0"/>
                  </a:moveTo>
                  <a:lnTo>
                    <a:pt x="1" y="719"/>
                  </a:lnTo>
                  <a:lnTo>
                    <a:pt x="5722" y="1741"/>
                  </a:lnTo>
                  <a:lnTo>
                    <a:pt x="5820" y="1128"/>
                  </a:lnTo>
                  <a:lnTo>
                    <a:pt x="205"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0" name="Google Shape;790;p14"/>
          <p:cNvSpPr txBox="1">
            <a:spLocks noGrp="1"/>
          </p:cNvSpPr>
          <p:nvPr>
            <p:ph type="subTitle" idx="1"/>
          </p:nvPr>
        </p:nvSpPr>
        <p:spPr>
          <a:xfrm>
            <a:off x="2046783" y="3085489"/>
            <a:ext cx="21945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300"/>
              <a:buNone/>
              <a:defRPr>
                <a:latin typeface="Nunito ExtraBold"/>
                <a:ea typeface="Nunito ExtraBold"/>
                <a:cs typeface="Nunito ExtraBold"/>
                <a:sym typeface="Nunito ExtraBold"/>
              </a:defRPr>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a:endParaRPr/>
          </a:p>
        </p:txBody>
      </p:sp>
      <p:sp>
        <p:nvSpPr>
          <p:cNvPr id="791" name="Google Shape;791;p14"/>
          <p:cNvSpPr txBox="1">
            <a:spLocks noGrp="1"/>
          </p:cNvSpPr>
          <p:nvPr>
            <p:ph type="subTitle" idx="2"/>
          </p:nvPr>
        </p:nvSpPr>
        <p:spPr>
          <a:xfrm>
            <a:off x="2046783" y="3470328"/>
            <a:ext cx="21945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a:endParaRPr/>
          </a:p>
        </p:txBody>
      </p:sp>
      <p:sp>
        <p:nvSpPr>
          <p:cNvPr id="792" name="Google Shape;792;p14"/>
          <p:cNvSpPr txBox="1">
            <a:spLocks noGrp="1"/>
          </p:cNvSpPr>
          <p:nvPr>
            <p:ph type="subTitle" idx="3"/>
          </p:nvPr>
        </p:nvSpPr>
        <p:spPr>
          <a:xfrm>
            <a:off x="2046783" y="1429352"/>
            <a:ext cx="21945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300"/>
              <a:buNone/>
              <a:defRPr>
                <a:latin typeface="Nunito ExtraBold"/>
                <a:ea typeface="Nunito ExtraBold"/>
                <a:cs typeface="Nunito ExtraBold"/>
                <a:sym typeface="Nunito ExtraBold"/>
              </a:defRPr>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a:endParaRPr/>
          </a:p>
        </p:txBody>
      </p:sp>
      <p:sp>
        <p:nvSpPr>
          <p:cNvPr id="793" name="Google Shape;793;p14"/>
          <p:cNvSpPr txBox="1">
            <a:spLocks noGrp="1"/>
          </p:cNvSpPr>
          <p:nvPr>
            <p:ph type="subTitle" idx="4"/>
          </p:nvPr>
        </p:nvSpPr>
        <p:spPr>
          <a:xfrm>
            <a:off x="2046783" y="1814191"/>
            <a:ext cx="21945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a:endParaRPr/>
          </a:p>
        </p:txBody>
      </p:sp>
      <p:sp>
        <p:nvSpPr>
          <p:cNvPr id="794" name="Google Shape;794;p14"/>
          <p:cNvSpPr txBox="1">
            <a:spLocks noGrp="1"/>
          </p:cNvSpPr>
          <p:nvPr>
            <p:ph type="subTitle" idx="5"/>
          </p:nvPr>
        </p:nvSpPr>
        <p:spPr>
          <a:xfrm>
            <a:off x="5867184" y="1429352"/>
            <a:ext cx="21945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300"/>
              <a:buNone/>
              <a:defRPr>
                <a:latin typeface="Nunito ExtraBold"/>
                <a:ea typeface="Nunito ExtraBold"/>
                <a:cs typeface="Nunito ExtraBold"/>
                <a:sym typeface="Nunito ExtraBold"/>
              </a:defRPr>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795" name="Google Shape;795;p14"/>
          <p:cNvSpPr txBox="1">
            <a:spLocks noGrp="1"/>
          </p:cNvSpPr>
          <p:nvPr>
            <p:ph type="subTitle" idx="6"/>
          </p:nvPr>
        </p:nvSpPr>
        <p:spPr>
          <a:xfrm>
            <a:off x="5867184" y="1814191"/>
            <a:ext cx="21945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a:endParaRPr/>
          </a:p>
        </p:txBody>
      </p:sp>
      <p:sp>
        <p:nvSpPr>
          <p:cNvPr id="796" name="Google Shape;796;p14"/>
          <p:cNvSpPr txBox="1">
            <a:spLocks noGrp="1"/>
          </p:cNvSpPr>
          <p:nvPr>
            <p:ph type="subTitle" idx="7"/>
          </p:nvPr>
        </p:nvSpPr>
        <p:spPr>
          <a:xfrm>
            <a:off x="5867184" y="3085489"/>
            <a:ext cx="21945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300"/>
              <a:buNone/>
              <a:defRPr>
                <a:latin typeface="Nunito ExtraBold"/>
                <a:ea typeface="Nunito ExtraBold"/>
                <a:cs typeface="Nunito ExtraBold"/>
                <a:sym typeface="Nunito ExtraBold"/>
              </a:defRPr>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797" name="Google Shape;797;p14"/>
          <p:cNvSpPr txBox="1">
            <a:spLocks noGrp="1"/>
          </p:cNvSpPr>
          <p:nvPr>
            <p:ph type="subTitle" idx="8"/>
          </p:nvPr>
        </p:nvSpPr>
        <p:spPr>
          <a:xfrm>
            <a:off x="5867184" y="3470328"/>
            <a:ext cx="21945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a:endParaRPr/>
          </a:p>
        </p:txBody>
      </p:sp>
      <p:sp>
        <p:nvSpPr>
          <p:cNvPr id="798" name="Google Shape;798;p14"/>
          <p:cNvSpPr txBox="1">
            <a:spLocks noGrp="1"/>
          </p:cNvSpPr>
          <p:nvPr>
            <p:ph type="title" idx="9" hasCustomPrompt="1"/>
          </p:nvPr>
        </p:nvSpPr>
        <p:spPr>
          <a:xfrm>
            <a:off x="1204763" y="1752358"/>
            <a:ext cx="5736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b="1"/>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799" name="Google Shape;799;p14"/>
          <p:cNvSpPr txBox="1">
            <a:spLocks noGrp="1"/>
          </p:cNvSpPr>
          <p:nvPr>
            <p:ph type="title" idx="13" hasCustomPrompt="1"/>
          </p:nvPr>
        </p:nvSpPr>
        <p:spPr>
          <a:xfrm>
            <a:off x="5026027" y="1752358"/>
            <a:ext cx="5760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b="1"/>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800" name="Google Shape;800;p14"/>
          <p:cNvSpPr txBox="1">
            <a:spLocks noGrp="1"/>
          </p:cNvSpPr>
          <p:nvPr>
            <p:ph type="title" idx="14" hasCustomPrompt="1"/>
          </p:nvPr>
        </p:nvSpPr>
        <p:spPr>
          <a:xfrm>
            <a:off x="5026021" y="3414924"/>
            <a:ext cx="5760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b="1"/>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801" name="Google Shape;801;p14"/>
          <p:cNvSpPr txBox="1">
            <a:spLocks noGrp="1"/>
          </p:cNvSpPr>
          <p:nvPr>
            <p:ph type="title" idx="15" hasCustomPrompt="1"/>
          </p:nvPr>
        </p:nvSpPr>
        <p:spPr>
          <a:xfrm>
            <a:off x="1205588" y="3414924"/>
            <a:ext cx="5760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b="1"/>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802" name="Google Shape;802;p14"/>
          <p:cNvSpPr/>
          <p:nvPr/>
        </p:nvSpPr>
        <p:spPr>
          <a:xfrm>
            <a:off x="2483740" y="171622"/>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14"/>
          <p:cNvSpPr/>
          <p:nvPr/>
        </p:nvSpPr>
        <p:spPr>
          <a:xfrm>
            <a:off x="2113408" y="294927"/>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4"/>
          <p:cNvSpPr/>
          <p:nvPr/>
        </p:nvSpPr>
        <p:spPr>
          <a:xfrm>
            <a:off x="3040826" y="55185"/>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5" name="Google Shape;805;p14"/>
          <p:cNvGrpSpPr/>
          <p:nvPr/>
        </p:nvGrpSpPr>
        <p:grpSpPr>
          <a:xfrm>
            <a:off x="8430775" y="49513"/>
            <a:ext cx="674325" cy="1173675"/>
            <a:chOff x="4266275" y="6869625"/>
            <a:chExt cx="674325" cy="1173675"/>
          </a:xfrm>
        </p:grpSpPr>
        <p:sp>
          <p:nvSpPr>
            <p:cNvPr id="806" name="Google Shape;806;p14"/>
            <p:cNvSpPr/>
            <p:nvPr/>
          </p:nvSpPr>
          <p:spPr>
            <a:xfrm>
              <a:off x="4754025" y="7408475"/>
              <a:ext cx="186575" cy="194125"/>
            </a:xfrm>
            <a:custGeom>
              <a:avLst/>
              <a:gdLst/>
              <a:ahLst/>
              <a:cxnLst/>
              <a:rect l="l" t="t" r="r" b="b"/>
              <a:pathLst>
                <a:path w="7463" h="7765" extrusionOk="0">
                  <a:moveTo>
                    <a:pt x="2044" y="0"/>
                  </a:moveTo>
                  <a:lnTo>
                    <a:pt x="0" y="1945"/>
                  </a:lnTo>
                  <a:lnTo>
                    <a:pt x="5419" y="7765"/>
                  </a:lnTo>
                  <a:lnTo>
                    <a:pt x="7463" y="5828"/>
                  </a:lnTo>
                  <a:lnTo>
                    <a:pt x="204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14"/>
            <p:cNvSpPr/>
            <p:nvPr/>
          </p:nvSpPr>
          <p:spPr>
            <a:xfrm>
              <a:off x="4759125" y="7416225"/>
              <a:ext cx="58875" cy="53575"/>
            </a:xfrm>
            <a:custGeom>
              <a:avLst/>
              <a:gdLst/>
              <a:ahLst/>
              <a:cxnLst/>
              <a:rect l="l" t="t" r="r" b="b"/>
              <a:pathLst>
                <a:path w="2355" h="2143" extrusionOk="0">
                  <a:moveTo>
                    <a:pt x="2044" y="1"/>
                  </a:moveTo>
                  <a:lnTo>
                    <a:pt x="1" y="1840"/>
                  </a:lnTo>
                  <a:lnTo>
                    <a:pt x="311" y="2142"/>
                  </a:lnTo>
                  <a:lnTo>
                    <a:pt x="2354" y="205"/>
                  </a:lnTo>
                  <a:lnTo>
                    <a:pt x="204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14"/>
            <p:cNvSpPr/>
            <p:nvPr/>
          </p:nvSpPr>
          <p:spPr>
            <a:xfrm>
              <a:off x="4774450" y="7428900"/>
              <a:ext cx="56225" cy="56225"/>
            </a:xfrm>
            <a:custGeom>
              <a:avLst/>
              <a:gdLst/>
              <a:ahLst/>
              <a:cxnLst/>
              <a:rect l="l" t="t" r="r" b="b"/>
              <a:pathLst>
                <a:path w="2249" h="2249" extrusionOk="0">
                  <a:moveTo>
                    <a:pt x="2044" y="0"/>
                  </a:moveTo>
                  <a:lnTo>
                    <a:pt x="1" y="1946"/>
                  </a:lnTo>
                  <a:lnTo>
                    <a:pt x="205" y="2248"/>
                  </a:lnTo>
                  <a:lnTo>
                    <a:pt x="2248" y="311"/>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14"/>
            <p:cNvSpPr/>
            <p:nvPr/>
          </p:nvSpPr>
          <p:spPr>
            <a:xfrm>
              <a:off x="4787325" y="7444225"/>
              <a:ext cx="56225" cy="53750"/>
            </a:xfrm>
            <a:custGeom>
              <a:avLst/>
              <a:gdLst/>
              <a:ahLst/>
              <a:cxnLst/>
              <a:rect l="l" t="t" r="r" b="b"/>
              <a:pathLst>
                <a:path w="2249" h="2150" extrusionOk="0">
                  <a:moveTo>
                    <a:pt x="2044" y="0"/>
                  </a:moveTo>
                  <a:lnTo>
                    <a:pt x="0" y="1839"/>
                  </a:lnTo>
                  <a:lnTo>
                    <a:pt x="205" y="2150"/>
                  </a:lnTo>
                  <a:lnTo>
                    <a:pt x="2248" y="311"/>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4"/>
            <p:cNvSpPr/>
            <p:nvPr/>
          </p:nvSpPr>
          <p:spPr>
            <a:xfrm>
              <a:off x="4800000" y="7457100"/>
              <a:ext cx="58875" cy="56200"/>
            </a:xfrm>
            <a:custGeom>
              <a:avLst/>
              <a:gdLst/>
              <a:ahLst/>
              <a:cxnLst/>
              <a:rect l="l" t="t" r="r" b="b"/>
              <a:pathLst>
                <a:path w="2355" h="2248" extrusionOk="0">
                  <a:moveTo>
                    <a:pt x="2044" y="0"/>
                  </a:moveTo>
                  <a:lnTo>
                    <a:pt x="0" y="1937"/>
                  </a:lnTo>
                  <a:lnTo>
                    <a:pt x="311" y="2248"/>
                  </a:lnTo>
                  <a:lnTo>
                    <a:pt x="2354" y="303"/>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14"/>
            <p:cNvSpPr/>
            <p:nvPr/>
          </p:nvSpPr>
          <p:spPr>
            <a:xfrm>
              <a:off x="4812875" y="7472425"/>
              <a:ext cx="58650" cy="53550"/>
            </a:xfrm>
            <a:custGeom>
              <a:avLst/>
              <a:gdLst/>
              <a:ahLst/>
              <a:cxnLst/>
              <a:rect l="l" t="t" r="r" b="b"/>
              <a:pathLst>
                <a:path w="2346" h="2142" extrusionOk="0">
                  <a:moveTo>
                    <a:pt x="2043" y="0"/>
                  </a:moveTo>
                  <a:lnTo>
                    <a:pt x="0" y="1937"/>
                  </a:lnTo>
                  <a:lnTo>
                    <a:pt x="303" y="2142"/>
                  </a:lnTo>
                  <a:lnTo>
                    <a:pt x="2346" y="303"/>
                  </a:lnTo>
                  <a:lnTo>
                    <a:pt x="2043"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14"/>
            <p:cNvSpPr/>
            <p:nvPr/>
          </p:nvSpPr>
          <p:spPr>
            <a:xfrm>
              <a:off x="4825525" y="7487750"/>
              <a:ext cx="58875" cy="53550"/>
            </a:xfrm>
            <a:custGeom>
              <a:avLst/>
              <a:gdLst/>
              <a:ahLst/>
              <a:cxnLst/>
              <a:rect l="l" t="t" r="r" b="b"/>
              <a:pathLst>
                <a:path w="2355" h="2142" extrusionOk="0">
                  <a:moveTo>
                    <a:pt x="2044" y="0"/>
                  </a:moveTo>
                  <a:lnTo>
                    <a:pt x="1" y="1839"/>
                  </a:lnTo>
                  <a:lnTo>
                    <a:pt x="311" y="2142"/>
                  </a:lnTo>
                  <a:lnTo>
                    <a:pt x="2355" y="205"/>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4"/>
            <p:cNvSpPr/>
            <p:nvPr/>
          </p:nvSpPr>
          <p:spPr>
            <a:xfrm>
              <a:off x="4840850" y="7500425"/>
              <a:ext cx="56225" cy="56200"/>
            </a:xfrm>
            <a:custGeom>
              <a:avLst/>
              <a:gdLst/>
              <a:ahLst/>
              <a:cxnLst/>
              <a:rect l="l" t="t" r="r" b="b"/>
              <a:pathLst>
                <a:path w="2249" h="2248" extrusionOk="0">
                  <a:moveTo>
                    <a:pt x="2044" y="0"/>
                  </a:moveTo>
                  <a:lnTo>
                    <a:pt x="1" y="1945"/>
                  </a:lnTo>
                  <a:lnTo>
                    <a:pt x="205" y="2248"/>
                  </a:lnTo>
                  <a:lnTo>
                    <a:pt x="2249" y="311"/>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14"/>
            <p:cNvSpPr/>
            <p:nvPr/>
          </p:nvSpPr>
          <p:spPr>
            <a:xfrm>
              <a:off x="4853725" y="7515750"/>
              <a:ext cx="56225" cy="53750"/>
            </a:xfrm>
            <a:custGeom>
              <a:avLst/>
              <a:gdLst/>
              <a:ahLst/>
              <a:cxnLst/>
              <a:rect l="l" t="t" r="r" b="b"/>
              <a:pathLst>
                <a:path w="2249" h="2150" extrusionOk="0">
                  <a:moveTo>
                    <a:pt x="2044" y="0"/>
                  </a:moveTo>
                  <a:lnTo>
                    <a:pt x="1" y="1839"/>
                  </a:lnTo>
                  <a:lnTo>
                    <a:pt x="205" y="2150"/>
                  </a:lnTo>
                  <a:lnTo>
                    <a:pt x="2249" y="204"/>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14"/>
            <p:cNvSpPr/>
            <p:nvPr/>
          </p:nvSpPr>
          <p:spPr>
            <a:xfrm>
              <a:off x="4866400" y="7528625"/>
              <a:ext cx="58875" cy="56200"/>
            </a:xfrm>
            <a:custGeom>
              <a:avLst/>
              <a:gdLst/>
              <a:ahLst/>
              <a:cxnLst/>
              <a:rect l="l" t="t" r="r" b="b"/>
              <a:pathLst>
                <a:path w="2355" h="2248" extrusionOk="0">
                  <a:moveTo>
                    <a:pt x="2044" y="0"/>
                  </a:moveTo>
                  <a:lnTo>
                    <a:pt x="1" y="1937"/>
                  </a:lnTo>
                  <a:lnTo>
                    <a:pt x="311" y="2248"/>
                  </a:lnTo>
                  <a:lnTo>
                    <a:pt x="2355" y="302"/>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14"/>
            <p:cNvSpPr/>
            <p:nvPr/>
          </p:nvSpPr>
          <p:spPr>
            <a:xfrm>
              <a:off x="4879275" y="7543950"/>
              <a:ext cx="58675" cy="53550"/>
            </a:xfrm>
            <a:custGeom>
              <a:avLst/>
              <a:gdLst/>
              <a:ahLst/>
              <a:cxnLst/>
              <a:rect l="l" t="t" r="r" b="b"/>
              <a:pathLst>
                <a:path w="2347" h="2142" extrusionOk="0">
                  <a:moveTo>
                    <a:pt x="2044" y="0"/>
                  </a:moveTo>
                  <a:lnTo>
                    <a:pt x="0" y="1937"/>
                  </a:lnTo>
                  <a:lnTo>
                    <a:pt x="303" y="2141"/>
                  </a:lnTo>
                  <a:lnTo>
                    <a:pt x="2346" y="302"/>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14"/>
            <p:cNvSpPr/>
            <p:nvPr/>
          </p:nvSpPr>
          <p:spPr>
            <a:xfrm>
              <a:off x="4266275" y="7482625"/>
              <a:ext cx="597700" cy="560675"/>
            </a:xfrm>
            <a:custGeom>
              <a:avLst/>
              <a:gdLst/>
              <a:ahLst/>
              <a:cxnLst/>
              <a:rect l="l" t="t" r="r" b="b"/>
              <a:pathLst>
                <a:path w="23908" h="22427" extrusionOk="0">
                  <a:moveTo>
                    <a:pt x="19616" y="1"/>
                  </a:moveTo>
                  <a:lnTo>
                    <a:pt x="1324" y="16855"/>
                  </a:lnTo>
                  <a:cubicBezTo>
                    <a:pt x="98" y="18081"/>
                    <a:pt x="0" y="20124"/>
                    <a:pt x="1226" y="21456"/>
                  </a:cubicBezTo>
                  <a:cubicBezTo>
                    <a:pt x="1809" y="22094"/>
                    <a:pt x="2641" y="22426"/>
                    <a:pt x="3492" y="22426"/>
                  </a:cubicBezTo>
                  <a:cubicBezTo>
                    <a:pt x="4279" y="22426"/>
                    <a:pt x="5082" y="22143"/>
                    <a:pt x="5722" y="21554"/>
                  </a:cubicBezTo>
                  <a:lnTo>
                    <a:pt x="23907" y="4701"/>
                  </a:lnTo>
                  <a:lnTo>
                    <a:pt x="196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14"/>
            <p:cNvSpPr/>
            <p:nvPr/>
          </p:nvSpPr>
          <p:spPr>
            <a:xfrm>
              <a:off x="4294275" y="7615450"/>
              <a:ext cx="429125" cy="403000"/>
            </a:xfrm>
            <a:custGeom>
              <a:avLst/>
              <a:gdLst/>
              <a:ahLst/>
              <a:cxnLst/>
              <a:rect l="l" t="t" r="r" b="b"/>
              <a:pathLst>
                <a:path w="17165" h="16120" extrusionOk="0">
                  <a:moveTo>
                    <a:pt x="14001" y="1"/>
                  </a:moveTo>
                  <a:lnTo>
                    <a:pt x="1022" y="12056"/>
                  </a:lnTo>
                  <a:cubicBezTo>
                    <a:pt x="0" y="12972"/>
                    <a:pt x="0" y="14402"/>
                    <a:pt x="817" y="15326"/>
                  </a:cubicBezTo>
                  <a:cubicBezTo>
                    <a:pt x="1305" y="15865"/>
                    <a:pt x="1934" y="16120"/>
                    <a:pt x="2569" y="16120"/>
                  </a:cubicBezTo>
                  <a:cubicBezTo>
                    <a:pt x="3137" y="16120"/>
                    <a:pt x="3711" y="15916"/>
                    <a:pt x="4193" y="15530"/>
                  </a:cubicBezTo>
                  <a:lnTo>
                    <a:pt x="17164" y="3368"/>
                  </a:lnTo>
                  <a:lnTo>
                    <a:pt x="14001"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4"/>
            <p:cNvSpPr/>
            <p:nvPr/>
          </p:nvSpPr>
          <p:spPr>
            <a:xfrm>
              <a:off x="4736250" y="7454450"/>
              <a:ext cx="155725" cy="166150"/>
            </a:xfrm>
            <a:custGeom>
              <a:avLst/>
              <a:gdLst/>
              <a:ahLst/>
              <a:cxnLst/>
              <a:rect l="l" t="t" r="r" b="b"/>
              <a:pathLst>
                <a:path w="6229" h="6646" extrusionOk="0">
                  <a:moveTo>
                    <a:pt x="817" y="0"/>
                  </a:moveTo>
                  <a:lnTo>
                    <a:pt x="0" y="817"/>
                  </a:lnTo>
                  <a:lnTo>
                    <a:pt x="5313" y="6645"/>
                  </a:lnTo>
                  <a:lnTo>
                    <a:pt x="6228" y="5828"/>
                  </a:lnTo>
                  <a:lnTo>
                    <a:pt x="817" y="0"/>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14"/>
            <p:cNvSpPr/>
            <p:nvPr/>
          </p:nvSpPr>
          <p:spPr>
            <a:xfrm>
              <a:off x="4294275" y="7881100"/>
              <a:ext cx="143050" cy="137350"/>
            </a:xfrm>
            <a:custGeom>
              <a:avLst/>
              <a:gdLst/>
              <a:ahLst/>
              <a:cxnLst/>
              <a:rect l="l" t="t" r="r" b="b"/>
              <a:pathLst>
                <a:path w="5722" h="5494" extrusionOk="0">
                  <a:moveTo>
                    <a:pt x="2558" y="0"/>
                  </a:moveTo>
                  <a:cubicBezTo>
                    <a:pt x="2532" y="24"/>
                    <a:pt x="2506" y="48"/>
                    <a:pt x="2480" y="73"/>
                  </a:cubicBezTo>
                  <a:lnTo>
                    <a:pt x="2480" y="73"/>
                  </a:lnTo>
                  <a:lnTo>
                    <a:pt x="2558" y="0"/>
                  </a:lnTo>
                  <a:close/>
                  <a:moveTo>
                    <a:pt x="5721" y="3368"/>
                  </a:moveTo>
                  <a:lnTo>
                    <a:pt x="5716" y="3373"/>
                  </a:lnTo>
                  <a:lnTo>
                    <a:pt x="5716" y="3373"/>
                  </a:lnTo>
                  <a:cubicBezTo>
                    <a:pt x="5718" y="3371"/>
                    <a:pt x="5720" y="3369"/>
                    <a:pt x="5721" y="3368"/>
                  </a:cubicBezTo>
                  <a:close/>
                  <a:moveTo>
                    <a:pt x="2480" y="73"/>
                  </a:moveTo>
                  <a:lnTo>
                    <a:pt x="1022" y="1430"/>
                  </a:lnTo>
                  <a:cubicBezTo>
                    <a:pt x="0" y="2346"/>
                    <a:pt x="0" y="3776"/>
                    <a:pt x="817" y="4700"/>
                  </a:cubicBezTo>
                  <a:cubicBezTo>
                    <a:pt x="1305" y="5239"/>
                    <a:pt x="1934" y="5494"/>
                    <a:pt x="2569" y="5494"/>
                  </a:cubicBezTo>
                  <a:cubicBezTo>
                    <a:pt x="3137" y="5494"/>
                    <a:pt x="3711" y="5290"/>
                    <a:pt x="4193" y="4904"/>
                  </a:cubicBezTo>
                  <a:lnTo>
                    <a:pt x="5716" y="3373"/>
                  </a:lnTo>
                  <a:lnTo>
                    <a:pt x="5716" y="3373"/>
                  </a:lnTo>
                  <a:cubicBezTo>
                    <a:pt x="5284" y="3806"/>
                    <a:pt x="4739" y="4010"/>
                    <a:pt x="4187" y="4010"/>
                  </a:cubicBezTo>
                  <a:cubicBezTo>
                    <a:pt x="3568" y="4010"/>
                    <a:pt x="2939" y="3752"/>
                    <a:pt x="2452" y="3269"/>
                  </a:cubicBezTo>
                  <a:cubicBezTo>
                    <a:pt x="1563" y="2373"/>
                    <a:pt x="1630" y="905"/>
                    <a:pt x="2480" y="73"/>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14"/>
            <p:cNvSpPr/>
            <p:nvPr/>
          </p:nvSpPr>
          <p:spPr>
            <a:xfrm>
              <a:off x="4577875" y="7543950"/>
              <a:ext cx="125075" cy="112400"/>
            </a:xfrm>
            <a:custGeom>
              <a:avLst/>
              <a:gdLst/>
              <a:ahLst/>
              <a:cxnLst/>
              <a:rect l="l" t="t" r="r" b="b"/>
              <a:pathLst>
                <a:path w="5003" h="4496" extrusionOk="0">
                  <a:moveTo>
                    <a:pt x="4496" y="0"/>
                  </a:moveTo>
                  <a:lnTo>
                    <a:pt x="1" y="4185"/>
                  </a:lnTo>
                  <a:cubicBezTo>
                    <a:pt x="205" y="4291"/>
                    <a:pt x="507" y="4389"/>
                    <a:pt x="916" y="4495"/>
                  </a:cubicBezTo>
                  <a:lnTo>
                    <a:pt x="2657" y="2861"/>
                  </a:lnTo>
                  <a:lnTo>
                    <a:pt x="3573" y="3776"/>
                  </a:lnTo>
                  <a:cubicBezTo>
                    <a:pt x="4594" y="2959"/>
                    <a:pt x="5003" y="1635"/>
                    <a:pt x="4594" y="302"/>
                  </a:cubicBezTo>
                  <a:lnTo>
                    <a:pt x="4496" y="0"/>
                  </a:lnTo>
                  <a:close/>
                </a:path>
              </a:pathLst>
            </a:custGeom>
            <a:solidFill>
              <a:srgbClr val="E3E6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14"/>
            <p:cNvSpPr/>
            <p:nvPr/>
          </p:nvSpPr>
          <p:spPr>
            <a:xfrm>
              <a:off x="4600775" y="7615450"/>
              <a:ext cx="66425" cy="43350"/>
            </a:xfrm>
            <a:custGeom>
              <a:avLst/>
              <a:gdLst/>
              <a:ahLst/>
              <a:cxnLst/>
              <a:rect l="l" t="t" r="r" b="b"/>
              <a:pathLst>
                <a:path w="2657" h="1734" extrusionOk="0">
                  <a:moveTo>
                    <a:pt x="1741" y="1"/>
                  </a:moveTo>
                  <a:lnTo>
                    <a:pt x="0" y="1635"/>
                  </a:lnTo>
                  <a:cubicBezTo>
                    <a:pt x="204" y="1733"/>
                    <a:pt x="409" y="1733"/>
                    <a:pt x="613" y="1733"/>
                  </a:cubicBezTo>
                  <a:cubicBezTo>
                    <a:pt x="924" y="1733"/>
                    <a:pt x="1332" y="1635"/>
                    <a:pt x="1635" y="1529"/>
                  </a:cubicBezTo>
                  <a:cubicBezTo>
                    <a:pt x="2044" y="1431"/>
                    <a:pt x="2354" y="1227"/>
                    <a:pt x="2657" y="916"/>
                  </a:cubicBezTo>
                  <a:lnTo>
                    <a:pt x="174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14"/>
            <p:cNvSpPr/>
            <p:nvPr/>
          </p:nvSpPr>
          <p:spPr>
            <a:xfrm>
              <a:off x="4268725" y="6869625"/>
              <a:ext cx="209475" cy="130200"/>
            </a:xfrm>
            <a:custGeom>
              <a:avLst/>
              <a:gdLst/>
              <a:ahLst/>
              <a:cxnLst/>
              <a:rect l="l" t="t" r="r" b="b"/>
              <a:pathLst>
                <a:path w="8379" h="5208" extrusionOk="0">
                  <a:moveTo>
                    <a:pt x="7463" y="1"/>
                  </a:moveTo>
                  <a:lnTo>
                    <a:pt x="0" y="2551"/>
                  </a:lnTo>
                  <a:lnTo>
                    <a:pt x="924" y="5207"/>
                  </a:lnTo>
                  <a:lnTo>
                    <a:pt x="8378" y="2551"/>
                  </a:lnTo>
                  <a:lnTo>
                    <a:pt x="746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14"/>
            <p:cNvSpPr/>
            <p:nvPr/>
          </p:nvSpPr>
          <p:spPr>
            <a:xfrm>
              <a:off x="4276475" y="6928275"/>
              <a:ext cx="30675" cy="69100"/>
            </a:xfrm>
            <a:custGeom>
              <a:avLst/>
              <a:gdLst/>
              <a:ahLst/>
              <a:cxnLst/>
              <a:rect l="l" t="t" r="r" b="b"/>
              <a:pathLst>
                <a:path w="1227" h="2764" extrusionOk="0">
                  <a:moveTo>
                    <a:pt x="303" y="1"/>
                  </a:moveTo>
                  <a:lnTo>
                    <a:pt x="1" y="107"/>
                  </a:lnTo>
                  <a:lnTo>
                    <a:pt x="916" y="2763"/>
                  </a:lnTo>
                  <a:lnTo>
                    <a:pt x="1227" y="2657"/>
                  </a:lnTo>
                  <a:lnTo>
                    <a:pt x="303"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14"/>
            <p:cNvSpPr/>
            <p:nvPr/>
          </p:nvSpPr>
          <p:spPr>
            <a:xfrm>
              <a:off x="4294275" y="6920725"/>
              <a:ext cx="30675" cy="68875"/>
            </a:xfrm>
            <a:custGeom>
              <a:avLst/>
              <a:gdLst/>
              <a:ahLst/>
              <a:cxnLst/>
              <a:rect l="l" t="t" r="r" b="b"/>
              <a:pathLst>
                <a:path w="1227" h="2755" extrusionOk="0">
                  <a:moveTo>
                    <a:pt x="311" y="0"/>
                  </a:moveTo>
                  <a:lnTo>
                    <a:pt x="0" y="205"/>
                  </a:lnTo>
                  <a:lnTo>
                    <a:pt x="924" y="2755"/>
                  </a:lnTo>
                  <a:lnTo>
                    <a:pt x="1226" y="2657"/>
                  </a:lnTo>
                  <a:lnTo>
                    <a:pt x="311"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14"/>
            <p:cNvSpPr/>
            <p:nvPr/>
          </p:nvSpPr>
          <p:spPr>
            <a:xfrm>
              <a:off x="4312250" y="6915600"/>
              <a:ext cx="30675" cy="68900"/>
            </a:xfrm>
            <a:custGeom>
              <a:avLst/>
              <a:gdLst/>
              <a:ahLst/>
              <a:cxnLst/>
              <a:rect l="l" t="t" r="r" b="b"/>
              <a:pathLst>
                <a:path w="1227" h="2756" extrusionOk="0">
                  <a:moveTo>
                    <a:pt x="303" y="1"/>
                  </a:moveTo>
                  <a:lnTo>
                    <a:pt x="0" y="99"/>
                  </a:lnTo>
                  <a:lnTo>
                    <a:pt x="916" y="2755"/>
                  </a:lnTo>
                  <a:lnTo>
                    <a:pt x="1226" y="2657"/>
                  </a:lnTo>
                  <a:lnTo>
                    <a:pt x="303"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14"/>
            <p:cNvSpPr/>
            <p:nvPr/>
          </p:nvSpPr>
          <p:spPr>
            <a:xfrm>
              <a:off x="4330025" y="6907850"/>
              <a:ext cx="33325" cy="69075"/>
            </a:xfrm>
            <a:custGeom>
              <a:avLst/>
              <a:gdLst/>
              <a:ahLst/>
              <a:cxnLst/>
              <a:rect l="l" t="t" r="r" b="b"/>
              <a:pathLst>
                <a:path w="1333" h="2763" extrusionOk="0">
                  <a:moveTo>
                    <a:pt x="409" y="0"/>
                  </a:moveTo>
                  <a:lnTo>
                    <a:pt x="0" y="205"/>
                  </a:lnTo>
                  <a:lnTo>
                    <a:pt x="924" y="2763"/>
                  </a:lnTo>
                  <a:lnTo>
                    <a:pt x="1333" y="2657"/>
                  </a:lnTo>
                  <a:lnTo>
                    <a:pt x="409"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14"/>
            <p:cNvSpPr/>
            <p:nvPr/>
          </p:nvSpPr>
          <p:spPr>
            <a:xfrm>
              <a:off x="4348000" y="6902725"/>
              <a:ext cx="33125" cy="69100"/>
            </a:xfrm>
            <a:custGeom>
              <a:avLst/>
              <a:gdLst/>
              <a:ahLst/>
              <a:cxnLst/>
              <a:rect l="l" t="t" r="r" b="b"/>
              <a:pathLst>
                <a:path w="1325" h="2764" extrusionOk="0">
                  <a:moveTo>
                    <a:pt x="409" y="1"/>
                  </a:moveTo>
                  <a:lnTo>
                    <a:pt x="1" y="107"/>
                  </a:lnTo>
                  <a:lnTo>
                    <a:pt x="916" y="2764"/>
                  </a:lnTo>
                  <a:lnTo>
                    <a:pt x="1325" y="2657"/>
                  </a:lnTo>
                  <a:lnTo>
                    <a:pt x="409"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14"/>
            <p:cNvSpPr/>
            <p:nvPr/>
          </p:nvSpPr>
          <p:spPr>
            <a:xfrm>
              <a:off x="4368450" y="6895175"/>
              <a:ext cx="30675" cy="68875"/>
            </a:xfrm>
            <a:custGeom>
              <a:avLst/>
              <a:gdLst/>
              <a:ahLst/>
              <a:cxnLst/>
              <a:rect l="l" t="t" r="r" b="b"/>
              <a:pathLst>
                <a:path w="1227" h="2755" extrusionOk="0">
                  <a:moveTo>
                    <a:pt x="302" y="1"/>
                  </a:moveTo>
                  <a:lnTo>
                    <a:pt x="0" y="205"/>
                  </a:lnTo>
                  <a:lnTo>
                    <a:pt x="915" y="2755"/>
                  </a:lnTo>
                  <a:lnTo>
                    <a:pt x="1226" y="2657"/>
                  </a:lnTo>
                  <a:lnTo>
                    <a:pt x="302"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14"/>
            <p:cNvSpPr/>
            <p:nvPr/>
          </p:nvSpPr>
          <p:spPr>
            <a:xfrm>
              <a:off x="4386225" y="6890075"/>
              <a:ext cx="30675" cy="68875"/>
            </a:xfrm>
            <a:custGeom>
              <a:avLst/>
              <a:gdLst/>
              <a:ahLst/>
              <a:cxnLst/>
              <a:rect l="l" t="t" r="r" b="b"/>
              <a:pathLst>
                <a:path w="1227" h="2755" extrusionOk="0">
                  <a:moveTo>
                    <a:pt x="311" y="0"/>
                  </a:moveTo>
                  <a:lnTo>
                    <a:pt x="0" y="98"/>
                  </a:lnTo>
                  <a:lnTo>
                    <a:pt x="924" y="2755"/>
                  </a:lnTo>
                  <a:lnTo>
                    <a:pt x="1226" y="2657"/>
                  </a:lnTo>
                  <a:lnTo>
                    <a:pt x="311"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14"/>
            <p:cNvSpPr/>
            <p:nvPr/>
          </p:nvSpPr>
          <p:spPr>
            <a:xfrm>
              <a:off x="4404200" y="6882300"/>
              <a:ext cx="33125" cy="69100"/>
            </a:xfrm>
            <a:custGeom>
              <a:avLst/>
              <a:gdLst/>
              <a:ahLst/>
              <a:cxnLst/>
              <a:rect l="l" t="t" r="r" b="b"/>
              <a:pathLst>
                <a:path w="1325" h="2764" extrusionOk="0">
                  <a:moveTo>
                    <a:pt x="409" y="1"/>
                  </a:moveTo>
                  <a:lnTo>
                    <a:pt x="0" y="205"/>
                  </a:lnTo>
                  <a:lnTo>
                    <a:pt x="916" y="2763"/>
                  </a:lnTo>
                  <a:lnTo>
                    <a:pt x="1324" y="2657"/>
                  </a:lnTo>
                  <a:lnTo>
                    <a:pt x="409"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14"/>
            <p:cNvSpPr/>
            <p:nvPr/>
          </p:nvSpPr>
          <p:spPr>
            <a:xfrm>
              <a:off x="4421975" y="6877200"/>
              <a:ext cx="33325" cy="69075"/>
            </a:xfrm>
            <a:custGeom>
              <a:avLst/>
              <a:gdLst/>
              <a:ahLst/>
              <a:cxnLst/>
              <a:rect l="l" t="t" r="r" b="b"/>
              <a:pathLst>
                <a:path w="1333" h="2763" extrusionOk="0">
                  <a:moveTo>
                    <a:pt x="409" y="0"/>
                  </a:moveTo>
                  <a:lnTo>
                    <a:pt x="0" y="107"/>
                  </a:lnTo>
                  <a:lnTo>
                    <a:pt x="924" y="2763"/>
                  </a:lnTo>
                  <a:lnTo>
                    <a:pt x="1333" y="2657"/>
                  </a:lnTo>
                  <a:lnTo>
                    <a:pt x="409"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14"/>
            <p:cNvSpPr/>
            <p:nvPr/>
          </p:nvSpPr>
          <p:spPr>
            <a:xfrm>
              <a:off x="4439950" y="6869625"/>
              <a:ext cx="33125" cy="68900"/>
            </a:xfrm>
            <a:custGeom>
              <a:avLst/>
              <a:gdLst/>
              <a:ahLst/>
              <a:cxnLst/>
              <a:rect l="l" t="t" r="r" b="b"/>
              <a:pathLst>
                <a:path w="1325" h="2756" extrusionOk="0">
                  <a:moveTo>
                    <a:pt x="409" y="1"/>
                  </a:moveTo>
                  <a:lnTo>
                    <a:pt x="1" y="99"/>
                  </a:lnTo>
                  <a:lnTo>
                    <a:pt x="1022" y="2755"/>
                  </a:lnTo>
                  <a:lnTo>
                    <a:pt x="1325" y="2657"/>
                  </a:lnTo>
                  <a:lnTo>
                    <a:pt x="409"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14"/>
            <p:cNvSpPr/>
            <p:nvPr/>
          </p:nvSpPr>
          <p:spPr>
            <a:xfrm>
              <a:off x="4314700" y="6956475"/>
              <a:ext cx="367825" cy="694425"/>
            </a:xfrm>
            <a:custGeom>
              <a:avLst/>
              <a:gdLst/>
              <a:ahLst/>
              <a:cxnLst/>
              <a:rect l="l" t="t" r="r" b="b"/>
              <a:pathLst>
                <a:path w="14713" h="27777" extrusionOk="0">
                  <a:moveTo>
                    <a:pt x="6032" y="1"/>
                  </a:moveTo>
                  <a:lnTo>
                    <a:pt x="0" y="2142"/>
                  </a:lnTo>
                  <a:lnTo>
                    <a:pt x="8076" y="25640"/>
                  </a:lnTo>
                  <a:cubicBezTo>
                    <a:pt x="8559" y="26929"/>
                    <a:pt x="9805" y="27776"/>
                    <a:pt x="11111" y="27776"/>
                  </a:cubicBezTo>
                  <a:cubicBezTo>
                    <a:pt x="11462" y="27776"/>
                    <a:pt x="11817" y="27715"/>
                    <a:pt x="12162" y="27586"/>
                  </a:cubicBezTo>
                  <a:cubicBezTo>
                    <a:pt x="13895" y="26973"/>
                    <a:pt x="14713" y="25134"/>
                    <a:pt x="14206" y="23499"/>
                  </a:cubicBezTo>
                  <a:lnTo>
                    <a:pt x="60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14"/>
            <p:cNvSpPr/>
            <p:nvPr/>
          </p:nvSpPr>
          <p:spPr>
            <a:xfrm>
              <a:off x="4391325" y="7125050"/>
              <a:ext cx="265650" cy="498700"/>
            </a:xfrm>
            <a:custGeom>
              <a:avLst/>
              <a:gdLst/>
              <a:ahLst/>
              <a:cxnLst/>
              <a:rect l="l" t="t" r="r" b="b"/>
              <a:pathLst>
                <a:path w="10626" h="19948" extrusionOk="0">
                  <a:moveTo>
                    <a:pt x="4398" y="1"/>
                  </a:moveTo>
                  <a:lnTo>
                    <a:pt x="0" y="1529"/>
                  </a:lnTo>
                  <a:lnTo>
                    <a:pt x="5828" y="18391"/>
                  </a:lnTo>
                  <a:cubicBezTo>
                    <a:pt x="6151" y="19361"/>
                    <a:pt x="7048" y="19947"/>
                    <a:pt x="8016" y="19947"/>
                  </a:cubicBezTo>
                  <a:cubicBezTo>
                    <a:pt x="8271" y="19947"/>
                    <a:pt x="8531" y="19906"/>
                    <a:pt x="8787" y="19821"/>
                  </a:cubicBezTo>
                  <a:cubicBezTo>
                    <a:pt x="10013" y="19412"/>
                    <a:pt x="10626" y="18080"/>
                    <a:pt x="10217" y="16854"/>
                  </a:cubicBezTo>
                  <a:lnTo>
                    <a:pt x="439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14"/>
            <p:cNvSpPr/>
            <p:nvPr/>
          </p:nvSpPr>
          <p:spPr>
            <a:xfrm>
              <a:off x="4289150" y="6933375"/>
              <a:ext cx="196800" cy="91975"/>
            </a:xfrm>
            <a:custGeom>
              <a:avLst/>
              <a:gdLst/>
              <a:ahLst/>
              <a:cxnLst/>
              <a:rect l="l" t="t" r="r" b="b"/>
              <a:pathLst>
                <a:path w="7872" h="3679" extrusionOk="0">
                  <a:moveTo>
                    <a:pt x="7561" y="1"/>
                  </a:moveTo>
                  <a:lnTo>
                    <a:pt x="1" y="2559"/>
                  </a:lnTo>
                  <a:lnTo>
                    <a:pt x="409" y="3679"/>
                  </a:lnTo>
                  <a:lnTo>
                    <a:pt x="7872" y="1023"/>
                  </a:lnTo>
                  <a:lnTo>
                    <a:pt x="7561"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14"/>
            <p:cNvSpPr/>
            <p:nvPr/>
          </p:nvSpPr>
          <p:spPr>
            <a:xfrm>
              <a:off x="4519025" y="7495300"/>
              <a:ext cx="137950" cy="128450"/>
            </a:xfrm>
            <a:custGeom>
              <a:avLst/>
              <a:gdLst/>
              <a:ahLst/>
              <a:cxnLst/>
              <a:rect l="l" t="t" r="r" b="b"/>
              <a:pathLst>
                <a:path w="5518" h="5138" extrusionOk="0">
                  <a:moveTo>
                    <a:pt x="1" y="1537"/>
                  </a:moveTo>
                  <a:cubicBezTo>
                    <a:pt x="9" y="1562"/>
                    <a:pt x="18" y="1587"/>
                    <a:pt x="27" y="1611"/>
                  </a:cubicBezTo>
                  <a:lnTo>
                    <a:pt x="27" y="1611"/>
                  </a:lnTo>
                  <a:lnTo>
                    <a:pt x="1" y="1537"/>
                  </a:lnTo>
                  <a:close/>
                  <a:moveTo>
                    <a:pt x="4398" y="1"/>
                  </a:moveTo>
                  <a:cubicBezTo>
                    <a:pt x="4807" y="1227"/>
                    <a:pt x="4194" y="2559"/>
                    <a:pt x="2968" y="2968"/>
                  </a:cubicBezTo>
                  <a:cubicBezTo>
                    <a:pt x="2712" y="3053"/>
                    <a:pt x="2451" y="3094"/>
                    <a:pt x="2196" y="3094"/>
                  </a:cubicBezTo>
                  <a:cubicBezTo>
                    <a:pt x="1251" y="3094"/>
                    <a:pt x="370" y="2537"/>
                    <a:pt x="27" y="1611"/>
                  </a:cubicBezTo>
                  <a:lnTo>
                    <a:pt x="27" y="1611"/>
                  </a:lnTo>
                  <a:lnTo>
                    <a:pt x="720" y="3581"/>
                  </a:lnTo>
                  <a:cubicBezTo>
                    <a:pt x="1043" y="4551"/>
                    <a:pt x="1940" y="5137"/>
                    <a:pt x="2908" y="5137"/>
                  </a:cubicBezTo>
                  <a:cubicBezTo>
                    <a:pt x="3163" y="5137"/>
                    <a:pt x="3423" y="5096"/>
                    <a:pt x="3679" y="5011"/>
                  </a:cubicBezTo>
                  <a:cubicBezTo>
                    <a:pt x="4905" y="4602"/>
                    <a:pt x="5518" y="3270"/>
                    <a:pt x="5109" y="2044"/>
                  </a:cubicBezTo>
                  <a:lnTo>
                    <a:pt x="4398"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1">
  <p:cSld name="CUSTOM_6">
    <p:spTree>
      <p:nvGrpSpPr>
        <p:cNvPr id="1" name="Shape 838"/>
        <p:cNvGrpSpPr/>
        <p:nvPr/>
      </p:nvGrpSpPr>
      <p:grpSpPr>
        <a:xfrm>
          <a:off x="0" y="0"/>
          <a:ext cx="0" cy="0"/>
          <a:chOff x="0" y="0"/>
          <a:chExt cx="0" cy="0"/>
        </a:xfrm>
      </p:grpSpPr>
      <p:sp>
        <p:nvSpPr>
          <p:cNvPr id="839" name="Google Shape;839;p15"/>
          <p:cNvSpPr/>
          <p:nvPr/>
        </p:nvSpPr>
        <p:spPr>
          <a:xfrm rot="10800000" flipH="1">
            <a:off x="6520050" y="0"/>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15"/>
          <p:cNvSpPr/>
          <p:nvPr/>
        </p:nvSpPr>
        <p:spPr>
          <a:xfrm>
            <a:off x="7422798" y="64342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15"/>
          <p:cNvSpPr/>
          <p:nvPr/>
        </p:nvSpPr>
        <p:spPr>
          <a:xfrm>
            <a:off x="7553111" y="35774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15"/>
          <p:cNvSpPr/>
          <p:nvPr/>
        </p:nvSpPr>
        <p:spPr>
          <a:xfrm>
            <a:off x="7711935" y="129215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15"/>
          <p:cNvSpPr/>
          <p:nvPr/>
        </p:nvSpPr>
        <p:spPr>
          <a:xfrm>
            <a:off x="7951928" y="69251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15"/>
          <p:cNvSpPr/>
          <p:nvPr/>
        </p:nvSpPr>
        <p:spPr>
          <a:xfrm flipH="1">
            <a:off x="345790" y="8754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15"/>
          <p:cNvSpPr/>
          <p:nvPr/>
        </p:nvSpPr>
        <p:spPr>
          <a:xfrm flipH="1">
            <a:off x="1724281" y="857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15"/>
          <p:cNvSpPr/>
          <p:nvPr/>
        </p:nvSpPr>
        <p:spPr>
          <a:xfrm flipH="1">
            <a:off x="176597" y="12984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15"/>
          <p:cNvSpPr/>
          <p:nvPr/>
        </p:nvSpPr>
        <p:spPr>
          <a:xfrm flipH="1">
            <a:off x="638297" y="6004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15"/>
          <p:cNvSpPr/>
          <p:nvPr/>
        </p:nvSpPr>
        <p:spPr>
          <a:xfrm flipH="1">
            <a:off x="737053" y="1844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15"/>
          <p:cNvSpPr/>
          <p:nvPr/>
        </p:nvSpPr>
        <p:spPr>
          <a:xfrm flipH="1">
            <a:off x="2387120" y="2938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15"/>
          <p:cNvSpPr/>
          <p:nvPr/>
        </p:nvSpPr>
        <p:spPr>
          <a:xfrm>
            <a:off x="8650205" y="46451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15"/>
          <p:cNvSpPr/>
          <p:nvPr/>
        </p:nvSpPr>
        <p:spPr>
          <a:xfrm>
            <a:off x="7285517" y="38554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15"/>
          <p:cNvSpPr/>
          <p:nvPr/>
        </p:nvSpPr>
        <p:spPr>
          <a:xfrm>
            <a:off x="9020278" y="50682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15"/>
          <p:cNvSpPr/>
          <p:nvPr/>
        </p:nvSpPr>
        <p:spPr>
          <a:xfrm>
            <a:off x="8558513" y="43701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15"/>
          <p:cNvSpPr/>
          <p:nvPr/>
        </p:nvSpPr>
        <p:spPr>
          <a:xfrm>
            <a:off x="8459823" y="39541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15"/>
          <p:cNvSpPr/>
          <p:nvPr/>
        </p:nvSpPr>
        <p:spPr>
          <a:xfrm>
            <a:off x="6805997" y="40635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15"/>
          <p:cNvSpPr/>
          <p:nvPr/>
        </p:nvSpPr>
        <p:spPr>
          <a:xfrm flipH="1">
            <a:off x="0" y="3186075"/>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15"/>
          <p:cNvSpPr/>
          <p:nvPr/>
        </p:nvSpPr>
        <p:spPr>
          <a:xfrm flipH="1">
            <a:off x="1090248" y="347174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15"/>
          <p:cNvSpPr/>
          <p:nvPr/>
        </p:nvSpPr>
        <p:spPr>
          <a:xfrm flipH="1">
            <a:off x="1160751" y="318606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15"/>
          <p:cNvSpPr/>
          <p:nvPr/>
        </p:nvSpPr>
        <p:spPr>
          <a:xfrm flipH="1">
            <a:off x="1002250" y="412047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15"/>
          <p:cNvSpPr/>
          <p:nvPr/>
        </p:nvSpPr>
        <p:spPr>
          <a:xfrm flipH="1">
            <a:off x="761998" y="352084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15"/>
          <p:cNvSpPr txBox="1">
            <a:spLocks noGrp="1"/>
          </p:cNvSpPr>
          <p:nvPr>
            <p:ph type="title"/>
          </p:nvPr>
        </p:nvSpPr>
        <p:spPr>
          <a:xfrm>
            <a:off x="2725032" y="1931376"/>
            <a:ext cx="5400600" cy="91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862" name="Google Shape;862;p15"/>
          <p:cNvSpPr txBox="1">
            <a:spLocks noGrp="1"/>
          </p:cNvSpPr>
          <p:nvPr>
            <p:ph type="subTitle" idx="1"/>
          </p:nvPr>
        </p:nvSpPr>
        <p:spPr>
          <a:xfrm>
            <a:off x="2725032" y="2846424"/>
            <a:ext cx="53958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863" name="Google Shape;863;p15"/>
          <p:cNvSpPr txBox="1">
            <a:spLocks noGrp="1"/>
          </p:cNvSpPr>
          <p:nvPr>
            <p:ph type="title" idx="2" hasCustomPrompt="1"/>
          </p:nvPr>
        </p:nvSpPr>
        <p:spPr>
          <a:xfrm>
            <a:off x="1233306" y="2496076"/>
            <a:ext cx="11250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4500"/>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2">
  <p:cSld name="CUSTOM_6_1">
    <p:spTree>
      <p:nvGrpSpPr>
        <p:cNvPr id="1" name="Shape 864"/>
        <p:cNvGrpSpPr/>
        <p:nvPr/>
      </p:nvGrpSpPr>
      <p:grpSpPr>
        <a:xfrm>
          <a:off x="0" y="0"/>
          <a:ext cx="0" cy="0"/>
          <a:chOff x="0" y="0"/>
          <a:chExt cx="0" cy="0"/>
        </a:xfrm>
      </p:grpSpPr>
      <p:sp>
        <p:nvSpPr>
          <p:cNvPr id="865" name="Google Shape;865;p16"/>
          <p:cNvSpPr/>
          <p:nvPr/>
        </p:nvSpPr>
        <p:spPr>
          <a:xfrm rot="10800000" flipH="1">
            <a:off x="6520050" y="0"/>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6" name="Google Shape;866;p16"/>
          <p:cNvGrpSpPr/>
          <p:nvPr/>
        </p:nvGrpSpPr>
        <p:grpSpPr>
          <a:xfrm>
            <a:off x="8012063" y="168438"/>
            <a:ext cx="837425" cy="742113"/>
            <a:chOff x="6215925" y="6858088"/>
            <a:chExt cx="837425" cy="742113"/>
          </a:xfrm>
        </p:grpSpPr>
        <p:sp>
          <p:nvSpPr>
            <p:cNvPr id="867" name="Google Shape;867;p16"/>
            <p:cNvSpPr/>
            <p:nvPr/>
          </p:nvSpPr>
          <p:spPr>
            <a:xfrm>
              <a:off x="6215925" y="7421400"/>
              <a:ext cx="201900" cy="178800"/>
            </a:xfrm>
            <a:custGeom>
              <a:avLst/>
              <a:gdLst/>
              <a:ahLst/>
              <a:cxnLst/>
              <a:rect l="l" t="t" r="r" b="b"/>
              <a:pathLst>
                <a:path w="8076" h="7152" extrusionOk="0">
                  <a:moveTo>
                    <a:pt x="7561" y="0"/>
                  </a:moveTo>
                  <a:lnTo>
                    <a:pt x="0" y="6637"/>
                  </a:lnTo>
                  <a:lnTo>
                    <a:pt x="515" y="7152"/>
                  </a:lnTo>
                  <a:lnTo>
                    <a:pt x="8076" y="507"/>
                  </a:lnTo>
                  <a:lnTo>
                    <a:pt x="7561" y="0"/>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16"/>
            <p:cNvSpPr/>
            <p:nvPr/>
          </p:nvSpPr>
          <p:spPr>
            <a:xfrm>
              <a:off x="6401775" y="7430925"/>
              <a:ext cx="25575" cy="22900"/>
            </a:xfrm>
            <a:custGeom>
              <a:avLst/>
              <a:gdLst/>
              <a:ahLst/>
              <a:cxnLst/>
              <a:rect l="l" t="t" r="r" b="b"/>
              <a:pathLst>
                <a:path w="1023" h="916" extrusionOk="0">
                  <a:moveTo>
                    <a:pt x="508" y="0"/>
                  </a:moveTo>
                  <a:lnTo>
                    <a:pt x="1" y="507"/>
                  </a:lnTo>
                  <a:lnTo>
                    <a:pt x="508" y="915"/>
                  </a:lnTo>
                  <a:lnTo>
                    <a:pt x="1023" y="507"/>
                  </a:lnTo>
                  <a:lnTo>
                    <a:pt x="508" y="0"/>
                  </a:lnTo>
                  <a:close/>
                </a:path>
              </a:pathLst>
            </a:custGeom>
            <a:solidFill>
              <a:srgbClr val="C1C0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9" name="Google Shape;869;p16"/>
            <p:cNvGrpSpPr/>
            <p:nvPr/>
          </p:nvGrpSpPr>
          <p:grpSpPr>
            <a:xfrm>
              <a:off x="6361025" y="6858088"/>
              <a:ext cx="692325" cy="623250"/>
              <a:chOff x="6361025" y="6858088"/>
              <a:chExt cx="692325" cy="623250"/>
            </a:xfrm>
          </p:grpSpPr>
          <p:sp>
            <p:nvSpPr>
              <p:cNvPr id="870" name="Google Shape;870;p16"/>
              <p:cNvSpPr/>
              <p:nvPr/>
            </p:nvSpPr>
            <p:spPr>
              <a:xfrm>
                <a:off x="6361025" y="7011338"/>
                <a:ext cx="510875" cy="470000"/>
              </a:xfrm>
              <a:custGeom>
                <a:avLst/>
                <a:gdLst/>
                <a:ahLst/>
                <a:cxnLst/>
                <a:rect l="l" t="t" r="r" b="b"/>
                <a:pathLst>
                  <a:path w="20435" h="18800" extrusionOk="0">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16"/>
              <p:cNvSpPr/>
              <p:nvPr/>
            </p:nvSpPr>
            <p:spPr>
              <a:xfrm>
                <a:off x="6795250" y="6896288"/>
                <a:ext cx="217225" cy="207025"/>
              </a:xfrm>
              <a:custGeom>
                <a:avLst/>
                <a:gdLst/>
                <a:ahLst/>
                <a:cxnLst/>
                <a:rect l="l" t="t" r="r" b="b"/>
                <a:pathLst>
                  <a:path w="8689" h="8281" extrusionOk="0">
                    <a:moveTo>
                      <a:pt x="6539" y="1"/>
                    </a:moveTo>
                    <a:lnTo>
                      <a:pt x="0" y="5828"/>
                    </a:lnTo>
                    <a:lnTo>
                      <a:pt x="2150" y="8280"/>
                    </a:lnTo>
                    <a:lnTo>
                      <a:pt x="8688" y="2453"/>
                    </a:lnTo>
                    <a:lnTo>
                      <a:pt x="6539" y="1"/>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16"/>
              <p:cNvSpPr/>
              <p:nvPr/>
            </p:nvSpPr>
            <p:spPr>
              <a:xfrm>
                <a:off x="6795250" y="7018888"/>
                <a:ext cx="79300" cy="84425"/>
              </a:xfrm>
              <a:custGeom>
                <a:avLst/>
                <a:gdLst/>
                <a:ahLst/>
                <a:cxnLst/>
                <a:rect l="l" t="t" r="r" b="b"/>
                <a:pathLst>
                  <a:path w="3172" h="3377" extrusionOk="0">
                    <a:moveTo>
                      <a:pt x="1022" y="1"/>
                    </a:moveTo>
                    <a:lnTo>
                      <a:pt x="0" y="924"/>
                    </a:lnTo>
                    <a:lnTo>
                      <a:pt x="2150" y="3376"/>
                    </a:lnTo>
                    <a:lnTo>
                      <a:pt x="3171" y="2453"/>
                    </a:lnTo>
                    <a:lnTo>
                      <a:pt x="1022" y="1"/>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16"/>
              <p:cNvSpPr/>
              <p:nvPr/>
            </p:nvSpPr>
            <p:spPr>
              <a:xfrm>
                <a:off x="6946050" y="6858088"/>
                <a:ext cx="107300" cy="114850"/>
              </a:xfrm>
              <a:custGeom>
                <a:avLst/>
                <a:gdLst/>
                <a:ahLst/>
                <a:cxnLst/>
                <a:rect l="l" t="t" r="r" b="b"/>
                <a:pathLst>
                  <a:path w="4292" h="4594" extrusionOk="0">
                    <a:moveTo>
                      <a:pt x="1120" y="0"/>
                    </a:moveTo>
                    <a:lnTo>
                      <a:pt x="0" y="1022"/>
                    </a:lnTo>
                    <a:lnTo>
                      <a:pt x="3163" y="4594"/>
                    </a:lnTo>
                    <a:lnTo>
                      <a:pt x="4291" y="3678"/>
                    </a:lnTo>
                    <a:lnTo>
                      <a:pt x="1120"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16"/>
              <p:cNvSpPr/>
              <p:nvPr/>
            </p:nvSpPr>
            <p:spPr>
              <a:xfrm>
                <a:off x="6721275" y="6990888"/>
                <a:ext cx="176150" cy="189050"/>
              </a:xfrm>
              <a:custGeom>
                <a:avLst/>
                <a:gdLst/>
                <a:ahLst/>
                <a:cxnLst/>
                <a:rect l="l" t="t" r="r" b="b"/>
                <a:pathLst>
                  <a:path w="7046" h="7562" extrusionOk="0">
                    <a:moveTo>
                      <a:pt x="1733" y="1"/>
                    </a:moveTo>
                    <a:lnTo>
                      <a:pt x="0" y="1529"/>
                    </a:lnTo>
                    <a:lnTo>
                      <a:pt x="5313" y="7561"/>
                    </a:lnTo>
                    <a:lnTo>
                      <a:pt x="7046" y="6025"/>
                    </a:lnTo>
                    <a:lnTo>
                      <a:pt x="1733"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16"/>
              <p:cNvSpPr/>
              <p:nvPr/>
            </p:nvSpPr>
            <p:spPr>
              <a:xfrm>
                <a:off x="6739050" y="7149263"/>
                <a:ext cx="69100" cy="74000"/>
              </a:xfrm>
              <a:custGeom>
                <a:avLst/>
                <a:gdLst/>
                <a:ahLst/>
                <a:cxnLst/>
                <a:rect l="l" t="t" r="r" b="b"/>
                <a:pathLst>
                  <a:path w="2764" h="2960" extrusionOk="0">
                    <a:moveTo>
                      <a:pt x="409" y="0"/>
                    </a:moveTo>
                    <a:lnTo>
                      <a:pt x="0" y="303"/>
                    </a:lnTo>
                    <a:lnTo>
                      <a:pt x="2354" y="2959"/>
                    </a:lnTo>
                    <a:lnTo>
                      <a:pt x="2763" y="2657"/>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16"/>
              <p:cNvSpPr/>
              <p:nvPr/>
            </p:nvSpPr>
            <p:spPr>
              <a:xfrm>
                <a:off x="6690625" y="7192588"/>
                <a:ext cx="66425" cy="74200"/>
              </a:xfrm>
              <a:custGeom>
                <a:avLst/>
                <a:gdLst/>
                <a:ahLst/>
                <a:cxnLst/>
                <a:rect l="l" t="t" r="r" b="b"/>
                <a:pathLst>
                  <a:path w="2657" h="2968" extrusionOk="0">
                    <a:moveTo>
                      <a:pt x="409" y="0"/>
                    </a:moveTo>
                    <a:lnTo>
                      <a:pt x="0" y="311"/>
                    </a:lnTo>
                    <a:lnTo>
                      <a:pt x="2346" y="2967"/>
                    </a:lnTo>
                    <a:lnTo>
                      <a:pt x="2657"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16"/>
              <p:cNvSpPr/>
              <p:nvPr/>
            </p:nvSpPr>
            <p:spPr>
              <a:xfrm>
                <a:off x="6642000" y="7236113"/>
                <a:ext cx="66425" cy="73975"/>
              </a:xfrm>
              <a:custGeom>
                <a:avLst/>
                <a:gdLst/>
                <a:ahLst/>
                <a:cxnLst/>
                <a:rect l="l" t="t" r="r" b="b"/>
                <a:pathLst>
                  <a:path w="2657" h="2959" extrusionOk="0">
                    <a:moveTo>
                      <a:pt x="409" y="0"/>
                    </a:moveTo>
                    <a:lnTo>
                      <a:pt x="0" y="302"/>
                    </a:lnTo>
                    <a:lnTo>
                      <a:pt x="2248" y="2959"/>
                    </a:lnTo>
                    <a:lnTo>
                      <a:pt x="2656"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16"/>
              <p:cNvSpPr/>
              <p:nvPr/>
            </p:nvSpPr>
            <p:spPr>
              <a:xfrm>
                <a:off x="6384125" y="7207913"/>
                <a:ext cx="268100" cy="252975"/>
              </a:xfrm>
              <a:custGeom>
                <a:avLst/>
                <a:gdLst/>
                <a:ahLst/>
                <a:cxnLst/>
                <a:rect l="l" t="t" r="r" b="b"/>
                <a:pathLst>
                  <a:path w="10724" h="10119" extrusionOk="0">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16"/>
              <p:cNvSpPr/>
              <p:nvPr/>
            </p:nvSpPr>
            <p:spPr>
              <a:xfrm>
                <a:off x="6384125" y="7312738"/>
                <a:ext cx="268100" cy="148150"/>
              </a:xfrm>
              <a:custGeom>
                <a:avLst/>
                <a:gdLst/>
                <a:ahLst/>
                <a:cxnLst/>
                <a:rect l="l" t="t" r="r" b="b"/>
                <a:pathLst>
                  <a:path w="10724" h="5926" extrusionOk="0">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80" name="Google Shape;880;p16"/>
          <p:cNvSpPr/>
          <p:nvPr/>
        </p:nvSpPr>
        <p:spPr>
          <a:xfrm>
            <a:off x="7422798" y="64342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16"/>
          <p:cNvSpPr/>
          <p:nvPr/>
        </p:nvSpPr>
        <p:spPr>
          <a:xfrm>
            <a:off x="7553111" y="35774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16"/>
          <p:cNvSpPr/>
          <p:nvPr/>
        </p:nvSpPr>
        <p:spPr>
          <a:xfrm>
            <a:off x="7711935" y="129215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16"/>
          <p:cNvSpPr/>
          <p:nvPr/>
        </p:nvSpPr>
        <p:spPr>
          <a:xfrm>
            <a:off x="7951928" y="69251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16"/>
          <p:cNvSpPr/>
          <p:nvPr/>
        </p:nvSpPr>
        <p:spPr>
          <a:xfrm flipH="1">
            <a:off x="345790" y="8754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16"/>
          <p:cNvSpPr/>
          <p:nvPr/>
        </p:nvSpPr>
        <p:spPr>
          <a:xfrm flipH="1">
            <a:off x="1724281" y="857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16"/>
          <p:cNvSpPr/>
          <p:nvPr/>
        </p:nvSpPr>
        <p:spPr>
          <a:xfrm flipH="1">
            <a:off x="176597" y="12984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16"/>
          <p:cNvSpPr/>
          <p:nvPr/>
        </p:nvSpPr>
        <p:spPr>
          <a:xfrm flipH="1">
            <a:off x="638297" y="6004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16"/>
          <p:cNvSpPr/>
          <p:nvPr/>
        </p:nvSpPr>
        <p:spPr>
          <a:xfrm flipH="1">
            <a:off x="737053" y="1844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16"/>
          <p:cNvSpPr/>
          <p:nvPr/>
        </p:nvSpPr>
        <p:spPr>
          <a:xfrm flipH="1">
            <a:off x="2387120" y="2938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16"/>
          <p:cNvSpPr/>
          <p:nvPr/>
        </p:nvSpPr>
        <p:spPr>
          <a:xfrm>
            <a:off x="8650205" y="46451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16"/>
          <p:cNvSpPr/>
          <p:nvPr/>
        </p:nvSpPr>
        <p:spPr>
          <a:xfrm>
            <a:off x="7285517" y="38554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16"/>
          <p:cNvSpPr/>
          <p:nvPr/>
        </p:nvSpPr>
        <p:spPr>
          <a:xfrm>
            <a:off x="9020278" y="50682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16"/>
          <p:cNvSpPr/>
          <p:nvPr/>
        </p:nvSpPr>
        <p:spPr>
          <a:xfrm>
            <a:off x="8558513" y="43701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16"/>
          <p:cNvSpPr/>
          <p:nvPr/>
        </p:nvSpPr>
        <p:spPr>
          <a:xfrm>
            <a:off x="8459823" y="39541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16"/>
          <p:cNvSpPr/>
          <p:nvPr/>
        </p:nvSpPr>
        <p:spPr>
          <a:xfrm>
            <a:off x="6805997" y="40635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16"/>
          <p:cNvSpPr/>
          <p:nvPr/>
        </p:nvSpPr>
        <p:spPr>
          <a:xfrm flipH="1">
            <a:off x="0" y="3186075"/>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16"/>
          <p:cNvSpPr/>
          <p:nvPr/>
        </p:nvSpPr>
        <p:spPr>
          <a:xfrm flipH="1">
            <a:off x="1090248" y="347174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16"/>
          <p:cNvSpPr/>
          <p:nvPr/>
        </p:nvSpPr>
        <p:spPr>
          <a:xfrm flipH="1">
            <a:off x="1160751" y="318606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16"/>
          <p:cNvSpPr/>
          <p:nvPr/>
        </p:nvSpPr>
        <p:spPr>
          <a:xfrm flipH="1">
            <a:off x="1002250" y="412047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16"/>
          <p:cNvSpPr/>
          <p:nvPr/>
        </p:nvSpPr>
        <p:spPr>
          <a:xfrm flipH="1">
            <a:off x="761998" y="352084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1" name="Google Shape;901;p16"/>
          <p:cNvGrpSpPr/>
          <p:nvPr/>
        </p:nvGrpSpPr>
        <p:grpSpPr>
          <a:xfrm>
            <a:off x="819000" y="4119838"/>
            <a:ext cx="985925" cy="744150"/>
            <a:chOff x="1666700" y="5967688"/>
            <a:chExt cx="985925" cy="744150"/>
          </a:xfrm>
        </p:grpSpPr>
        <p:sp>
          <p:nvSpPr>
            <p:cNvPr id="902" name="Google Shape;902;p16"/>
            <p:cNvSpPr/>
            <p:nvPr/>
          </p:nvSpPr>
          <p:spPr>
            <a:xfrm>
              <a:off x="1666700" y="5967688"/>
              <a:ext cx="985925" cy="744150"/>
            </a:xfrm>
            <a:custGeom>
              <a:avLst/>
              <a:gdLst/>
              <a:ahLst/>
              <a:cxn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16"/>
            <p:cNvSpPr/>
            <p:nvPr/>
          </p:nvSpPr>
          <p:spPr>
            <a:xfrm>
              <a:off x="1758650" y="6363863"/>
              <a:ext cx="130375" cy="130375"/>
            </a:xfrm>
            <a:custGeom>
              <a:avLst/>
              <a:gdLst/>
              <a:ahLst/>
              <a:cxn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16"/>
            <p:cNvSpPr/>
            <p:nvPr/>
          </p:nvSpPr>
          <p:spPr>
            <a:xfrm>
              <a:off x="1735750" y="6361013"/>
              <a:ext cx="148175" cy="131150"/>
            </a:xfrm>
            <a:custGeom>
              <a:avLst/>
              <a:gdLst/>
              <a:ahLst/>
              <a:cxn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16"/>
            <p:cNvSpPr/>
            <p:nvPr/>
          </p:nvSpPr>
          <p:spPr>
            <a:xfrm>
              <a:off x="1766400" y="6369163"/>
              <a:ext cx="117525" cy="122175"/>
            </a:xfrm>
            <a:custGeom>
              <a:avLst/>
              <a:gdLst/>
              <a:ahLst/>
              <a:cxn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16"/>
            <p:cNvSpPr/>
            <p:nvPr/>
          </p:nvSpPr>
          <p:spPr>
            <a:xfrm>
              <a:off x="1751075" y="6397163"/>
              <a:ext cx="119975" cy="66425"/>
            </a:xfrm>
            <a:custGeom>
              <a:avLst/>
              <a:gdLst/>
              <a:ahLst/>
              <a:cxn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16"/>
            <p:cNvSpPr/>
            <p:nvPr/>
          </p:nvSpPr>
          <p:spPr>
            <a:xfrm>
              <a:off x="1748425" y="6392063"/>
              <a:ext cx="120175" cy="69075"/>
            </a:xfrm>
            <a:custGeom>
              <a:avLst/>
              <a:gdLst/>
              <a:ahLst/>
              <a:cxn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16"/>
            <p:cNvSpPr/>
            <p:nvPr/>
          </p:nvSpPr>
          <p:spPr>
            <a:xfrm>
              <a:off x="1911900" y="6282113"/>
              <a:ext cx="130375" cy="130400"/>
            </a:xfrm>
            <a:custGeom>
              <a:avLst/>
              <a:gdLst/>
              <a:ahLst/>
              <a:cxn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16"/>
            <p:cNvSpPr/>
            <p:nvPr/>
          </p:nvSpPr>
          <p:spPr>
            <a:xfrm>
              <a:off x="1889000" y="6279288"/>
              <a:ext cx="148175" cy="129975"/>
            </a:xfrm>
            <a:custGeom>
              <a:avLst/>
              <a:gdLst/>
              <a:ahLst/>
              <a:cxn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16"/>
            <p:cNvSpPr/>
            <p:nvPr/>
          </p:nvSpPr>
          <p:spPr>
            <a:xfrm>
              <a:off x="1922125" y="6287438"/>
              <a:ext cx="115050" cy="122175"/>
            </a:xfrm>
            <a:custGeom>
              <a:avLst/>
              <a:gdLst/>
              <a:ahLst/>
              <a:cxn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16"/>
            <p:cNvSpPr/>
            <p:nvPr/>
          </p:nvSpPr>
          <p:spPr>
            <a:xfrm>
              <a:off x="1906800" y="6315438"/>
              <a:ext cx="117500" cy="66425"/>
            </a:xfrm>
            <a:custGeom>
              <a:avLst/>
              <a:gdLst/>
              <a:ahLst/>
              <a:cxn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16"/>
            <p:cNvSpPr/>
            <p:nvPr/>
          </p:nvSpPr>
          <p:spPr>
            <a:xfrm>
              <a:off x="1904325" y="6310313"/>
              <a:ext cx="119975" cy="69100"/>
            </a:xfrm>
            <a:custGeom>
              <a:avLst/>
              <a:gdLst/>
              <a:ahLst/>
              <a:cxn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16"/>
            <p:cNvSpPr/>
            <p:nvPr/>
          </p:nvSpPr>
          <p:spPr>
            <a:xfrm>
              <a:off x="2067800" y="62003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16"/>
            <p:cNvSpPr/>
            <p:nvPr/>
          </p:nvSpPr>
          <p:spPr>
            <a:xfrm>
              <a:off x="2044725" y="6197563"/>
              <a:ext cx="148150" cy="129975"/>
            </a:xfrm>
            <a:custGeom>
              <a:avLst/>
              <a:gdLst/>
              <a:ahLst/>
              <a:cxn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16"/>
            <p:cNvSpPr/>
            <p:nvPr/>
          </p:nvSpPr>
          <p:spPr>
            <a:xfrm>
              <a:off x="2078025" y="6205713"/>
              <a:ext cx="114850" cy="122175"/>
            </a:xfrm>
            <a:custGeom>
              <a:avLst/>
              <a:gdLst/>
              <a:ahLst/>
              <a:cxn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16"/>
            <p:cNvSpPr/>
            <p:nvPr/>
          </p:nvSpPr>
          <p:spPr>
            <a:xfrm>
              <a:off x="2060050" y="6233688"/>
              <a:ext cx="120175" cy="66450"/>
            </a:xfrm>
            <a:custGeom>
              <a:avLst/>
              <a:gdLst/>
              <a:ahLst/>
              <a:cxn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16"/>
            <p:cNvSpPr/>
            <p:nvPr/>
          </p:nvSpPr>
          <p:spPr>
            <a:xfrm>
              <a:off x="2060050" y="6228588"/>
              <a:ext cx="117500" cy="69100"/>
            </a:xfrm>
            <a:custGeom>
              <a:avLst/>
              <a:gdLst/>
              <a:ahLst/>
              <a:cxn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16"/>
            <p:cNvSpPr/>
            <p:nvPr/>
          </p:nvSpPr>
          <p:spPr>
            <a:xfrm>
              <a:off x="2221050" y="6118663"/>
              <a:ext cx="130200" cy="130375"/>
            </a:xfrm>
            <a:custGeom>
              <a:avLst/>
              <a:gdLst/>
              <a:ahLst/>
              <a:cxn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16"/>
            <p:cNvSpPr/>
            <p:nvPr/>
          </p:nvSpPr>
          <p:spPr>
            <a:xfrm>
              <a:off x="2197975" y="6115813"/>
              <a:ext cx="150825" cy="129975"/>
            </a:xfrm>
            <a:custGeom>
              <a:avLst/>
              <a:gdLst/>
              <a:ahLst/>
              <a:cxn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16"/>
            <p:cNvSpPr/>
            <p:nvPr/>
          </p:nvSpPr>
          <p:spPr>
            <a:xfrm>
              <a:off x="2231275" y="6123963"/>
              <a:ext cx="117525" cy="122175"/>
            </a:xfrm>
            <a:custGeom>
              <a:avLst/>
              <a:gdLst/>
              <a:ahLst/>
              <a:cxn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16"/>
            <p:cNvSpPr/>
            <p:nvPr/>
          </p:nvSpPr>
          <p:spPr>
            <a:xfrm>
              <a:off x="2215950" y="6151963"/>
              <a:ext cx="117525" cy="66425"/>
            </a:xfrm>
            <a:custGeom>
              <a:avLst/>
              <a:gdLst/>
              <a:ahLst/>
              <a:cxn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16"/>
            <p:cNvSpPr/>
            <p:nvPr/>
          </p:nvSpPr>
          <p:spPr>
            <a:xfrm>
              <a:off x="2213300" y="6146863"/>
              <a:ext cx="120175" cy="69075"/>
            </a:xfrm>
            <a:custGeom>
              <a:avLst/>
              <a:gdLst/>
              <a:ahLst/>
              <a:cxn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16"/>
            <p:cNvSpPr/>
            <p:nvPr/>
          </p:nvSpPr>
          <p:spPr>
            <a:xfrm>
              <a:off x="2376750" y="6036913"/>
              <a:ext cx="130400" cy="130400"/>
            </a:xfrm>
            <a:custGeom>
              <a:avLst/>
              <a:gdLst/>
              <a:ahLst/>
              <a:cxn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16"/>
            <p:cNvSpPr/>
            <p:nvPr/>
          </p:nvSpPr>
          <p:spPr>
            <a:xfrm>
              <a:off x="2353875" y="6034013"/>
              <a:ext cx="148175" cy="130050"/>
            </a:xfrm>
            <a:custGeom>
              <a:avLst/>
              <a:gdLst/>
              <a:ahLst/>
              <a:cxn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16"/>
            <p:cNvSpPr/>
            <p:nvPr/>
          </p:nvSpPr>
          <p:spPr>
            <a:xfrm>
              <a:off x="2386975" y="6042238"/>
              <a:ext cx="115075" cy="122175"/>
            </a:xfrm>
            <a:custGeom>
              <a:avLst/>
              <a:gdLst/>
              <a:ahLst/>
              <a:cxn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16"/>
            <p:cNvSpPr/>
            <p:nvPr/>
          </p:nvSpPr>
          <p:spPr>
            <a:xfrm>
              <a:off x="2371650" y="6070238"/>
              <a:ext cx="117525" cy="66425"/>
            </a:xfrm>
            <a:custGeom>
              <a:avLst/>
              <a:gdLst/>
              <a:ahLst/>
              <a:cxn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16"/>
            <p:cNvSpPr/>
            <p:nvPr/>
          </p:nvSpPr>
          <p:spPr>
            <a:xfrm>
              <a:off x="2369200" y="6065113"/>
              <a:ext cx="117525" cy="69100"/>
            </a:xfrm>
            <a:custGeom>
              <a:avLst/>
              <a:gdLst/>
              <a:ahLst/>
              <a:cxn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16"/>
            <p:cNvSpPr/>
            <p:nvPr/>
          </p:nvSpPr>
          <p:spPr>
            <a:xfrm>
              <a:off x="1832825" y="6506888"/>
              <a:ext cx="130175" cy="130400"/>
            </a:xfrm>
            <a:custGeom>
              <a:avLst/>
              <a:gdLst/>
              <a:ahLst/>
              <a:cxn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16"/>
            <p:cNvSpPr/>
            <p:nvPr/>
          </p:nvSpPr>
          <p:spPr>
            <a:xfrm>
              <a:off x="1809725" y="6504063"/>
              <a:ext cx="148175" cy="129975"/>
            </a:xfrm>
            <a:custGeom>
              <a:avLst/>
              <a:gdLst/>
              <a:ahLst/>
              <a:cxn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16"/>
            <p:cNvSpPr/>
            <p:nvPr/>
          </p:nvSpPr>
          <p:spPr>
            <a:xfrm>
              <a:off x="1843025" y="6512213"/>
              <a:ext cx="114875" cy="122175"/>
            </a:xfrm>
            <a:custGeom>
              <a:avLst/>
              <a:gdLst/>
              <a:ahLst/>
              <a:cxn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16"/>
            <p:cNvSpPr/>
            <p:nvPr/>
          </p:nvSpPr>
          <p:spPr>
            <a:xfrm>
              <a:off x="1827700" y="6540188"/>
              <a:ext cx="117525" cy="66450"/>
            </a:xfrm>
            <a:custGeom>
              <a:avLst/>
              <a:gdLst/>
              <a:ahLst/>
              <a:cxn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16"/>
            <p:cNvSpPr/>
            <p:nvPr/>
          </p:nvSpPr>
          <p:spPr>
            <a:xfrm>
              <a:off x="1825050" y="6535088"/>
              <a:ext cx="120175" cy="69100"/>
            </a:xfrm>
            <a:custGeom>
              <a:avLst/>
              <a:gdLst/>
              <a:ahLst/>
              <a:cxn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16"/>
            <p:cNvSpPr/>
            <p:nvPr/>
          </p:nvSpPr>
          <p:spPr>
            <a:xfrm>
              <a:off x="1988525" y="6425163"/>
              <a:ext cx="130400" cy="130375"/>
            </a:xfrm>
            <a:custGeom>
              <a:avLst/>
              <a:gdLst/>
              <a:ahLst/>
              <a:cxn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16"/>
            <p:cNvSpPr/>
            <p:nvPr/>
          </p:nvSpPr>
          <p:spPr>
            <a:xfrm>
              <a:off x="1965625" y="6422313"/>
              <a:ext cx="148175" cy="129975"/>
            </a:xfrm>
            <a:custGeom>
              <a:avLst/>
              <a:gdLst/>
              <a:ahLst/>
              <a:cxn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6"/>
            <p:cNvSpPr/>
            <p:nvPr/>
          </p:nvSpPr>
          <p:spPr>
            <a:xfrm>
              <a:off x="1998750" y="6430463"/>
              <a:ext cx="115050" cy="122175"/>
            </a:xfrm>
            <a:custGeom>
              <a:avLst/>
              <a:gdLst/>
              <a:ahLst/>
              <a:cxn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16"/>
            <p:cNvSpPr/>
            <p:nvPr/>
          </p:nvSpPr>
          <p:spPr>
            <a:xfrm>
              <a:off x="1980950" y="6458463"/>
              <a:ext cx="119975" cy="66425"/>
            </a:xfrm>
            <a:custGeom>
              <a:avLst/>
              <a:gdLst/>
              <a:ahLst/>
              <a:cxn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16"/>
            <p:cNvSpPr/>
            <p:nvPr/>
          </p:nvSpPr>
          <p:spPr>
            <a:xfrm>
              <a:off x="1980950" y="6453363"/>
              <a:ext cx="117525" cy="69075"/>
            </a:xfrm>
            <a:custGeom>
              <a:avLst/>
              <a:gdLst/>
              <a:ahLst/>
              <a:cxn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6"/>
            <p:cNvSpPr/>
            <p:nvPr/>
          </p:nvSpPr>
          <p:spPr>
            <a:xfrm>
              <a:off x="2141775" y="6343413"/>
              <a:ext cx="130400" cy="130400"/>
            </a:xfrm>
            <a:custGeom>
              <a:avLst/>
              <a:gdLst/>
              <a:ahLst/>
              <a:cxn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16"/>
            <p:cNvSpPr/>
            <p:nvPr/>
          </p:nvSpPr>
          <p:spPr>
            <a:xfrm>
              <a:off x="2118900" y="6340513"/>
              <a:ext cx="150600" cy="130050"/>
            </a:xfrm>
            <a:custGeom>
              <a:avLst/>
              <a:gdLst/>
              <a:ahLst/>
              <a:cxn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16"/>
            <p:cNvSpPr/>
            <p:nvPr/>
          </p:nvSpPr>
          <p:spPr>
            <a:xfrm>
              <a:off x="2152000" y="6348738"/>
              <a:ext cx="117500" cy="122175"/>
            </a:xfrm>
            <a:custGeom>
              <a:avLst/>
              <a:gdLst/>
              <a:ahLst/>
              <a:cxn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16"/>
            <p:cNvSpPr/>
            <p:nvPr/>
          </p:nvSpPr>
          <p:spPr>
            <a:xfrm>
              <a:off x="2136675" y="6376738"/>
              <a:ext cx="117500" cy="66425"/>
            </a:xfrm>
            <a:custGeom>
              <a:avLst/>
              <a:gdLst/>
              <a:ahLst/>
              <a:cxn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6"/>
            <p:cNvSpPr/>
            <p:nvPr/>
          </p:nvSpPr>
          <p:spPr>
            <a:xfrm>
              <a:off x="2134225" y="6371613"/>
              <a:ext cx="119950" cy="66450"/>
            </a:xfrm>
            <a:custGeom>
              <a:avLst/>
              <a:gdLst/>
              <a:ahLst/>
              <a:cxn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16"/>
            <p:cNvSpPr/>
            <p:nvPr/>
          </p:nvSpPr>
          <p:spPr>
            <a:xfrm>
              <a:off x="2297675" y="62616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16"/>
            <p:cNvSpPr/>
            <p:nvPr/>
          </p:nvSpPr>
          <p:spPr>
            <a:xfrm>
              <a:off x="2274600" y="6258788"/>
              <a:ext cx="148150" cy="129600"/>
            </a:xfrm>
            <a:custGeom>
              <a:avLst/>
              <a:gdLst/>
              <a:ahLst/>
              <a:cxn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16"/>
            <p:cNvSpPr/>
            <p:nvPr/>
          </p:nvSpPr>
          <p:spPr>
            <a:xfrm>
              <a:off x="2307900" y="6267013"/>
              <a:ext cx="114850" cy="122175"/>
            </a:xfrm>
            <a:custGeom>
              <a:avLst/>
              <a:gdLst/>
              <a:ahLst/>
              <a:cxn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16"/>
            <p:cNvSpPr/>
            <p:nvPr/>
          </p:nvSpPr>
          <p:spPr>
            <a:xfrm>
              <a:off x="2292575" y="6292538"/>
              <a:ext cx="117525" cy="68900"/>
            </a:xfrm>
            <a:custGeom>
              <a:avLst/>
              <a:gdLst/>
              <a:ahLst/>
              <a:cxn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16"/>
            <p:cNvSpPr/>
            <p:nvPr/>
          </p:nvSpPr>
          <p:spPr>
            <a:xfrm>
              <a:off x="2289925" y="6289888"/>
              <a:ext cx="117500" cy="66425"/>
            </a:xfrm>
            <a:custGeom>
              <a:avLst/>
              <a:gdLst/>
              <a:ahLst/>
              <a:cxn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16"/>
            <p:cNvSpPr/>
            <p:nvPr/>
          </p:nvSpPr>
          <p:spPr>
            <a:xfrm>
              <a:off x="2453375" y="6179963"/>
              <a:ext cx="130400" cy="130375"/>
            </a:xfrm>
            <a:custGeom>
              <a:avLst/>
              <a:gdLst/>
              <a:ahLst/>
              <a:cxn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16"/>
            <p:cNvSpPr/>
            <p:nvPr/>
          </p:nvSpPr>
          <p:spPr>
            <a:xfrm>
              <a:off x="2430500" y="6177038"/>
              <a:ext cx="148175" cy="129600"/>
            </a:xfrm>
            <a:custGeom>
              <a:avLst/>
              <a:gdLst/>
              <a:ahLst/>
              <a:cxn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16"/>
            <p:cNvSpPr/>
            <p:nvPr/>
          </p:nvSpPr>
          <p:spPr>
            <a:xfrm>
              <a:off x="2461150" y="6182613"/>
              <a:ext cx="117525" cy="124825"/>
            </a:xfrm>
            <a:custGeom>
              <a:avLst/>
              <a:gdLst/>
              <a:ahLst/>
              <a:cxn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16"/>
            <p:cNvSpPr/>
            <p:nvPr/>
          </p:nvSpPr>
          <p:spPr>
            <a:xfrm>
              <a:off x="2445825" y="6210813"/>
              <a:ext cx="119975" cy="68875"/>
            </a:xfrm>
            <a:custGeom>
              <a:avLst/>
              <a:gdLst/>
              <a:ahLst/>
              <a:cxn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6"/>
            <p:cNvSpPr/>
            <p:nvPr/>
          </p:nvSpPr>
          <p:spPr>
            <a:xfrm>
              <a:off x="2443175" y="6208163"/>
              <a:ext cx="120175" cy="66425"/>
            </a:xfrm>
            <a:custGeom>
              <a:avLst/>
              <a:gdLst/>
              <a:ahLst/>
              <a:cxn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3" name="Google Shape;953;p16"/>
          <p:cNvSpPr txBox="1">
            <a:spLocks noGrp="1"/>
          </p:cNvSpPr>
          <p:nvPr>
            <p:ph type="title"/>
          </p:nvPr>
        </p:nvSpPr>
        <p:spPr>
          <a:xfrm>
            <a:off x="1871700" y="1327063"/>
            <a:ext cx="5400600" cy="9144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954" name="Google Shape;954;p16"/>
          <p:cNvSpPr txBox="1">
            <a:spLocks noGrp="1"/>
          </p:cNvSpPr>
          <p:nvPr>
            <p:ph type="subTitle" idx="1"/>
          </p:nvPr>
        </p:nvSpPr>
        <p:spPr>
          <a:xfrm>
            <a:off x="1871700" y="2242111"/>
            <a:ext cx="5395800" cy="365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955" name="Google Shape;955;p16"/>
          <p:cNvSpPr txBox="1">
            <a:spLocks noGrp="1"/>
          </p:cNvSpPr>
          <p:nvPr>
            <p:ph type="title" idx="2" hasCustomPrompt="1"/>
          </p:nvPr>
        </p:nvSpPr>
        <p:spPr>
          <a:xfrm>
            <a:off x="4009500" y="3115363"/>
            <a:ext cx="11250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4500"/>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3">
  <p:cSld name="CUSTOM_6_1_1">
    <p:spTree>
      <p:nvGrpSpPr>
        <p:cNvPr id="1" name="Shape 956"/>
        <p:cNvGrpSpPr/>
        <p:nvPr/>
      </p:nvGrpSpPr>
      <p:grpSpPr>
        <a:xfrm>
          <a:off x="0" y="0"/>
          <a:ext cx="0" cy="0"/>
          <a:chOff x="0" y="0"/>
          <a:chExt cx="0" cy="0"/>
        </a:xfrm>
      </p:grpSpPr>
      <p:sp>
        <p:nvSpPr>
          <p:cNvPr id="957" name="Google Shape;957;p17"/>
          <p:cNvSpPr/>
          <p:nvPr/>
        </p:nvSpPr>
        <p:spPr>
          <a:xfrm rot="10800000" flipH="1">
            <a:off x="6520050" y="0"/>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8" name="Google Shape;958;p17"/>
          <p:cNvGrpSpPr/>
          <p:nvPr/>
        </p:nvGrpSpPr>
        <p:grpSpPr>
          <a:xfrm>
            <a:off x="8012063" y="168438"/>
            <a:ext cx="837425" cy="742113"/>
            <a:chOff x="6215925" y="6858088"/>
            <a:chExt cx="837425" cy="742113"/>
          </a:xfrm>
        </p:grpSpPr>
        <p:sp>
          <p:nvSpPr>
            <p:cNvPr id="959" name="Google Shape;959;p17"/>
            <p:cNvSpPr/>
            <p:nvPr/>
          </p:nvSpPr>
          <p:spPr>
            <a:xfrm>
              <a:off x="6215925" y="7421400"/>
              <a:ext cx="201900" cy="178800"/>
            </a:xfrm>
            <a:custGeom>
              <a:avLst/>
              <a:gdLst/>
              <a:ahLst/>
              <a:cxnLst/>
              <a:rect l="l" t="t" r="r" b="b"/>
              <a:pathLst>
                <a:path w="8076" h="7152" extrusionOk="0">
                  <a:moveTo>
                    <a:pt x="7561" y="0"/>
                  </a:moveTo>
                  <a:lnTo>
                    <a:pt x="0" y="6637"/>
                  </a:lnTo>
                  <a:lnTo>
                    <a:pt x="515" y="7152"/>
                  </a:lnTo>
                  <a:lnTo>
                    <a:pt x="8076" y="507"/>
                  </a:lnTo>
                  <a:lnTo>
                    <a:pt x="7561" y="0"/>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7"/>
            <p:cNvSpPr/>
            <p:nvPr/>
          </p:nvSpPr>
          <p:spPr>
            <a:xfrm>
              <a:off x="6401775" y="7430925"/>
              <a:ext cx="25575" cy="22900"/>
            </a:xfrm>
            <a:custGeom>
              <a:avLst/>
              <a:gdLst/>
              <a:ahLst/>
              <a:cxnLst/>
              <a:rect l="l" t="t" r="r" b="b"/>
              <a:pathLst>
                <a:path w="1023" h="916" extrusionOk="0">
                  <a:moveTo>
                    <a:pt x="508" y="0"/>
                  </a:moveTo>
                  <a:lnTo>
                    <a:pt x="1" y="507"/>
                  </a:lnTo>
                  <a:lnTo>
                    <a:pt x="508" y="915"/>
                  </a:lnTo>
                  <a:lnTo>
                    <a:pt x="1023" y="507"/>
                  </a:lnTo>
                  <a:lnTo>
                    <a:pt x="508" y="0"/>
                  </a:lnTo>
                  <a:close/>
                </a:path>
              </a:pathLst>
            </a:custGeom>
            <a:solidFill>
              <a:srgbClr val="C1C0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1" name="Google Shape;961;p17"/>
            <p:cNvGrpSpPr/>
            <p:nvPr/>
          </p:nvGrpSpPr>
          <p:grpSpPr>
            <a:xfrm>
              <a:off x="6361025" y="6858088"/>
              <a:ext cx="692325" cy="623250"/>
              <a:chOff x="6361025" y="6858088"/>
              <a:chExt cx="692325" cy="623250"/>
            </a:xfrm>
          </p:grpSpPr>
          <p:sp>
            <p:nvSpPr>
              <p:cNvPr id="962" name="Google Shape;962;p17"/>
              <p:cNvSpPr/>
              <p:nvPr/>
            </p:nvSpPr>
            <p:spPr>
              <a:xfrm>
                <a:off x="6361025" y="7011338"/>
                <a:ext cx="510875" cy="470000"/>
              </a:xfrm>
              <a:custGeom>
                <a:avLst/>
                <a:gdLst/>
                <a:ahLst/>
                <a:cxnLst/>
                <a:rect l="l" t="t" r="r" b="b"/>
                <a:pathLst>
                  <a:path w="20435" h="18800" extrusionOk="0">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17"/>
              <p:cNvSpPr/>
              <p:nvPr/>
            </p:nvSpPr>
            <p:spPr>
              <a:xfrm>
                <a:off x="6795250" y="6896288"/>
                <a:ext cx="217225" cy="207025"/>
              </a:xfrm>
              <a:custGeom>
                <a:avLst/>
                <a:gdLst/>
                <a:ahLst/>
                <a:cxnLst/>
                <a:rect l="l" t="t" r="r" b="b"/>
                <a:pathLst>
                  <a:path w="8689" h="8281" extrusionOk="0">
                    <a:moveTo>
                      <a:pt x="6539" y="1"/>
                    </a:moveTo>
                    <a:lnTo>
                      <a:pt x="0" y="5828"/>
                    </a:lnTo>
                    <a:lnTo>
                      <a:pt x="2150" y="8280"/>
                    </a:lnTo>
                    <a:lnTo>
                      <a:pt x="8688" y="2453"/>
                    </a:lnTo>
                    <a:lnTo>
                      <a:pt x="6539" y="1"/>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17"/>
              <p:cNvSpPr/>
              <p:nvPr/>
            </p:nvSpPr>
            <p:spPr>
              <a:xfrm>
                <a:off x="6795250" y="7018888"/>
                <a:ext cx="79300" cy="84425"/>
              </a:xfrm>
              <a:custGeom>
                <a:avLst/>
                <a:gdLst/>
                <a:ahLst/>
                <a:cxnLst/>
                <a:rect l="l" t="t" r="r" b="b"/>
                <a:pathLst>
                  <a:path w="3172" h="3377" extrusionOk="0">
                    <a:moveTo>
                      <a:pt x="1022" y="1"/>
                    </a:moveTo>
                    <a:lnTo>
                      <a:pt x="0" y="924"/>
                    </a:lnTo>
                    <a:lnTo>
                      <a:pt x="2150" y="3376"/>
                    </a:lnTo>
                    <a:lnTo>
                      <a:pt x="3171" y="2453"/>
                    </a:lnTo>
                    <a:lnTo>
                      <a:pt x="1022" y="1"/>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17"/>
              <p:cNvSpPr/>
              <p:nvPr/>
            </p:nvSpPr>
            <p:spPr>
              <a:xfrm>
                <a:off x="6946050" y="6858088"/>
                <a:ext cx="107300" cy="114850"/>
              </a:xfrm>
              <a:custGeom>
                <a:avLst/>
                <a:gdLst/>
                <a:ahLst/>
                <a:cxnLst/>
                <a:rect l="l" t="t" r="r" b="b"/>
                <a:pathLst>
                  <a:path w="4292" h="4594" extrusionOk="0">
                    <a:moveTo>
                      <a:pt x="1120" y="0"/>
                    </a:moveTo>
                    <a:lnTo>
                      <a:pt x="0" y="1022"/>
                    </a:lnTo>
                    <a:lnTo>
                      <a:pt x="3163" y="4594"/>
                    </a:lnTo>
                    <a:lnTo>
                      <a:pt x="4291" y="3678"/>
                    </a:lnTo>
                    <a:lnTo>
                      <a:pt x="1120"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17"/>
              <p:cNvSpPr/>
              <p:nvPr/>
            </p:nvSpPr>
            <p:spPr>
              <a:xfrm>
                <a:off x="6721275" y="6990888"/>
                <a:ext cx="176150" cy="189050"/>
              </a:xfrm>
              <a:custGeom>
                <a:avLst/>
                <a:gdLst/>
                <a:ahLst/>
                <a:cxnLst/>
                <a:rect l="l" t="t" r="r" b="b"/>
                <a:pathLst>
                  <a:path w="7046" h="7562" extrusionOk="0">
                    <a:moveTo>
                      <a:pt x="1733" y="1"/>
                    </a:moveTo>
                    <a:lnTo>
                      <a:pt x="0" y="1529"/>
                    </a:lnTo>
                    <a:lnTo>
                      <a:pt x="5313" y="7561"/>
                    </a:lnTo>
                    <a:lnTo>
                      <a:pt x="7046" y="6025"/>
                    </a:lnTo>
                    <a:lnTo>
                      <a:pt x="1733"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17"/>
              <p:cNvSpPr/>
              <p:nvPr/>
            </p:nvSpPr>
            <p:spPr>
              <a:xfrm>
                <a:off x="6739050" y="7149263"/>
                <a:ext cx="69100" cy="74000"/>
              </a:xfrm>
              <a:custGeom>
                <a:avLst/>
                <a:gdLst/>
                <a:ahLst/>
                <a:cxnLst/>
                <a:rect l="l" t="t" r="r" b="b"/>
                <a:pathLst>
                  <a:path w="2764" h="2960" extrusionOk="0">
                    <a:moveTo>
                      <a:pt x="409" y="0"/>
                    </a:moveTo>
                    <a:lnTo>
                      <a:pt x="0" y="303"/>
                    </a:lnTo>
                    <a:lnTo>
                      <a:pt x="2354" y="2959"/>
                    </a:lnTo>
                    <a:lnTo>
                      <a:pt x="2763" y="2657"/>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17"/>
              <p:cNvSpPr/>
              <p:nvPr/>
            </p:nvSpPr>
            <p:spPr>
              <a:xfrm>
                <a:off x="6690625" y="7192588"/>
                <a:ext cx="66425" cy="74200"/>
              </a:xfrm>
              <a:custGeom>
                <a:avLst/>
                <a:gdLst/>
                <a:ahLst/>
                <a:cxnLst/>
                <a:rect l="l" t="t" r="r" b="b"/>
                <a:pathLst>
                  <a:path w="2657" h="2968" extrusionOk="0">
                    <a:moveTo>
                      <a:pt x="409" y="0"/>
                    </a:moveTo>
                    <a:lnTo>
                      <a:pt x="0" y="311"/>
                    </a:lnTo>
                    <a:lnTo>
                      <a:pt x="2346" y="2967"/>
                    </a:lnTo>
                    <a:lnTo>
                      <a:pt x="2657"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7"/>
              <p:cNvSpPr/>
              <p:nvPr/>
            </p:nvSpPr>
            <p:spPr>
              <a:xfrm>
                <a:off x="6642000" y="7236113"/>
                <a:ext cx="66425" cy="73975"/>
              </a:xfrm>
              <a:custGeom>
                <a:avLst/>
                <a:gdLst/>
                <a:ahLst/>
                <a:cxnLst/>
                <a:rect l="l" t="t" r="r" b="b"/>
                <a:pathLst>
                  <a:path w="2657" h="2959" extrusionOk="0">
                    <a:moveTo>
                      <a:pt x="409" y="0"/>
                    </a:moveTo>
                    <a:lnTo>
                      <a:pt x="0" y="302"/>
                    </a:lnTo>
                    <a:lnTo>
                      <a:pt x="2248" y="2959"/>
                    </a:lnTo>
                    <a:lnTo>
                      <a:pt x="2656"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7"/>
              <p:cNvSpPr/>
              <p:nvPr/>
            </p:nvSpPr>
            <p:spPr>
              <a:xfrm>
                <a:off x="6384125" y="7207913"/>
                <a:ext cx="268100" cy="252975"/>
              </a:xfrm>
              <a:custGeom>
                <a:avLst/>
                <a:gdLst/>
                <a:ahLst/>
                <a:cxnLst/>
                <a:rect l="l" t="t" r="r" b="b"/>
                <a:pathLst>
                  <a:path w="10724" h="10119" extrusionOk="0">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17"/>
              <p:cNvSpPr/>
              <p:nvPr/>
            </p:nvSpPr>
            <p:spPr>
              <a:xfrm>
                <a:off x="6384125" y="7312738"/>
                <a:ext cx="268100" cy="148150"/>
              </a:xfrm>
              <a:custGeom>
                <a:avLst/>
                <a:gdLst/>
                <a:ahLst/>
                <a:cxnLst/>
                <a:rect l="l" t="t" r="r" b="b"/>
                <a:pathLst>
                  <a:path w="10724" h="5926" extrusionOk="0">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72" name="Google Shape;972;p17"/>
          <p:cNvSpPr/>
          <p:nvPr/>
        </p:nvSpPr>
        <p:spPr>
          <a:xfrm>
            <a:off x="7422798" y="64342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17"/>
          <p:cNvSpPr/>
          <p:nvPr/>
        </p:nvSpPr>
        <p:spPr>
          <a:xfrm>
            <a:off x="7553111" y="35774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17"/>
          <p:cNvSpPr/>
          <p:nvPr/>
        </p:nvSpPr>
        <p:spPr>
          <a:xfrm>
            <a:off x="7711935" y="129215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7"/>
          <p:cNvSpPr/>
          <p:nvPr/>
        </p:nvSpPr>
        <p:spPr>
          <a:xfrm>
            <a:off x="7951928" y="69251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7"/>
          <p:cNvSpPr/>
          <p:nvPr/>
        </p:nvSpPr>
        <p:spPr>
          <a:xfrm flipH="1">
            <a:off x="345790" y="8754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17"/>
          <p:cNvSpPr/>
          <p:nvPr/>
        </p:nvSpPr>
        <p:spPr>
          <a:xfrm flipH="1">
            <a:off x="1724281" y="857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17"/>
          <p:cNvSpPr/>
          <p:nvPr/>
        </p:nvSpPr>
        <p:spPr>
          <a:xfrm flipH="1">
            <a:off x="176597" y="12984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17"/>
          <p:cNvSpPr/>
          <p:nvPr/>
        </p:nvSpPr>
        <p:spPr>
          <a:xfrm flipH="1">
            <a:off x="638297" y="6004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17"/>
          <p:cNvSpPr/>
          <p:nvPr/>
        </p:nvSpPr>
        <p:spPr>
          <a:xfrm flipH="1">
            <a:off x="737053" y="1844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17"/>
          <p:cNvSpPr/>
          <p:nvPr/>
        </p:nvSpPr>
        <p:spPr>
          <a:xfrm flipH="1">
            <a:off x="2387120" y="2938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17"/>
          <p:cNvSpPr/>
          <p:nvPr/>
        </p:nvSpPr>
        <p:spPr>
          <a:xfrm>
            <a:off x="8650205" y="46451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17"/>
          <p:cNvSpPr/>
          <p:nvPr/>
        </p:nvSpPr>
        <p:spPr>
          <a:xfrm>
            <a:off x="7285517" y="38554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17"/>
          <p:cNvSpPr/>
          <p:nvPr/>
        </p:nvSpPr>
        <p:spPr>
          <a:xfrm>
            <a:off x="9020278" y="50682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17"/>
          <p:cNvSpPr/>
          <p:nvPr/>
        </p:nvSpPr>
        <p:spPr>
          <a:xfrm>
            <a:off x="8558513" y="43701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17"/>
          <p:cNvSpPr/>
          <p:nvPr/>
        </p:nvSpPr>
        <p:spPr>
          <a:xfrm>
            <a:off x="8459823" y="39541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17"/>
          <p:cNvSpPr/>
          <p:nvPr/>
        </p:nvSpPr>
        <p:spPr>
          <a:xfrm>
            <a:off x="6805997" y="40635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17"/>
          <p:cNvSpPr/>
          <p:nvPr/>
        </p:nvSpPr>
        <p:spPr>
          <a:xfrm flipH="1">
            <a:off x="0" y="3186075"/>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17"/>
          <p:cNvSpPr/>
          <p:nvPr/>
        </p:nvSpPr>
        <p:spPr>
          <a:xfrm flipH="1">
            <a:off x="1090248" y="347174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17"/>
          <p:cNvSpPr/>
          <p:nvPr/>
        </p:nvSpPr>
        <p:spPr>
          <a:xfrm flipH="1">
            <a:off x="1160751" y="318606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17"/>
          <p:cNvSpPr/>
          <p:nvPr/>
        </p:nvSpPr>
        <p:spPr>
          <a:xfrm flipH="1">
            <a:off x="1002250" y="412047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17"/>
          <p:cNvSpPr/>
          <p:nvPr/>
        </p:nvSpPr>
        <p:spPr>
          <a:xfrm flipH="1">
            <a:off x="761998" y="352084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3" name="Google Shape;993;p17"/>
          <p:cNvGrpSpPr/>
          <p:nvPr/>
        </p:nvGrpSpPr>
        <p:grpSpPr>
          <a:xfrm>
            <a:off x="819000" y="4119838"/>
            <a:ext cx="985925" cy="744150"/>
            <a:chOff x="1666700" y="5967688"/>
            <a:chExt cx="985925" cy="744150"/>
          </a:xfrm>
        </p:grpSpPr>
        <p:sp>
          <p:nvSpPr>
            <p:cNvPr id="994" name="Google Shape;994;p17"/>
            <p:cNvSpPr/>
            <p:nvPr/>
          </p:nvSpPr>
          <p:spPr>
            <a:xfrm>
              <a:off x="1666700" y="5967688"/>
              <a:ext cx="985925" cy="744150"/>
            </a:xfrm>
            <a:custGeom>
              <a:avLst/>
              <a:gdLst/>
              <a:ahLst/>
              <a:cxn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17"/>
            <p:cNvSpPr/>
            <p:nvPr/>
          </p:nvSpPr>
          <p:spPr>
            <a:xfrm>
              <a:off x="1758650" y="6363863"/>
              <a:ext cx="130375" cy="130375"/>
            </a:xfrm>
            <a:custGeom>
              <a:avLst/>
              <a:gdLst/>
              <a:ahLst/>
              <a:cxn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17"/>
            <p:cNvSpPr/>
            <p:nvPr/>
          </p:nvSpPr>
          <p:spPr>
            <a:xfrm>
              <a:off x="1735750" y="6361013"/>
              <a:ext cx="148175" cy="131150"/>
            </a:xfrm>
            <a:custGeom>
              <a:avLst/>
              <a:gdLst/>
              <a:ahLst/>
              <a:cxn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17"/>
            <p:cNvSpPr/>
            <p:nvPr/>
          </p:nvSpPr>
          <p:spPr>
            <a:xfrm>
              <a:off x="1766400" y="6369163"/>
              <a:ext cx="117525" cy="122175"/>
            </a:xfrm>
            <a:custGeom>
              <a:avLst/>
              <a:gdLst/>
              <a:ahLst/>
              <a:cxn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17"/>
            <p:cNvSpPr/>
            <p:nvPr/>
          </p:nvSpPr>
          <p:spPr>
            <a:xfrm>
              <a:off x="1751075" y="6397163"/>
              <a:ext cx="119975" cy="66425"/>
            </a:xfrm>
            <a:custGeom>
              <a:avLst/>
              <a:gdLst/>
              <a:ahLst/>
              <a:cxn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17"/>
            <p:cNvSpPr/>
            <p:nvPr/>
          </p:nvSpPr>
          <p:spPr>
            <a:xfrm>
              <a:off x="1748425" y="6392063"/>
              <a:ext cx="120175" cy="69075"/>
            </a:xfrm>
            <a:custGeom>
              <a:avLst/>
              <a:gdLst/>
              <a:ahLst/>
              <a:cxn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17"/>
            <p:cNvSpPr/>
            <p:nvPr/>
          </p:nvSpPr>
          <p:spPr>
            <a:xfrm>
              <a:off x="1911900" y="6282113"/>
              <a:ext cx="130375" cy="130400"/>
            </a:xfrm>
            <a:custGeom>
              <a:avLst/>
              <a:gdLst/>
              <a:ahLst/>
              <a:cxn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17"/>
            <p:cNvSpPr/>
            <p:nvPr/>
          </p:nvSpPr>
          <p:spPr>
            <a:xfrm>
              <a:off x="1889000" y="6279288"/>
              <a:ext cx="148175" cy="129975"/>
            </a:xfrm>
            <a:custGeom>
              <a:avLst/>
              <a:gdLst/>
              <a:ahLst/>
              <a:cxn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17"/>
            <p:cNvSpPr/>
            <p:nvPr/>
          </p:nvSpPr>
          <p:spPr>
            <a:xfrm>
              <a:off x="1922125" y="6287438"/>
              <a:ext cx="115050" cy="122175"/>
            </a:xfrm>
            <a:custGeom>
              <a:avLst/>
              <a:gdLst/>
              <a:ahLst/>
              <a:cxn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17"/>
            <p:cNvSpPr/>
            <p:nvPr/>
          </p:nvSpPr>
          <p:spPr>
            <a:xfrm>
              <a:off x="1906800" y="6315438"/>
              <a:ext cx="117500" cy="66425"/>
            </a:xfrm>
            <a:custGeom>
              <a:avLst/>
              <a:gdLst/>
              <a:ahLst/>
              <a:cxn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17"/>
            <p:cNvSpPr/>
            <p:nvPr/>
          </p:nvSpPr>
          <p:spPr>
            <a:xfrm>
              <a:off x="1904325" y="6310313"/>
              <a:ext cx="119975" cy="69100"/>
            </a:xfrm>
            <a:custGeom>
              <a:avLst/>
              <a:gdLst/>
              <a:ahLst/>
              <a:cxn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17"/>
            <p:cNvSpPr/>
            <p:nvPr/>
          </p:nvSpPr>
          <p:spPr>
            <a:xfrm>
              <a:off x="2067800" y="62003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17"/>
            <p:cNvSpPr/>
            <p:nvPr/>
          </p:nvSpPr>
          <p:spPr>
            <a:xfrm>
              <a:off x="2044725" y="6197563"/>
              <a:ext cx="148150" cy="129975"/>
            </a:xfrm>
            <a:custGeom>
              <a:avLst/>
              <a:gdLst/>
              <a:ahLst/>
              <a:cxn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17"/>
            <p:cNvSpPr/>
            <p:nvPr/>
          </p:nvSpPr>
          <p:spPr>
            <a:xfrm>
              <a:off x="2078025" y="6205713"/>
              <a:ext cx="114850" cy="122175"/>
            </a:xfrm>
            <a:custGeom>
              <a:avLst/>
              <a:gdLst/>
              <a:ahLst/>
              <a:cxn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17"/>
            <p:cNvSpPr/>
            <p:nvPr/>
          </p:nvSpPr>
          <p:spPr>
            <a:xfrm>
              <a:off x="2060050" y="6233688"/>
              <a:ext cx="120175" cy="66450"/>
            </a:xfrm>
            <a:custGeom>
              <a:avLst/>
              <a:gdLst/>
              <a:ahLst/>
              <a:cxn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17"/>
            <p:cNvSpPr/>
            <p:nvPr/>
          </p:nvSpPr>
          <p:spPr>
            <a:xfrm>
              <a:off x="2060050" y="6228588"/>
              <a:ext cx="117500" cy="69100"/>
            </a:xfrm>
            <a:custGeom>
              <a:avLst/>
              <a:gdLst/>
              <a:ahLst/>
              <a:cxn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17"/>
            <p:cNvSpPr/>
            <p:nvPr/>
          </p:nvSpPr>
          <p:spPr>
            <a:xfrm>
              <a:off x="2221050" y="6118663"/>
              <a:ext cx="130200" cy="130375"/>
            </a:xfrm>
            <a:custGeom>
              <a:avLst/>
              <a:gdLst/>
              <a:ahLst/>
              <a:cxn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17"/>
            <p:cNvSpPr/>
            <p:nvPr/>
          </p:nvSpPr>
          <p:spPr>
            <a:xfrm>
              <a:off x="2197975" y="6115813"/>
              <a:ext cx="150825" cy="129975"/>
            </a:xfrm>
            <a:custGeom>
              <a:avLst/>
              <a:gdLst/>
              <a:ahLst/>
              <a:cxn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17"/>
            <p:cNvSpPr/>
            <p:nvPr/>
          </p:nvSpPr>
          <p:spPr>
            <a:xfrm>
              <a:off x="2231275" y="6123963"/>
              <a:ext cx="117525" cy="122175"/>
            </a:xfrm>
            <a:custGeom>
              <a:avLst/>
              <a:gdLst/>
              <a:ahLst/>
              <a:cxn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17"/>
            <p:cNvSpPr/>
            <p:nvPr/>
          </p:nvSpPr>
          <p:spPr>
            <a:xfrm>
              <a:off x="2215950" y="6151963"/>
              <a:ext cx="117525" cy="66425"/>
            </a:xfrm>
            <a:custGeom>
              <a:avLst/>
              <a:gdLst/>
              <a:ahLst/>
              <a:cxn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17"/>
            <p:cNvSpPr/>
            <p:nvPr/>
          </p:nvSpPr>
          <p:spPr>
            <a:xfrm>
              <a:off x="2213300" y="6146863"/>
              <a:ext cx="120175" cy="69075"/>
            </a:xfrm>
            <a:custGeom>
              <a:avLst/>
              <a:gdLst/>
              <a:ahLst/>
              <a:cxn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17"/>
            <p:cNvSpPr/>
            <p:nvPr/>
          </p:nvSpPr>
          <p:spPr>
            <a:xfrm>
              <a:off x="2376750" y="6036913"/>
              <a:ext cx="130400" cy="130400"/>
            </a:xfrm>
            <a:custGeom>
              <a:avLst/>
              <a:gdLst/>
              <a:ahLst/>
              <a:cxn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17"/>
            <p:cNvSpPr/>
            <p:nvPr/>
          </p:nvSpPr>
          <p:spPr>
            <a:xfrm>
              <a:off x="2353875" y="6034013"/>
              <a:ext cx="148175" cy="130050"/>
            </a:xfrm>
            <a:custGeom>
              <a:avLst/>
              <a:gdLst/>
              <a:ahLst/>
              <a:cxn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17"/>
            <p:cNvSpPr/>
            <p:nvPr/>
          </p:nvSpPr>
          <p:spPr>
            <a:xfrm>
              <a:off x="2386975" y="6042238"/>
              <a:ext cx="115075" cy="122175"/>
            </a:xfrm>
            <a:custGeom>
              <a:avLst/>
              <a:gdLst/>
              <a:ahLst/>
              <a:cxn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17"/>
            <p:cNvSpPr/>
            <p:nvPr/>
          </p:nvSpPr>
          <p:spPr>
            <a:xfrm>
              <a:off x="2371650" y="6070238"/>
              <a:ext cx="117525" cy="66425"/>
            </a:xfrm>
            <a:custGeom>
              <a:avLst/>
              <a:gdLst/>
              <a:ahLst/>
              <a:cxn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17"/>
            <p:cNvSpPr/>
            <p:nvPr/>
          </p:nvSpPr>
          <p:spPr>
            <a:xfrm>
              <a:off x="2369200" y="6065113"/>
              <a:ext cx="117525" cy="69100"/>
            </a:xfrm>
            <a:custGeom>
              <a:avLst/>
              <a:gdLst/>
              <a:ahLst/>
              <a:cxn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17"/>
            <p:cNvSpPr/>
            <p:nvPr/>
          </p:nvSpPr>
          <p:spPr>
            <a:xfrm>
              <a:off x="1832825" y="6506888"/>
              <a:ext cx="130175" cy="130400"/>
            </a:xfrm>
            <a:custGeom>
              <a:avLst/>
              <a:gdLst/>
              <a:ahLst/>
              <a:cxn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17"/>
            <p:cNvSpPr/>
            <p:nvPr/>
          </p:nvSpPr>
          <p:spPr>
            <a:xfrm>
              <a:off x="1809725" y="6504063"/>
              <a:ext cx="148175" cy="129975"/>
            </a:xfrm>
            <a:custGeom>
              <a:avLst/>
              <a:gdLst/>
              <a:ahLst/>
              <a:cxn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17"/>
            <p:cNvSpPr/>
            <p:nvPr/>
          </p:nvSpPr>
          <p:spPr>
            <a:xfrm>
              <a:off x="1843025" y="6512213"/>
              <a:ext cx="114875" cy="122175"/>
            </a:xfrm>
            <a:custGeom>
              <a:avLst/>
              <a:gdLst/>
              <a:ahLst/>
              <a:cxn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17"/>
            <p:cNvSpPr/>
            <p:nvPr/>
          </p:nvSpPr>
          <p:spPr>
            <a:xfrm>
              <a:off x="1827700" y="6540188"/>
              <a:ext cx="117525" cy="66450"/>
            </a:xfrm>
            <a:custGeom>
              <a:avLst/>
              <a:gdLst/>
              <a:ahLst/>
              <a:cxn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17"/>
            <p:cNvSpPr/>
            <p:nvPr/>
          </p:nvSpPr>
          <p:spPr>
            <a:xfrm>
              <a:off x="1825050" y="6535088"/>
              <a:ext cx="120175" cy="69100"/>
            </a:xfrm>
            <a:custGeom>
              <a:avLst/>
              <a:gdLst/>
              <a:ahLst/>
              <a:cxn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17"/>
            <p:cNvSpPr/>
            <p:nvPr/>
          </p:nvSpPr>
          <p:spPr>
            <a:xfrm>
              <a:off x="1988525" y="6425163"/>
              <a:ext cx="130400" cy="130375"/>
            </a:xfrm>
            <a:custGeom>
              <a:avLst/>
              <a:gdLst/>
              <a:ahLst/>
              <a:cxn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17"/>
            <p:cNvSpPr/>
            <p:nvPr/>
          </p:nvSpPr>
          <p:spPr>
            <a:xfrm>
              <a:off x="1965625" y="6422313"/>
              <a:ext cx="148175" cy="129975"/>
            </a:xfrm>
            <a:custGeom>
              <a:avLst/>
              <a:gdLst/>
              <a:ahLst/>
              <a:cxn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17"/>
            <p:cNvSpPr/>
            <p:nvPr/>
          </p:nvSpPr>
          <p:spPr>
            <a:xfrm>
              <a:off x="1998750" y="6430463"/>
              <a:ext cx="115050" cy="122175"/>
            </a:xfrm>
            <a:custGeom>
              <a:avLst/>
              <a:gdLst/>
              <a:ahLst/>
              <a:cxn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17"/>
            <p:cNvSpPr/>
            <p:nvPr/>
          </p:nvSpPr>
          <p:spPr>
            <a:xfrm>
              <a:off x="1980950" y="6458463"/>
              <a:ext cx="119975" cy="66425"/>
            </a:xfrm>
            <a:custGeom>
              <a:avLst/>
              <a:gdLst/>
              <a:ahLst/>
              <a:cxn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17"/>
            <p:cNvSpPr/>
            <p:nvPr/>
          </p:nvSpPr>
          <p:spPr>
            <a:xfrm>
              <a:off x="1980950" y="6453363"/>
              <a:ext cx="117525" cy="69075"/>
            </a:xfrm>
            <a:custGeom>
              <a:avLst/>
              <a:gdLst/>
              <a:ahLst/>
              <a:cxn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17"/>
            <p:cNvSpPr/>
            <p:nvPr/>
          </p:nvSpPr>
          <p:spPr>
            <a:xfrm>
              <a:off x="2141775" y="6343413"/>
              <a:ext cx="130400" cy="130400"/>
            </a:xfrm>
            <a:custGeom>
              <a:avLst/>
              <a:gdLst/>
              <a:ahLst/>
              <a:cxn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17"/>
            <p:cNvSpPr/>
            <p:nvPr/>
          </p:nvSpPr>
          <p:spPr>
            <a:xfrm>
              <a:off x="2118900" y="6340513"/>
              <a:ext cx="150600" cy="130050"/>
            </a:xfrm>
            <a:custGeom>
              <a:avLst/>
              <a:gdLst/>
              <a:ahLst/>
              <a:cxn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17"/>
            <p:cNvSpPr/>
            <p:nvPr/>
          </p:nvSpPr>
          <p:spPr>
            <a:xfrm>
              <a:off x="2152000" y="6348738"/>
              <a:ext cx="117500" cy="122175"/>
            </a:xfrm>
            <a:custGeom>
              <a:avLst/>
              <a:gdLst/>
              <a:ahLst/>
              <a:cxn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17"/>
            <p:cNvSpPr/>
            <p:nvPr/>
          </p:nvSpPr>
          <p:spPr>
            <a:xfrm>
              <a:off x="2136675" y="6376738"/>
              <a:ext cx="117500" cy="66425"/>
            </a:xfrm>
            <a:custGeom>
              <a:avLst/>
              <a:gdLst/>
              <a:ahLst/>
              <a:cxn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17"/>
            <p:cNvSpPr/>
            <p:nvPr/>
          </p:nvSpPr>
          <p:spPr>
            <a:xfrm>
              <a:off x="2134225" y="6371613"/>
              <a:ext cx="119950" cy="66450"/>
            </a:xfrm>
            <a:custGeom>
              <a:avLst/>
              <a:gdLst/>
              <a:ahLst/>
              <a:cxn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17"/>
            <p:cNvSpPr/>
            <p:nvPr/>
          </p:nvSpPr>
          <p:spPr>
            <a:xfrm>
              <a:off x="2297675" y="62616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17"/>
            <p:cNvSpPr/>
            <p:nvPr/>
          </p:nvSpPr>
          <p:spPr>
            <a:xfrm>
              <a:off x="2274600" y="6258788"/>
              <a:ext cx="148150" cy="129600"/>
            </a:xfrm>
            <a:custGeom>
              <a:avLst/>
              <a:gdLst/>
              <a:ahLst/>
              <a:cxn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17"/>
            <p:cNvSpPr/>
            <p:nvPr/>
          </p:nvSpPr>
          <p:spPr>
            <a:xfrm>
              <a:off x="2307900" y="6267013"/>
              <a:ext cx="114850" cy="122175"/>
            </a:xfrm>
            <a:custGeom>
              <a:avLst/>
              <a:gdLst/>
              <a:ahLst/>
              <a:cxn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17"/>
            <p:cNvSpPr/>
            <p:nvPr/>
          </p:nvSpPr>
          <p:spPr>
            <a:xfrm>
              <a:off x="2292575" y="6292538"/>
              <a:ext cx="117525" cy="68900"/>
            </a:xfrm>
            <a:custGeom>
              <a:avLst/>
              <a:gdLst/>
              <a:ahLst/>
              <a:cxn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17"/>
            <p:cNvSpPr/>
            <p:nvPr/>
          </p:nvSpPr>
          <p:spPr>
            <a:xfrm>
              <a:off x="2289925" y="6289888"/>
              <a:ext cx="117500" cy="66425"/>
            </a:xfrm>
            <a:custGeom>
              <a:avLst/>
              <a:gdLst/>
              <a:ahLst/>
              <a:cxn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17"/>
            <p:cNvSpPr/>
            <p:nvPr/>
          </p:nvSpPr>
          <p:spPr>
            <a:xfrm>
              <a:off x="2453375" y="6179963"/>
              <a:ext cx="130400" cy="130375"/>
            </a:xfrm>
            <a:custGeom>
              <a:avLst/>
              <a:gdLst/>
              <a:ahLst/>
              <a:cxn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17"/>
            <p:cNvSpPr/>
            <p:nvPr/>
          </p:nvSpPr>
          <p:spPr>
            <a:xfrm>
              <a:off x="2430500" y="6177038"/>
              <a:ext cx="148175" cy="129600"/>
            </a:xfrm>
            <a:custGeom>
              <a:avLst/>
              <a:gdLst/>
              <a:ahLst/>
              <a:cxn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17"/>
            <p:cNvSpPr/>
            <p:nvPr/>
          </p:nvSpPr>
          <p:spPr>
            <a:xfrm>
              <a:off x="2461150" y="6182613"/>
              <a:ext cx="117525" cy="124825"/>
            </a:xfrm>
            <a:custGeom>
              <a:avLst/>
              <a:gdLst/>
              <a:ahLst/>
              <a:cxn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17"/>
            <p:cNvSpPr/>
            <p:nvPr/>
          </p:nvSpPr>
          <p:spPr>
            <a:xfrm>
              <a:off x="2445825" y="6210813"/>
              <a:ext cx="119975" cy="68875"/>
            </a:xfrm>
            <a:custGeom>
              <a:avLst/>
              <a:gdLst/>
              <a:ahLst/>
              <a:cxn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17"/>
            <p:cNvSpPr/>
            <p:nvPr/>
          </p:nvSpPr>
          <p:spPr>
            <a:xfrm>
              <a:off x="2443175" y="6208163"/>
              <a:ext cx="120175" cy="66425"/>
            </a:xfrm>
            <a:custGeom>
              <a:avLst/>
              <a:gdLst/>
              <a:ahLst/>
              <a:cxn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5" name="Google Shape;1045;p17"/>
          <p:cNvSpPr txBox="1">
            <a:spLocks noGrp="1"/>
          </p:cNvSpPr>
          <p:nvPr>
            <p:ph type="title"/>
          </p:nvPr>
        </p:nvSpPr>
        <p:spPr>
          <a:xfrm>
            <a:off x="1157864" y="1931375"/>
            <a:ext cx="5126400" cy="914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046" name="Google Shape;1046;p17"/>
          <p:cNvSpPr txBox="1">
            <a:spLocks noGrp="1"/>
          </p:cNvSpPr>
          <p:nvPr>
            <p:ph type="subTitle" idx="1"/>
          </p:nvPr>
        </p:nvSpPr>
        <p:spPr>
          <a:xfrm>
            <a:off x="1157864" y="2846425"/>
            <a:ext cx="5121900" cy="365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None/>
              <a:defRPr/>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047" name="Google Shape;1047;p17"/>
          <p:cNvSpPr txBox="1">
            <a:spLocks noGrp="1"/>
          </p:cNvSpPr>
          <p:nvPr>
            <p:ph type="title" idx="2" hasCustomPrompt="1"/>
          </p:nvPr>
        </p:nvSpPr>
        <p:spPr>
          <a:xfrm>
            <a:off x="6646198" y="2404575"/>
            <a:ext cx="11250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4500"/>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5">
  <p:cSld name="CUSTOM_8">
    <p:spTree>
      <p:nvGrpSpPr>
        <p:cNvPr id="1" name="Shape 1048"/>
        <p:cNvGrpSpPr/>
        <p:nvPr/>
      </p:nvGrpSpPr>
      <p:grpSpPr>
        <a:xfrm>
          <a:off x="0" y="0"/>
          <a:ext cx="0" cy="0"/>
          <a:chOff x="0" y="0"/>
          <a:chExt cx="0" cy="0"/>
        </a:xfrm>
      </p:grpSpPr>
      <p:sp>
        <p:nvSpPr>
          <p:cNvPr id="1049" name="Google Shape;1049;p18"/>
          <p:cNvSpPr txBox="1">
            <a:spLocks noGrp="1"/>
          </p:cNvSpPr>
          <p:nvPr>
            <p:ph type="subTitle" idx="1"/>
          </p:nvPr>
        </p:nvSpPr>
        <p:spPr>
          <a:xfrm>
            <a:off x="1536150" y="2567625"/>
            <a:ext cx="6071700" cy="914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6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050" name="Google Shape;1050;p18"/>
          <p:cNvSpPr txBox="1">
            <a:spLocks noGrp="1"/>
          </p:cNvSpPr>
          <p:nvPr>
            <p:ph type="title"/>
          </p:nvPr>
        </p:nvSpPr>
        <p:spPr>
          <a:xfrm>
            <a:off x="1536150" y="1661475"/>
            <a:ext cx="6071700" cy="9144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6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51" name="Google Shape;1051;p18"/>
          <p:cNvSpPr/>
          <p:nvPr/>
        </p:nvSpPr>
        <p:spPr>
          <a:xfrm rot="10800000">
            <a:off x="0" y="0"/>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2" name="Google Shape;1052;p18"/>
          <p:cNvGrpSpPr/>
          <p:nvPr/>
        </p:nvGrpSpPr>
        <p:grpSpPr>
          <a:xfrm flipH="1">
            <a:off x="294513" y="168438"/>
            <a:ext cx="837425" cy="742113"/>
            <a:chOff x="6215925" y="6858088"/>
            <a:chExt cx="837425" cy="742113"/>
          </a:xfrm>
        </p:grpSpPr>
        <p:sp>
          <p:nvSpPr>
            <p:cNvPr id="1053" name="Google Shape;1053;p18"/>
            <p:cNvSpPr/>
            <p:nvPr/>
          </p:nvSpPr>
          <p:spPr>
            <a:xfrm>
              <a:off x="6215925" y="7421400"/>
              <a:ext cx="201900" cy="178800"/>
            </a:xfrm>
            <a:custGeom>
              <a:avLst/>
              <a:gdLst/>
              <a:ahLst/>
              <a:cxnLst/>
              <a:rect l="l" t="t" r="r" b="b"/>
              <a:pathLst>
                <a:path w="8076" h="7152" extrusionOk="0">
                  <a:moveTo>
                    <a:pt x="7561" y="0"/>
                  </a:moveTo>
                  <a:lnTo>
                    <a:pt x="0" y="6637"/>
                  </a:lnTo>
                  <a:lnTo>
                    <a:pt x="515" y="7152"/>
                  </a:lnTo>
                  <a:lnTo>
                    <a:pt x="8076" y="507"/>
                  </a:lnTo>
                  <a:lnTo>
                    <a:pt x="7561" y="0"/>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18"/>
            <p:cNvSpPr/>
            <p:nvPr/>
          </p:nvSpPr>
          <p:spPr>
            <a:xfrm>
              <a:off x="6401775" y="7430925"/>
              <a:ext cx="25575" cy="22900"/>
            </a:xfrm>
            <a:custGeom>
              <a:avLst/>
              <a:gdLst/>
              <a:ahLst/>
              <a:cxnLst/>
              <a:rect l="l" t="t" r="r" b="b"/>
              <a:pathLst>
                <a:path w="1023" h="916" extrusionOk="0">
                  <a:moveTo>
                    <a:pt x="508" y="0"/>
                  </a:moveTo>
                  <a:lnTo>
                    <a:pt x="1" y="507"/>
                  </a:lnTo>
                  <a:lnTo>
                    <a:pt x="508" y="915"/>
                  </a:lnTo>
                  <a:lnTo>
                    <a:pt x="1023" y="507"/>
                  </a:lnTo>
                  <a:lnTo>
                    <a:pt x="508" y="0"/>
                  </a:lnTo>
                  <a:close/>
                </a:path>
              </a:pathLst>
            </a:custGeom>
            <a:solidFill>
              <a:srgbClr val="C1C0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5" name="Google Shape;1055;p18"/>
            <p:cNvGrpSpPr/>
            <p:nvPr/>
          </p:nvGrpSpPr>
          <p:grpSpPr>
            <a:xfrm>
              <a:off x="6361025" y="6858088"/>
              <a:ext cx="692325" cy="623250"/>
              <a:chOff x="6361025" y="6858088"/>
              <a:chExt cx="692325" cy="623250"/>
            </a:xfrm>
          </p:grpSpPr>
          <p:sp>
            <p:nvSpPr>
              <p:cNvPr id="1056" name="Google Shape;1056;p18"/>
              <p:cNvSpPr/>
              <p:nvPr/>
            </p:nvSpPr>
            <p:spPr>
              <a:xfrm>
                <a:off x="6361025" y="7011338"/>
                <a:ext cx="510875" cy="470000"/>
              </a:xfrm>
              <a:custGeom>
                <a:avLst/>
                <a:gdLst/>
                <a:ahLst/>
                <a:cxnLst/>
                <a:rect l="l" t="t" r="r" b="b"/>
                <a:pathLst>
                  <a:path w="20435" h="18800" extrusionOk="0">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18"/>
              <p:cNvSpPr/>
              <p:nvPr/>
            </p:nvSpPr>
            <p:spPr>
              <a:xfrm>
                <a:off x="6795250" y="6896288"/>
                <a:ext cx="217225" cy="207025"/>
              </a:xfrm>
              <a:custGeom>
                <a:avLst/>
                <a:gdLst/>
                <a:ahLst/>
                <a:cxnLst/>
                <a:rect l="l" t="t" r="r" b="b"/>
                <a:pathLst>
                  <a:path w="8689" h="8281" extrusionOk="0">
                    <a:moveTo>
                      <a:pt x="6539" y="1"/>
                    </a:moveTo>
                    <a:lnTo>
                      <a:pt x="0" y="5828"/>
                    </a:lnTo>
                    <a:lnTo>
                      <a:pt x="2150" y="8280"/>
                    </a:lnTo>
                    <a:lnTo>
                      <a:pt x="8688" y="2453"/>
                    </a:lnTo>
                    <a:lnTo>
                      <a:pt x="6539" y="1"/>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18"/>
              <p:cNvSpPr/>
              <p:nvPr/>
            </p:nvSpPr>
            <p:spPr>
              <a:xfrm>
                <a:off x="6795250" y="7018888"/>
                <a:ext cx="79300" cy="84425"/>
              </a:xfrm>
              <a:custGeom>
                <a:avLst/>
                <a:gdLst/>
                <a:ahLst/>
                <a:cxnLst/>
                <a:rect l="l" t="t" r="r" b="b"/>
                <a:pathLst>
                  <a:path w="3172" h="3377" extrusionOk="0">
                    <a:moveTo>
                      <a:pt x="1022" y="1"/>
                    </a:moveTo>
                    <a:lnTo>
                      <a:pt x="0" y="924"/>
                    </a:lnTo>
                    <a:lnTo>
                      <a:pt x="2150" y="3376"/>
                    </a:lnTo>
                    <a:lnTo>
                      <a:pt x="3171" y="2453"/>
                    </a:lnTo>
                    <a:lnTo>
                      <a:pt x="1022" y="1"/>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18"/>
              <p:cNvSpPr/>
              <p:nvPr/>
            </p:nvSpPr>
            <p:spPr>
              <a:xfrm>
                <a:off x="6946050" y="6858088"/>
                <a:ext cx="107300" cy="114850"/>
              </a:xfrm>
              <a:custGeom>
                <a:avLst/>
                <a:gdLst/>
                <a:ahLst/>
                <a:cxnLst/>
                <a:rect l="l" t="t" r="r" b="b"/>
                <a:pathLst>
                  <a:path w="4292" h="4594" extrusionOk="0">
                    <a:moveTo>
                      <a:pt x="1120" y="0"/>
                    </a:moveTo>
                    <a:lnTo>
                      <a:pt x="0" y="1022"/>
                    </a:lnTo>
                    <a:lnTo>
                      <a:pt x="3163" y="4594"/>
                    </a:lnTo>
                    <a:lnTo>
                      <a:pt x="4291" y="3678"/>
                    </a:lnTo>
                    <a:lnTo>
                      <a:pt x="1120"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18"/>
              <p:cNvSpPr/>
              <p:nvPr/>
            </p:nvSpPr>
            <p:spPr>
              <a:xfrm>
                <a:off x="6721275" y="6990888"/>
                <a:ext cx="176150" cy="189050"/>
              </a:xfrm>
              <a:custGeom>
                <a:avLst/>
                <a:gdLst/>
                <a:ahLst/>
                <a:cxnLst/>
                <a:rect l="l" t="t" r="r" b="b"/>
                <a:pathLst>
                  <a:path w="7046" h="7562" extrusionOk="0">
                    <a:moveTo>
                      <a:pt x="1733" y="1"/>
                    </a:moveTo>
                    <a:lnTo>
                      <a:pt x="0" y="1529"/>
                    </a:lnTo>
                    <a:lnTo>
                      <a:pt x="5313" y="7561"/>
                    </a:lnTo>
                    <a:lnTo>
                      <a:pt x="7046" y="6025"/>
                    </a:lnTo>
                    <a:lnTo>
                      <a:pt x="1733"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18"/>
              <p:cNvSpPr/>
              <p:nvPr/>
            </p:nvSpPr>
            <p:spPr>
              <a:xfrm>
                <a:off x="6739050" y="7149263"/>
                <a:ext cx="69100" cy="74000"/>
              </a:xfrm>
              <a:custGeom>
                <a:avLst/>
                <a:gdLst/>
                <a:ahLst/>
                <a:cxnLst/>
                <a:rect l="l" t="t" r="r" b="b"/>
                <a:pathLst>
                  <a:path w="2764" h="2960" extrusionOk="0">
                    <a:moveTo>
                      <a:pt x="409" y="0"/>
                    </a:moveTo>
                    <a:lnTo>
                      <a:pt x="0" y="303"/>
                    </a:lnTo>
                    <a:lnTo>
                      <a:pt x="2354" y="2959"/>
                    </a:lnTo>
                    <a:lnTo>
                      <a:pt x="2763" y="2657"/>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18"/>
              <p:cNvSpPr/>
              <p:nvPr/>
            </p:nvSpPr>
            <p:spPr>
              <a:xfrm>
                <a:off x="6690625" y="7192588"/>
                <a:ext cx="66425" cy="74200"/>
              </a:xfrm>
              <a:custGeom>
                <a:avLst/>
                <a:gdLst/>
                <a:ahLst/>
                <a:cxnLst/>
                <a:rect l="l" t="t" r="r" b="b"/>
                <a:pathLst>
                  <a:path w="2657" h="2968" extrusionOk="0">
                    <a:moveTo>
                      <a:pt x="409" y="0"/>
                    </a:moveTo>
                    <a:lnTo>
                      <a:pt x="0" y="311"/>
                    </a:lnTo>
                    <a:lnTo>
                      <a:pt x="2346" y="2967"/>
                    </a:lnTo>
                    <a:lnTo>
                      <a:pt x="2657"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18"/>
              <p:cNvSpPr/>
              <p:nvPr/>
            </p:nvSpPr>
            <p:spPr>
              <a:xfrm>
                <a:off x="6642000" y="7236113"/>
                <a:ext cx="66425" cy="73975"/>
              </a:xfrm>
              <a:custGeom>
                <a:avLst/>
                <a:gdLst/>
                <a:ahLst/>
                <a:cxnLst/>
                <a:rect l="l" t="t" r="r" b="b"/>
                <a:pathLst>
                  <a:path w="2657" h="2959" extrusionOk="0">
                    <a:moveTo>
                      <a:pt x="409" y="0"/>
                    </a:moveTo>
                    <a:lnTo>
                      <a:pt x="0" y="302"/>
                    </a:lnTo>
                    <a:lnTo>
                      <a:pt x="2248" y="2959"/>
                    </a:lnTo>
                    <a:lnTo>
                      <a:pt x="2656"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18"/>
              <p:cNvSpPr/>
              <p:nvPr/>
            </p:nvSpPr>
            <p:spPr>
              <a:xfrm>
                <a:off x="6384125" y="7207913"/>
                <a:ext cx="268100" cy="252975"/>
              </a:xfrm>
              <a:custGeom>
                <a:avLst/>
                <a:gdLst/>
                <a:ahLst/>
                <a:cxnLst/>
                <a:rect l="l" t="t" r="r" b="b"/>
                <a:pathLst>
                  <a:path w="10724" h="10119" extrusionOk="0">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18"/>
              <p:cNvSpPr/>
              <p:nvPr/>
            </p:nvSpPr>
            <p:spPr>
              <a:xfrm>
                <a:off x="6384125" y="7312738"/>
                <a:ext cx="268100" cy="148150"/>
              </a:xfrm>
              <a:custGeom>
                <a:avLst/>
                <a:gdLst/>
                <a:ahLst/>
                <a:cxnLst/>
                <a:rect l="l" t="t" r="r" b="b"/>
                <a:pathLst>
                  <a:path w="10724" h="5926" extrusionOk="0">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66" name="Google Shape;1066;p18"/>
          <p:cNvSpPr/>
          <p:nvPr/>
        </p:nvSpPr>
        <p:spPr>
          <a:xfrm flipH="1">
            <a:off x="1460188" y="64342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18"/>
          <p:cNvSpPr/>
          <p:nvPr/>
        </p:nvSpPr>
        <p:spPr>
          <a:xfrm flipH="1">
            <a:off x="1530690" y="35774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18"/>
          <p:cNvSpPr/>
          <p:nvPr/>
        </p:nvSpPr>
        <p:spPr>
          <a:xfrm flipH="1">
            <a:off x="1372189" y="129215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18"/>
          <p:cNvSpPr/>
          <p:nvPr/>
        </p:nvSpPr>
        <p:spPr>
          <a:xfrm flipH="1">
            <a:off x="1131937" y="69251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18"/>
          <p:cNvSpPr/>
          <p:nvPr/>
        </p:nvSpPr>
        <p:spPr>
          <a:xfrm>
            <a:off x="8540889" y="8754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18"/>
          <p:cNvSpPr/>
          <p:nvPr/>
        </p:nvSpPr>
        <p:spPr>
          <a:xfrm>
            <a:off x="7176201" y="857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18"/>
          <p:cNvSpPr/>
          <p:nvPr/>
        </p:nvSpPr>
        <p:spPr>
          <a:xfrm>
            <a:off x="8910962" y="12984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18"/>
          <p:cNvSpPr/>
          <p:nvPr/>
        </p:nvSpPr>
        <p:spPr>
          <a:xfrm>
            <a:off x="8449197" y="6004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18"/>
          <p:cNvSpPr/>
          <p:nvPr/>
        </p:nvSpPr>
        <p:spPr>
          <a:xfrm>
            <a:off x="8350507" y="1844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18"/>
          <p:cNvSpPr/>
          <p:nvPr/>
        </p:nvSpPr>
        <p:spPr>
          <a:xfrm>
            <a:off x="6696681" y="2938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18"/>
          <p:cNvSpPr/>
          <p:nvPr/>
        </p:nvSpPr>
        <p:spPr>
          <a:xfrm flipH="1">
            <a:off x="236474" y="46451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18"/>
          <p:cNvSpPr/>
          <p:nvPr/>
        </p:nvSpPr>
        <p:spPr>
          <a:xfrm flipH="1">
            <a:off x="1614964" y="38554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18"/>
          <p:cNvSpPr/>
          <p:nvPr/>
        </p:nvSpPr>
        <p:spPr>
          <a:xfrm flipH="1">
            <a:off x="67281" y="50682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18"/>
          <p:cNvSpPr/>
          <p:nvPr/>
        </p:nvSpPr>
        <p:spPr>
          <a:xfrm flipH="1">
            <a:off x="528981" y="43701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18"/>
          <p:cNvSpPr/>
          <p:nvPr/>
        </p:nvSpPr>
        <p:spPr>
          <a:xfrm flipH="1">
            <a:off x="627736" y="39541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18"/>
          <p:cNvSpPr/>
          <p:nvPr/>
        </p:nvSpPr>
        <p:spPr>
          <a:xfrm flipH="1">
            <a:off x="2277803" y="40635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18"/>
          <p:cNvSpPr/>
          <p:nvPr/>
        </p:nvSpPr>
        <p:spPr>
          <a:xfrm>
            <a:off x="6520050" y="3186075"/>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18"/>
          <p:cNvSpPr/>
          <p:nvPr/>
        </p:nvSpPr>
        <p:spPr>
          <a:xfrm>
            <a:off x="7792737" y="347174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18"/>
          <p:cNvSpPr/>
          <p:nvPr/>
        </p:nvSpPr>
        <p:spPr>
          <a:xfrm>
            <a:off x="7923050" y="318606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18"/>
          <p:cNvSpPr/>
          <p:nvPr/>
        </p:nvSpPr>
        <p:spPr>
          <a:xfrm>
            <a:off x="8081875" y="412047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18"/>
          <p:cNvSpPr/>
          <p:nvPr/>
        </p:nvSpPr>
        <p:spPr>
          <a:xfrm>
            <a:off x="8321868" y="352084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87" name="Google Shape;1087;p18"/>
          <p:cNvGrpSpPr/>
          <p:nvPr/>
        </p:nvGrpSpPr>
        <p:grpSpPr>
          <a:xfrm flipH="1">
            <a:off x="7339075" y="4119838"/>
            <a:ext cx="985925" cy="744150"/>
            <a:chOff x="1666700" y="5967688"/>
            <a:chExt cx="985925" cy="744150"/>
          </a:xfrm>
        </p:grpSpPr>
        <p:sp>
          <p:nvSpPr>
            <p:cNvPr id="1088" name="Google Shape;1088;p18"/>
            <p:cNvSpPr/>
            <p:nvPr/>
          </p:nvSpPr>
          <p:spPr>
            <a:xfrm>
              <a:off x="1666700" y="5967688"/>
              <a:ext cx="985925" cy="744150"/>
            </a:xfrm>
            <a:custGeom>
              <a:avLst/>
              <a:gdLst/>
              <a:ahLst/>
              <a:cxn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18"/>
            <p:cNvSpPr/>
            <p:nvPr/>
          </p:nvSpPr>
          <p:spPr>
            <a:xfrm>
              <a:off x="1758650" y="6363863"/>
              <a:ext cx="130375" cy="130375"/>
            </a:xfrm>
            <a:custGeom>
              <a:avLst/>
              <a:gdLst/>
              <a:ahLst/>
              <a:cxn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18"/>
            <p:cNvSpPr/>
            <p:nvPr/>
          </p:nvSpPr>
          <p:spPr>
            <a:xfrm>
              <a:off x="1735750" y="6361013"/>
              <a:ext cx="148175" cy="131150"/>
            </a:xfrm>
            <a:custGeom>
              <a:avLst/>
              <a:gdLst/>
              <a:ahLst/>
              <a:cxn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18"/>
            <p:cNvSpPr/>
            <p:nvPr/>
          </p:nvSpPr>
          <p:spPr>
            <a:xfrm>
              <a:off x="1766400" y="6369163"/>
              <a:ext cx="117525" cy="122175"/>
            </a:xfrm>
            <a:custGeom>
              <a:avLst/>
              <a:gdLst/>
              <a:ahLst/>
              <a:cxn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18"/>
            <p:cNvSpPr/>
            <p:nvPr/>
          </p:nvSpPr>
          <p:spPr>
            <a:xfrm>
              <a:off x="1751075" y="6397163"/>
              <a:ext cx="119975" cy="66425"/>
            </a:xfrm>
            <a:custGeom>
              <a:avLst/>
              <a:gdLst/>
              <a:ahLst/>
              <a:cxn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18"/>
            <p:cNvSpPr/>
            <p:nvPr/>
          </p:nvSpPr>
          <p:spPr>
            <a:xfrm>
              <a:off x="1748425" y="6392063"/>
              <a:ext cx="120175" cy="69075"/>
            </a:xfrm>
            <a:custGeom>
              <a:avLst/>
              <a:gdLst/>
              <a:ahLst/>
              <a:cxn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18"/>
            <p:cNvSpPr/>
            <p:nvPr/>
          </p:nvSpPr>
          <p:spPr>
            <a:xfrm>
              <a:off x="1911900" y="6282113"/>
              <a:ext cx="130375" cy="130400"/>
            </a:xfrm>
            <a:custGeom>
              <a:avLst/>
              <a:gdLst/>
              <a:ahLst/>
              <a:cxn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18"/>
            <p:cNvSpPr/>
            <p:nvPr/>
          </p:nvSpPr>
          <p:spPr>
            <a:xfrm>
              <a:off x="1889000" y="6279288"/>
              <a:ext cx="148175" cy="129975"/>
            </a:xfrm>
            <a:custGeom>
              <a:avLst/>
              <a:gdLst/>
              <a:ahLst/>
              <a:cxn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18"/>
            <p:cNvSpPr/>
            <p:nvPr/>
          </p:nvSpPr>
          <p:spPr>
            <a:xfrm>
              <a:off x="1922125" y="6287438"/>
              <a:ext cx="115050" cy="122175"/>
            </a:xfrm>
            <a:custGeom>
              <a:avLst/>
              <a:gdLst/>
              <a:ahLst/>
              <a:cxn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18"/>
            <p:cNvSpPr/>
            <p:nvPr/>
          </p:nvSpPr>
          <p:spPr>
            <a:xfrm>
              <a:off x="1906800" y="6315438"/>
              <a:ext cx="117500" cy="66425"/>
            </a:xfrm>
            <a:custGeom>
              <a:avLst/>
              <a:gdLst/>
              <a:ahLst/>
              <a:cxn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18"/>
            <p:cNvSpPr/>
            <p:nvPr/>
          </p:nvSpPr>
          <p:spPr>
            <a:xfrm>
              <a:off x="1904325" y="6310313"/>
              <a:ext cx="119975" cy="69100"/>
            </a:xfrm>
            <a:custGeom>
              <a:avLst/>
              <a:gdLst/>
              <a:ahLst/>
              <a:cxn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18"/>
            <p:cNvSpPr/>
            <p:nvPr/>
          </p:nvSpPr>
          <p:spPr>
            <a:xfrm>
              <a:off x="2067800" y="62003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18"/>
            <p:cNvSpPr/>
            <p:nvPr/>
          </p:nvSpPr>
          <p:spPr>
            <a:xfrm>
              <a:off x="2044725" y="6197563"/>
              <a:ext cx="148150" cy="129975"/>
            </a:xfrm>
            <a:custGeom>
              <a:avLst/>
              <a:gdLst/>
              <a:ahLst/>
              <a:cxn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18"/>
            <p:cNvSpPr/>
            <p:nvPr/>
          </p:nvSpPr>
          <p:spPr>
            <a:xfrm>
              <a:off x="2078025" y="6205713"/>
              <a:ext cx="114850" cy="122175"/>
            </a:xfrm>
            <a:custGeom>
              <a:avLst/>
              <a:gdLst/>
              <a:ahLst/>
              <a:cxn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18"/>
            <p:cNvSpPr/>
            <p:nvPr/>
          </p:nvSpPr>
          <p:spPr>
            <a:xfrm>
              <a:off x="2060050" y="6233688"/>
              <a:ext cx="120175" cy="66450"/>
            </a:xfrm>
            <a:custGeom>
              <a:avLst/>
              <a:gdLst/>
              <a:ahLst/>
              <a:cxn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18"/>
            <p:cNvSpPr/>
            <p:nvPr/>
          </p:nvSpPr>
          <p:spPr>
            <a:xfrm>
              <a:off x="2060050" y="6228588"/>
              <a:ext cx="117500" cy="69100"/>
            </a:xfrm>
            <a:custGeom>
              <a:avLst/>
              <a:gdLst/>
              <a:ahLst/>
              <a:cxn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18"/>
            <p:cNvSpPr/>
            <p:nvPr/>
          </p:nvSpPr>
          <p:spPr>
            <a:xfrm>
              <a:off x="2221050" y="6118663"/>
              <a:ext cx="130200" cy="130375"/>
            </a:xfrm>
            <a:custGeom>
              <a:avLst/>
              <a:gdLst/>
              <a:ahLst/>
              <a:cxn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18"/>
            <p:cNvSpPr/>
            <p:nvPr/>
          </p:nvSpPr>
          <p:spPr>
            <a:xfrm>
              <a:off x="2197975" y="6115813"/>
              <a:ext cx="150825" cy="129975"/>
            </a:xfrm>
            <a:custGeom>
              <a:avLst/>
              <a:gdLst/>
              <a:ahLst/>
              <a:cxn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18"/>
            <p:cNvSpPr/>
            <p:nvPr/>
          </p:nvSpPr>
          <p:spPr>
            <a:xfrm>
              <a:off x="2231275" y="6123963"/>
              <a:ext cx="117525" cy="122175"/>
            </a:xfrm>
            <a:custGeom>
              <a:avLst/>
              <a:gdLst/>
              <a:ahLst/>
              <a:cxn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18"/>
            <p:cNvSpPr/>
            <p:nvPr/>
          </p:nvSpPr>
          <p:spPr>
            <a:xfrm>
              <a:off x="2215950" y="6151963"/>
              <a:ext cx="117525" cy="66425"/>
            </a:xfrm>
            <a:custGeom>
              <a:avLst/>
              <a:gdLst/>
              <a:ahLst/>
              <a:cxn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18"/>
            <p:cNvSpPr/>
            <p:nvPr/>
          </p:nvSpPr>
          <p:spPr>
            <a:xfrm>
              <a:off x="2213300" y="6146863"/>
              <a:ext cx="120175" cy="69075"/>
            </a:xfrm>
            <a:custGeom>
              <a:avLst/>
              <a:gdLst/>
              <a:ahLst/>
              <a:cxn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18"/>
            <p:cNvSpPr/>
            <p:nvPr/>
          </p:nvSpPr>
          <p:spPr>
            <a:xfrm>
              <a:off x="2376750" y="6036913"/>
              <a:ext cx="130400" cy="130400"/>
            </a:xfrm>
            <a:custGeom>
              <a:avLst/>
              <a:gdLst/>
              <a:ahLst/>
              <a:cxn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18"/>
            <p:cNvSpPr/>
            <p:nvPr/>
          </p:nvSpPr>
          <p:spPr>
            <a:xfrm>
              <a:off x="2353875" y="6034013"/>
              <a:ext cx="148175" cy="130050"/>
            </a:xfrm>
            <a:custGeom>
              <a:avLst/>
              <a:gdLst/>
              <a:ahLst/>
              <a:cxn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18"/>
            <p:cNvSpPr/>
            <p:nvPr/>
          </p:nvSpPr>
          <p:spPr>
            <a:xfrm>
              <a:off x="2386975" y="6042238"/>
              <a:ext cx="115075" cy="122175"/>
            </a:xfrm>
            <a:custGeom>
              <a:avLst/>
              <a:gdLst/>
              <a:ahLst/>
              <a:cxn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18"/>
            <p:cNvSpPr/>
            <p:nvPr/>
          </p:nvSpPr>
          <p:spPr>
            <a:xfrm>
              <a:off x="2371650" y="6070238"/>
              <a:ext cx="117525" cy="66425"/>
            </a:xfrm>
            <a:custGeom>
              <a:avLst/>
              <a:gdLst/>
              <a:ahLst/>
              <a:cxn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18"/>
            <p:cNvSpPr/>
            <p:nvPr/>
          </p:nvSpPr>
          <p:spPr>
            <a:xfrm>
              <a:off x="2369200" y="6065113"/>
              <a:ext cx="117525" cy="69100"/>
            </a:xfrm>
            <a:custGeom>
              <a:avLst/>
              <a:gdLst/>
              <a:ahLst/>
              <a:cxn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18"/>
            <p:cNvSpPr/>
            <p:nvPr/>
          </p:nvSpPr>
          <p:spPr>
            <a:xfrm>
              <a:off x="1832825" y="6506888"/>
              <a:ext cx="130175" cy="130400"/>
            </a:xfrm>
            <a:custGeom>
              <a:avLst/>
              <a:gdLst/>
              <a:ahLst/>
              <a:cxn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18"/>
            <p:cNvSpPr/>
            <p:nvPr/>
          </p:nvSpPr>
          <p:spPr>
            <a:xfrm>
              <a:off x="1809725" y="6504063"/>
              <a:ext cx="148175" cy="129975"/>
            </a:xfrm>
            <a:custGeom>
              <a:avLst/>
              <a:gdLst/>
              <a:ahLst/>
              <a:cxn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18"/>
            <p:cNvSpPr/>
            <p:nvPr/>
          </p:nvSpPr>
          <p:spPr>
            <a:xfrm>
              <a:off x="1843025" y="6512213"/>
              <a:ext cx="114875" cy="122175"/>
            </a:xfrm>
            <a:custGeom>
              <a:avLst/>
              <a:gdLst/>
              <a:ahLst/>
              <a:cxn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18"/>
            <p:cNvSpPr/>
            <p:nvPr/>
          </p:nvSpPr>
          <p:spPr>
            <a:xfrm>
              <a:off x="1827700" y="6540188"/>
              <a:ext cx="117525" cy="66450"/>
            </a:xfrm>
            <a:custGeom>
              <a:avLst/>
              <a:gdLst/>
              <a:ahLst/>
              <a:cxn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18"/>
            <p:cNvSpPr/>
            <p:nvPr/>
          </p:nvSpPr>
          <p:spPr>
            <a:xfrm>
              <a:off x="1825050" y="6535088"/>
              <a:ext cx="120175" cy="69100"/>
            </a:xfrm>
            <a:custGeom>
              <a:avLst/>
              <a:gdLst/>
              <a:ahLst/>
              <a:cxn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18"/>
            <p:cNvSpPr/>
            <p:nvPr/>
          </p:nvSpPr>
          <p:spPr>
            <a:xfrm>
              <a:off x="1988525" y="6425163"/>
              <a:ext cx="130400" cy="130375"/>
            </a:xfrm>
            <a:custGeom>
              <a:avLst/>
              <a:gdLst/>
              <a:ahLst/>
              <a:cxn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18"/>
            <p:cNvSpPr/>
            <p:nvPr/>
          </p:nvSpPr>
          <p:spPr>
            <a:xfrm>
              <a:off x="1965625" y="6422313"/>
              <a:ext cx="148175" cy="129975"/>
            </a:xfrm>
            <a:custGeom>
              <a:avLst/>
              <a:gdLst/>
              <a:ahLst/>
              <a:cxn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18"/>
            <p:cNvSpPr/>
            <p:nvPr/>
          </p:nvSpPr>
          <p:spPr>
            <a:xfrm>
              <a:off x="1998750" y="6430463"/>
              <a:ext cx="115050" cy="122175"/>
            </a:xfrm>
            <a:custGeom>
              <a:avLst/>
              <a:gdLst/>
              <a:ahLst/>
              <a:cxn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18"/>
            <p:cNvSpPr/>
            <p:nvPr/>
          </p:nvSpPr>
          <p:spPr>
            <a:xfrm>
              <a:off x="1980950" y="6458463"/>
              <a:ext cx="119975" cy="66425"/>
            </a:xfrm>
            <a:custGeom>
              <a:avLst/>
              <a:gdLst/>
              <a:ahLst/>
              <a:cxn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18"/>
            <p:cNvSpPr/>
            <p:nvPr/>
          </p:nvSpPr>
          <p:spPr>
            <a:xfrm>
              <a:off x="1980950" y="6453363"/>
              <a:ext cx="117525" cy="69075"/>
            </a:xfrm>
            <a:custGeom>
              <a:avLst/>
              <a:gdLst/>
              <a:ahLst/>
              <a:cxn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18"/>
            <p:cNvSpPr/>
            <p:nvPr/>
          </p:nvSpPr>
          <p:spPr>
            <a:xfrm>
              <a:off x="2141775" y="6343413"/>
              <a:ext cx="130400" cy="130400"/>
            </a:xfrm>
            <a:custGeom>
              <a:avLst/>
              <a:gdLst/>
              <a:ahLst/>
              <a:cxn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18"/>
            <p:cNvSpPr/>
            <p:nvPr/>
          </p:nvSpPr>
          <p:spPr>
            <a:xfrm>
              <a:off x="2118900" y="6340513"/>
              <a:ext cx="150600" cy="130050"/>
            </a:xfrm>
            <a:custGeom>
              <a:avLst/>
              <a:gdLst/>
              <a:ahLst/>
              <a:cxn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18"/>
            <p:cNvSpPr/>
            <p:nvPr/>
          </p:nvSpPr>
          <p:spPr>
            <a:xfrm>
              <a:off x="2152000" y="6348738"/>
              <a:ext cx="117500" cy="122175"/>
            </a:xfrm>
            <a:custGeom>
              <a:avLst/>
              <a:gdLst/>
              <a:ahLst/>
              <a:cxn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18"/>
            <p:cNvSpPr/>
            <p:nvPr/>
          </p:nvSpPr>
          <p:spPr>
            <a:xfrm>
              <a:off x="2136675" y="6376738"/>
              <a:ext cx="117500" cy="66425"/>
            </a:xfrm>
            <a:custGeom>
              <a:avLst/>
              <a:gdLst/>
              <a:ahLst/>
              <a:cxn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18"/>
            <p:cNvSpPr/>
            <p:nvPr/>
          </p:nvSpPr>
          <p:spPr>
            <a:xfrm>
              <a:off x="2134225" y="6371613"/>
              <a:ext cx="119950" cy="66450"/>
            </a:xfrm>
            <a:custGeom>
              <a:avLst/>
              <a:gdLst/>
              <a:ahLst/>
              <a:cxn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18"/>
            <p:cNvSpPr/>
            <p:nvPr/>
          </p:nvSpPr>
          <p:spPr>
            <a:xfrm>
              <a:off x="2297675" y="62616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18"/>
            <p:cNvSpPr/>
            <p:nvPr/>
          </p:nvSpPr>
          <p:spPr>
            <a:xfrm>
              <a:off x="2274600" y="6258788"/>
              <a:ext cx="148150" cy="129600"/>
            </a:xfrm>
            <a:custGeom>
              <a:avLst/>
              <a:gdLst/>
              <a:ahLst/>
              <a:cxn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18"/>
            <p:cNvSpPr/>
            <p:nvPr/>
          </p:nvSpPr>
          <p:spPr>
            <a:xfrm>
              <a:off x="2307900" y="6267013"/>
              <a:ext cx="114850" cy="122175"/>
            </a:xfrm>
            <a:custGeom>
              <a:avLst/>
              <a:gdLst/>
              <a:ahLst/>
              <a:cxn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18"/>
            <p:cNvSpPr/>
            <p:nvPr/>
          </p:nvSpPr>
          <p:spPr>
            <a:xfrm>
              <a:off x="2292575" y="6292538"/>
              <a:ext cx="117525" cy="68900"/>
            </a:xfrm>
            <a:custGeom>
              <a:avLst/>
              <a:gdLst/>
              <a:ahLst/>
              <a:cxn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18"/>
            <p:cNvSpPr/>
            <p:nvPr/>
          </p:nvSpPr>
          <p:spPr>
            <a:xfrm>
              <a:off x="2289925" y="6289888"/>
              <a:ext cx="117500" cy="66425"/>
            </a:xfrm>
            <a:custGeom>
              <a:avLst/>
              <a:gdLst/>
              <a:ahLst/>
              <a:cxn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18"/>
            <p:cNvSpPr/>
            <p:nvPr/>
          </p:nvSpPr>
          <p:spPr>
            <a:xfrm>
              <a:off x="2453375" y="6179963"/>
              <a:ext cx="130400" cy="130375"/>
            </a:xfrm>
            <a:custGeom>
              <a:avLst/>
              <a:gdLst/>
              <a:ahLst/>
              <a:cxn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18"/>
            <p:cNvSpPr/>
            <p:nvPr/>
          </p:nvSpPr>
          <p:spPr>
            <a:xfrm>
              <a:off x="2430500" y="6177038"/>
              <a:ext cx="148175" cy="129600"/>
            </a:xfrm>
            <a:custGeom>
              <a:avLst/>
              <a:gdLst/>
              <a:ahLst/>
              <a:cxn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18"/>
            <p:cNvSpPr/>
            <p:nvPr/>
          </p:nvSpPr>
          <p:spPr>
            <a:xfrm>
              <a:off x="2461150" y="6182613"/>
              <a:ext cx="117525" cy="124825"/>
            </a:xfrm>
            <a:custGeom>
              <a:avLst/>
              <a:gdLst/>
              <a:ahLst/>
              <a:cxn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18"/>
            <p:cNvSpPr/>
            <p:nvPr/>
          </p:nvSpPr>
          <p:spPr>
            <a:xfrm>
              <a:off x="2445825" y="6210813"/>
              <a:ext cx="119975" cy="68875"/>
            </a:xfrm>
            <a:custGeom>
              <a:avLst/>
              <a:gdLst/>
              <a:ahLst/>
              <a:cxn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18"/>
            <p:cNvSpPr/>
            <p:nvPr/>
          </p:nvSpPr>
          <p:spPr>
            <a:xfrm>
              <a:off x="2443175" y="6208163"/>
              <a:ext cx="120175" cy="66425"/>
            </a:xfrm>
            <a:custGeom>
              <a:avLst/>
              <a:gdLst/>
              <a:ahLst/>
              <a:cxn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aption 1">
  <p:cSld name="CUSTOM_7">
    <p:spTree>
      <p:nvGrpSpPr>
        <p:cNvPr id="1" name="Shape 1139"/>
        <p:cNvGrpSpPr/>
        <p:nvPr/>
      </p:nvGrpSpPr>
      <p:grpSpPr>
        <a:xfrm>
          <a:off x="0" y="0"/>
          <a:ext cx="0" cy="0"/>
          <a:chOff x="0" y="0"/>
          <a:chExt cx="0" cy="0"/>
        </a:xfrm>
      </p:grpSpPr>
      <p:sp>
        <p:nvSpPr>
          <p:cNvPr id="1140" name="Google Shape;1140;p19"/>
          <p:cNvSpPr txBox="1">
            <a:spLocks noGrp="1"/>
          </p:cNvSpPr>
          <p:nvPr>
            <p:ph type="title"/>
          </p:nvPr>
        </p:nvSpPr>
        <p:spPr>
          <a:xfrm>
            <a:off x="4078075" y="3371850"/>
            <a:ext cx="4389900" cy="110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800"/>
              <a:buNone/>
              <a:defRPr sz="3500">
                <a:solidFill>
                  <a:schemeClr val="dk1"/>
                </a:solidFill>
              </a:defRPr>
            </a:lvl1pPr>
            <a:lvl2pPr lvl="1" rtl="0">
              <a:spcBef>
                <a:spcPts val="0"/>
              </a:spcBef>
              <a:spcAft>
                <a:spcPts val="0"/>
              </a:spcAft>
              <a:buSzPts val="2800"/>
              <a:buNone/>
              <a:defRPr>
                <a:latin typeface="Nunito"/>
                <a:ea typeface="Nunito"/>
                <a:cs typeface="Nunito"/>
                <a:sym typeface="Nunito"/>
              </a:defRPr>
            </a:lvl2pPr>
            <a:lvl3pPr lvl="2" rtl="0">
              <a:spcBef>
                <a:spcPts val="0"/>
              </a:spcBef>
              <a:spcAft>
                <a:spcPts val="0"/>
              </a:spcAft>
              <a:buSzPts val="2800"/>
              <a:buNone/>
              <a:defRPr>
                <a:latin typeface="Nunito"/>
                <a:ea typeface="Nunito"/>
                <a:cs typeface="Nunito"/>
                <a:sym typeface="Nunito"/>
              </a:defRPr>
            </a:lvl3pPr>
            <a:lvl4pPr lvl="3" rtl="0">
              <a:spcBef>
                <a:spcPts val="0"/>
              </a:spcBef>
              <a:spcAft>
                <a:spcPts val="0"/>
              </a:spcAft>
              <a:buSzPts val="2800"/>
              <a:buNone/>
              <a:defRPr>
                <a:latin typeface="Nunito"/>
                <a:ea typeface="Nunito"/>
                <a:cs typeface="Nunito"/>
                <a:sym typeface="Nunito"/>
              </a:defRPr>
            </a:lvl4pPr>
            <a:lvl5pPr lvl="4" rtl="0">
              <a:spcBef>
                <a:spcPts val="0"/>
              </a:spcBef>
              <a:spcAft>
                <a:spcPts val="0"/>
              </a:spcAft>
              <a:buSzPts val="2800"/>
              <a:buNone/>
              <a:defRPr>
                <a:latin typeface="Nunito"/>
                <a:ea typeface="Nunito"/>
                <a:cs typeface="Nunito"/>
                <a:sym typeface="Nunito"/>
              </a:defRPr>
            </a:lvl5pPr>
            <a:lvl6pPr lvl="5" rtl="0">
              <a:spcBef>
                <a:spcPts val="0"/>
              </a:spcBef>
              <a:spcAft>
                <a:spcPts val="0"/>
              </a:spcAft>
              <a:buSzPts val="2800"/>
              <a:buNone/>
              <a:defRPr>
                <a:latin typeface="Nunito"/>
                <a:ea typeface="Nunito"/>
                <a:cs typeface="Nunito"/>
                <a:sym typeface="Nunito"/>
              </a:defRPr>
            </a:lvl6pPr>
            <a:lvl7pPr lvl="6" rtl="0">
              <a:spcBef>
                <a:spcPts val="0"/>
              </a:spcBef>
              <a:spcAft>
                <a:spcPts val="0"/>
              </a:spcAft>
              <a:buSzPts val="2800"/>
              <a:buNone/>
              <a:defRPr>
                <a:latin typeface="Nunito"/>
                <a:ea typeface="Nunito"/>
                <a:cs typeface="Nunito"/>
                <a:sym typeface="Nunito"/>
              </a:defRPr>
            </a:lvl7pPr>
            <a:lvl8pPr lvl="7" rtl="0">
              <a:spcBef>
                <a:spcPts val="0"/>
              </a:spcBef>
              <a:spcAft>
                <a:spcPts val="0"/>
              </a:spcAft>
              <a:buSzPts val="2800"/>
              <a:buNone/>
              <a:defRPr>
                <a:latin typeface="Nunito"/>
                <a:ea typeface="Nunito"/>
                <a:cs typeface="Nunito"/>
                <a:sym typeface="Nunito"/>
              </a:defRPr>
            </a:lvl8pPr>
            <a:lvl9pPr lvl="8" rtl="0">
              <a:spcBef>
                <a:spcPts val="0"/>
              </a:spcBef>
              <a:spcAft>
                <a:spcPts val="0"/>
              </a:spcAft>
              <a:buSzPts val="2800"/>
              <a:buNone/>
              <a:defRPr>
                <a:latin typeface="Nunito"/>
                <a:ea typeface="Nunito"/>
                <a:cs typeface="Nunito"/>
                <a:sym typeface="Nunito"/>
              </a:defRPr>
            </a:lvl9pPr>
          </a:lstStyle>
          <a:p>
            <a:endParaRPr/>
          </a:p>
        </p:txBody>
      </p:sp>
      <p:sp>
        <p:nvSpPr>
          <p:cNvPr id="1141" name="Google Shape;1141;p19"/>
          <p:cNvSpPr/>
          <p:nvPr/>
        </p:nvSpPr>
        <p:spPr>
          <a:xfrm rot="10800000" flipH="1">
            <a:off x="6921177" y="-7300"/>
            <a:ext cx="2222725" cy="1383500"/>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19"/>
          <p:cNvSpPr/>
          <p:nvPr/>
        </p:nvSpPr>
        <p:spPr>
          <a:xfrm flipH="1">
            <a:off x="-9537" y="2862625"/>
            <a:ext cx="3057427" cy="2280792"/>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19"/>
          <p:cNvSpPr/>
          <p:nvPr/>
        </p:nvSpPr>
        <p:spPr>
          <a:xfrm flipH="1">
            <a:off x="1393802" y="389082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19"/>
          <p:cNvSpPr/>
          <p:nvPr/>
        </p:nvSpPr>
        <p:spPr>
          <a:xfrm flipH="1">
            <a:off x="1464304" y="360514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19"/>
          <p:cNvSpPr/>
          <p:nvPr/>
        </p:nvSpPr>
        <p:spPr>
          <a:xfrm flipH="1">
            <a:off x="1305803" y="453955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19"/>
          <p:cNvSpPr/>
          <p:nvPr/>
        </p:nvSpPr>
        <p:spPr>
          <a:xfrm flipH="1">
            <a:off x="1065551" y="393991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19"/>
          <p:cNvSpPr/>
          <p:nvPr/>
        </p:nvSpPr>
        <p:spPr>
          <a:xfrm flipH="1">
            <a:off x="7842756" y="65593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19"/>
          <p:cNvSpPr/>
          <p:nvPr/>
        </p:nvSpPr>
        <p:spPr>
          <a:xfrm flipH="1">
            <a:off x="8360896" y="779239"/>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19"/>
          <p:cNvSpPr/>
          <p:nvPr/>
        </p:nvSpPr>
        <p:spPr>
          <a:xfrm flipH="1">
            <a:off x="7433738" y="539498"/>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1">
  <p:cSld name="CUSTOM_9">
    <p:spTree>
      <p:nvGrpSpPr>
        <p:cNvPr id="1" name="Shape 1150"/>
        <p:cNvGrpSpPr/>
        <p:nvPr/>
      </p:nvGrpSpPr>
      <p:grpSpPr>
        <a:xfrm>
          <a:off x="0" y="0"/>
          <a:ext cx="0" cy="0"/>
          <a:chOff x="0" y="0"/>
          <a:chExt cx="0" cy="0"/>
        </a:xfrm>
      </p:grpSpPr>
      <p:sp>
        <p:nvSpPr>
          <p:cNvPr id="1151" name="Google Shape;1151;p20"/>
          <p:cNvSpPr txBox="1">
            <a:spLocks noGrp="1"/>
          </p:cNvSpPr>
          <p:nvPr>
            <p:ph type="title"/>
          </p:nvPr>
        </p:nvSpPr>
        <p:spPr>
          <a:xfrm>
            <a:off x="727200" y="1045425"/>
            <a:ext cx="7232400" cy="30525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800"/>
              <a:buNone/>
              <a:defRPr sz="10000"/>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grpSp>
        <p:nvGrpSpPr>
          <p:cNvPr id="1152" name="Google Shape;1152;p20"/>
          <p:cNvGrpSpPr/>
          <p:nvPr/>
        </p:nvGrpSpPr>
        <p:grpSpPr>
          <a:xfrm flipH="1">
            <a:off x="190497" y="142120"/>
            <a:ext cx="2270722" cy="1272963"/>
            <a:chOff x="5158247" y="5768045"/>
            <a:chExt cx="2270722" cy="1272963"/>
          </a:xfrm>
        </p:grpSpPr>
        <p:sp>
          <p:nvSpPr>
            <p:cNvPr id="1153" name="Google Shape;1153;p20"/>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0"/>
            <p:cNvSpPr/>
            <p:nvPr/>
          </p:nvSpPr>
          <p:spPr>
            <a:xfrm>
              <a:off x="54091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0"/>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20"/>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20"/>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20"/>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9" name="Google Shape;1159;p20"/>
          <p:cNvGrpSpPr/>
          <p:nvPr/>
        </p:nvGrpSpPr>
        <p:grpSpPr>
          <a:xfrm>
            <a:off x="7931973" y="328218"/>
            <a:ext cx="589265" cy="994279"/>
            <a:chOff x="3236798" y="7559043"/>
            <a:chExt cx="589265" cy="994279"/>
          </a:xfrm>
        </p:grpSpPr>
        <p:sp>
          <p:nvSpPr>
            <p:cNvPr id="1160" name="Google Shape;1160;p20"/>
            <p:cNvSpPr/>
            <p:nvPr/>
          </p:nvSpPr>
          <p:spPr>
            <a:xfrm>
              <a:off x="3236798" y="784472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20"/>
            <p:cNvSpPr/>
            <p:nvPr/>
          </p:nvSpPr>
          <p:spPr>
            <a:xfrm>
              <a:off x="3367111" y="755904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20"/>
            <p:cNvSpPr/>
            <p:nvPr/>
          </p:nvSpPr>
          <p:spPr>
            <a:xfrm>
              <a:off x="3525935" y="849345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20"/>
            <p:cNvSpPr/>
            <p:nvPr/>
          </p:nvSpPr>
          <p:spPr>
            <a:xfrm>
              <a:off x="3765928" y="789381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4" name="Google Shape;1164;p20"/>
          <p:cNvGrpSpPr/>
          <p:nvPr/>
        </p:nvGrpSpPr>
        <p:grpSpPr>
          <a:xfrm>
            <a:off x="7485508" y="4599423"/>
            <a:ext cx="987293" cy="324364"/>
            <a:chOff x="5694208" y="9209048"/>
            <a:chExt cx="987293" cy="324364"/>
          </a:xfrm>
        </p:grpSpPr>
        <p:sp>
          <p:nvSpPr>
            <p:cNvPr id="1165" name="Google Shape;1165;p20"/>
            <p:cNvSpPr/>
            <p:nvPr/>
          </p:nvSpPr>
          <p:spPr>
            <a:xfrm>
              <a:off x="6064540" y="932548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20"/>
            <p:cNvSpPr/>
            <p:nvPr/>
          </p:nvSpPr>
          <p:spPr>
            <a:xfrm>
              <a:off x="5694208" y="9448789"/>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20"/>
            <p:cNvSpPr/>
            <p:nvPr/>
          </p:nvSpPr>
          <p:spPr>
            <a:xfrm>
              <a:off x="6621626" y="9209048"/>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68" name="Google Shape;1168;p20"/>
          <p:cNvSpPr/>
          <p:nvPr/>
        </p:nvSpPr>
        <p:spPr>
          <a:xfrm rot="-5400000">
            <a:off x="7033096" y="-403711"/>
            <a:ext cx="1707214" cy="2514607"/>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20"/>
          <p:cNvSpPr/>
          <p:nvPr/>
        </p:nvSpPr>
        <p:spPr>
          <a:xfrm>
            <a:off x="6115050" y="3258175"/>
            <a:ext cx="3028907" cy="1885295"/>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20"/>
          <p:cNvSpPr/>
          <p:nvPr/>
        </p:nvSpPr>
        <p:spPr>
          <a:xfrm>
            <a:off x="0" y="0"/>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20"/>
          <p:cNvSpPr/>
          <p:nvPr/>
        </p:nvSpPr>
        <p:spPr>
          <a:xfrm flipH="1">
            <a:off x="34" y="3181350"/>
            <a:ext cx="1332091" cy="1962258"/>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hree columns">
  <p:cSld name="CUSTOM_1">
    <p:spTree>
      <p:nvGrpSpPr>
        <p:cNvPr id="1" name="Shape 1172"/>
        <p:cNvGrpSpPr/>
        <p:nvPr/>
      </p:nvGrpSpPr>
      <p:grpSpPr>
        <a:xfrm>
          <a:off x="0" y="0"/>
          <a:ext cx="0" cy="0"/>
          <a:chOff x="0" y="0"/>
          <a:chExt cx="0" cy="0"/>
        </a:xfrm>
      </p:grpSpPr>
      <p:sp>
        <p:nvSpPr>
          <p:cNvPr id="1173" name="Google Shape;1173;p21"/>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1174" name="Google Shape;1174;p21"/>
          <p:cNvSpPr txBox="1">
            <a:spLocks noGrp="1"/>
          </p:cNvSpPr>
          <p:nvPr>
            <p:ph type="subTitle" idx="1"/>
          </p:nvPr>
        </p:nvSpPr>
        <p:spPr>
          <a:xfrm>
            <a:off x="1390038" y="2667000"/>
            <a:ext cx="1228800" cy="342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175" name="Google Shape;1175;p21"/>
          <p:cNvSpPr txBox="1">
            <a:spLocks noGrp="1"/>
          </p:cNvSpPr>
          <p:nvPr>
            <p:ph type="subTitle" idx="2"/>
          </p:nvPr>
        </p:nvSpPr>
        <p:spPr>
          <a:xfrm>
            <a:off x="902538" y="3048000"/>
            <a:ext cx="2203800" cy="52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176" name="Google Shape;1176;p21"/>
          <p:cNvSpPr txBox="1">
            <a:spLocks noGrp="1"/>
          </p:cNvSpPr>
          <p:nvPr>
            <p:ph type="subTitle" idx="3"/>
          </p:nvPr>
        </p:nvSpPr>
        <p:spPr>
          <a:xfrm>
            <a:off x="3960234" y="2667000"/>
            <a:ext cx="1228800" cy="342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a:latin typeface="Nunito ExtraBold"/>
                <a:ea typeface="Nunito ExtraBold"/>
                <a:cs typeface="Nunito ExtraBold"/>
                <a:sym typeface="Nunito ExtraBold"/>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177" name="Google Shape;1177;p21"/>
          <p:cNvSpPr txBox="1">
            <a:spLocks noGrp="1"/>
          </p:cNvSpPr>
          <p:nvPr>
            <p:ph type="subTitle" idx="4"/>
          </p:nvPr>
        </p:nvSpPr>
        <p:spPr>
          <a:xfrm>
            <a:off x="3473607" y="3048000"/>
            <a:ext cx="2203800" cy="52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178" name="Google Shape;1178;p21"/>
          <p:cNvSpPr txBox="1">
            <a:spLocks noGrp="1"/>
          </p:cNvSpPr>
          <p:nvPr>
            <p:ph type="subTitle" idx="5"/>
          </p:nvPr>
        </p:nvSpPr>
        <p:spPr>
          <a:xfrm>
            <a:off x="6532176" y="2667000"/>
            <a:ext cx="1228800" cy="342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179" name="Google Shape;1179;p21"/>
          <p:cNvSpPr txBox="1">
            <a:spLocks noGrp="1"/>
          </p:cNvSpPr>
          <p:nvPr>
            <p:ph type="subTitle" idx="6"/>
          </p:nvPr>
        </p:nvSpPr>
        <p:spPr>
          <a:xfrm>
            <a:off x="6044676" y="3048000"/>
            <a:ext cx="2203800" cy="52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180" name="Google Shape;1180;p21"/>
          <p:cNvSpPr/>
          <p:nvPr/>
        </p:nvSpPr>
        <p:spPr>
          <a:xfrm rot="10800000">
            <a:off x="2589475" y="4257675"/>
            <a:ext cx="6545012" cy="885830"/>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1"/>
          <p:cNvSpPr/>
          <p:nvPr/>
        </p:nvSpPr>
        <p:spPr>
          <a:xfrm>
            <a:off x="165448" y="4340337"/>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21"/>
          <p:cNvSpPr/>
          <p:nvPr/>
        </p:nvSpPr>
        <p:spPr>
          <a:xfrm>
            <a:off x="295761" y="4054656"/>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21"/>
          <p:cNvSpPr/>
          <p:nvPr/>
        </p:nvSpPr>
        <p:spPr>
          <a:xfrm>
            <a:off x="454585" y="4989064"/>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21"/>
          <p:cNvSpPr/>
          <p:nvPr/>
        </p:nvSpPr>
        <p:spPr>
          <a:xfrm>
            <a:off x="694578" y="4389432"/>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21"/>
          <p:cNvSpPr/>
          <p:nvPr/>
        </p:nvSpPr>
        <p:spPr>
          <a:xfrm flipH="1">
            <a:off x="6695531" y="76929"/>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21"/>
          <p:cNvSpPr/>
          <p:nvPr/>
        </p:nvSpPr>
        <p:spPr>
          <a:xfrm flipH="1">
            <a:off x="8343646" y="8399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21"/>
          <p:cNvSpPr/>
          <p:nvPr/>
        </p:nvSpPr>
        <p:spPr>
          <a:xfrm flipH="1">
            <a:off x="7100763" y="22996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21"/>
          <p:cNvSpPr/>
          <p:nvPr/>
        </p:nvSpPr>
        <p:spPr>
          <a:xfrm flipH="1">
            <a:off x="7257663" y="59872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21"/>
          <p:cNvSpPr/>
          <p:nvPr/>
        </p:nvSpPr>
        <p:spPr>
          <a:xfrm flipH="1">
            <a:off x="7356418" y="18267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21"/>
          <p:cNvSpPr/>
          <p:nvPr/>
        </p:nvSpPr>
        <p:spPr>
          <a:xfrm flipH="1">
            <a:off x="9006485" y="29211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21"/>
          <p:cNvSpPr/>
          <p:nvPr/>
        </p:nvSpPr>
        <p:spPr>
          <a:xfrm>
            <a:off x="2594" y="0"/>
            <a:ext cx="3533375" cy="478181"/>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hree columns 2">
  <p:cSld name="CUSTOM_1_3">
    <p:spTree>
      <p:nvGrpSpPr>
        <p:cNvPr id="1" name="Shape 1192"/>
        <p:cNvGrpSpPr/>
        <p:nvPr/>
      </p:nvGrpSpPr>
      <p:grpSpPr>
        <a:xfrm>
          <a:off x="0" y="0"/>
          <a:ext cx="0" cy="0"/>
          <a:chOff x="0" y="0"/>
          <a:chExt cx="0" cy="0"/>
        </a:xfrm>
      </p:grpSpPr>
      <p:sp>
        <p:nvSpPr>
          <p:cNvPr id="1193" name="Google Shape;1193;p22"/>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1194" name="Google Shape;1194;p22"/>
          <p:cNvSpPr txBox="1">
            <a:spLocks noGrp="1"/>
          </p:cNvSpPr>
          <p:nvPr>
            <p:ph type="subTitle" idx="1"/>
          </p:nvPr>
        </p:nvSpPr>
        <p:spPr>
          <a:xfrm>
            <a:off x="4725401" y="1214775"/>
            <a:ext cx="2706000" cy="365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195" name="Google Shape;1195;p22"/>
          <p:cNvSpPr txBox="1">
            <a:spLocks noGrp="1"/>
          </p:cNvSpPr>
          <p:nvPr>
            <p:ph type="subTitle" idx="2"/>
          </p:nvPr>
        </p:nvSpPr>
        <p:spPr>
          <a:xfrm>
            <a:off x="4725583" y="1583722"/>
            <a:ext cx="2705400" cy="548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196" name="Google Shape;1196;p22"/>
          <p:cNvSpPr txBox="1">
            <a:spLocks noGrp="1"/>
          </p:cNvSpPr>
          <p:nvPr>
            <p:ph type="subTitle" idx="3"/>
          </p:nvPr>
        </p:nvSpPr>
        <p:spPr>
          <a:xfrm>
            <a:off x="4725401" y="3397278"/>
            <a:ext cx="2706000" cy="365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197" name="Google Shape;1197;p22"/>
          <p:cNvSpPr txBox="1">
            <a:spLocks noGrp="1"/>
          </p:cNvSpPr>
          <p:nvPr>
            <p:ph type="subTitle" idx="4"/>
          </p:nvPr>
        </p:nvSpPr>
        <p:spPr>
          <a:xfrm>
            <a:off x="4725583" y="3766225"/>
            <a:ext cx="2705700" cy="548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198" name="Google Shape;1198;p22"/>
          <p:cNvSpPr txBox="1">
            <a:spLocks noGrp="1"/>
          </p:cNvSpPr>
          <p:nvPr>
            <p:ph type="subTitle" idx="5"/>
          </p:nvPr>
        </p:nvSpPr>
        <p:spPr>
          <a:xfrm>
            <a:off x="4725574" y="2306026"/>
            <a:ext cx="2706000" cy="365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199" name="Google Shape;1199;p22"/>
          <p:cNvSpPr txBox="1">
            <a:spLocks noGrp="1"/>
          </p:cNvSpPr>
          <p:nvPr>
            <p:ph type="subTitle" idx="6"/>
          </p:nvPr>
        </p:nvSpPr>
        <p:spPr>
          <a:xfrm>
            <a:off x="4725756" y="2674974"/>
            <a:ext cx="2705700" cy="548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00" name="Google Shape;1200;p22"/>
          <p:cNvSpPr/>
          <p:nvPr/>
        </p:nvSpPr>
        <p:spPr>
          <a:xfrm rot="10800000">
            <a:off x="2589475" y="4257675"/>
            <a:ext cx="6545012" cy="885830"/>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22"/>
          <p:cNvSpPr/>
          <p:nvPr/>
        </p:nvSpPr>
        <p:spPr>
          <a:xfrm>
            <a:off x="165448" y="4340337"/>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22"/>
          <p:cNvSpPr/>
          <p:nvPr/>
        </p:nvSpPr>
        <p:spPr>
          <a:xfrm>
            <a:off x="295761" y="4054656"/>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2"/>
          <p:cNvSpPr/>
          <p:nvPr/>
        </p:nvSpPr>
        <p:spPr>
          <a:xfrm>
            <a:off x="454585" y="4989064"/>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2"/>
          <p:cNvSpPr/>
          <p:nvPr/>
        </p:nvSpPr>
        <p:spPr>
          <a:xfrm>
            <a:off x="694578" y="4389432"/>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2"/>
          <p:cNvSpPr/>
          <p:nvPr/>
        </p:nvSpPr>
        <p:spPr>
          <a:xfrm flipH="1">
            <a:off x="6695531" y="76929"/>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2"/>
          <p:cNvSpPr/>
          <p:nvPr/>
        </p:nvSpPr>
        <p:spPr>
          <a:xfrm flipH="1">
            <a:off x="8343646" y="8399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22"/>
          <p:cNvSpPr/>
          <p:nvPr/>
        </p:nvSpPr>
        <p:spPr>
          <a:xfrm flipH="1">
            <a:off x="7100763" y="22996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22"/>
          <p:cNvSpPr/>
          <p:nvPr/>
        </p:nvSpPr>
        <p:spPr>
          <a:xfrm flipH="1">
            <a:off x="7257663" y="59872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2"/>
          <p:cNvSpPr/>
          <p:nvPr/>
        </p:nvSpPr>
        <p:spPr>
          <a:xfrm flipH="1">
            <a:off x="7356418" y="18267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2"/>
          <p:cNvSpPr/>
          <p:nvPr/>
        </p:nvSpPr>
        <p:spPr>
          <a:xfrm flipH="1">
            <a:off x="9006485" y="29211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2"/>
          <p:cNvSpPr/>
          <p:nvPr/>
        </p:nvSpPr>
        <p:spPr>
          <a:xfrm>
            <a:off x="2594" y="0"/>
            <a:ext cx="3533375" cy="478181"/>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hree columns 3">
  <p:cSld name="CUSTOM_1_3_1">
    <p:spTree>
      <p:nvGrpSpPr>
        <p:cNvPr id="1" name="Shape 1212"/>
        <p:cNvGrpSpPr/>
        <p:nvPr/>
      </p:nvGrpSpPr>
      <p:grpSpPr>
        <a:xfrm>
          <a:off x="0" y="0"/>
          <a:ext cx="0" cy="0"/>
          <a:chOff x="0" y="0"/>
          <a:chExt cx="0" cy="0"/>
        </a:xfrm>
      </p:grpSpPr>
      <p:sp>
        <p:nvSpPr>
          <p:cNvPr id="1213" name="Google Shape;1213;p23"/>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1214" name="Google Shape;1214;p23"/>
          <p:cNvSpPr txBox="1">
            <a:spLocks noGrp="1"/>
          </p:cNvSpPr>
          <p:nvPr>
            <p:ph type="subTitle" idx="1"/>
          </p:nvPr>
        </p:nvSpPr>
        <p:spPr>
          <a:xfrm>
            <a:off x="713227" y="2090259"/>
            <a:ext cx="2370000" cy="365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15" name="Google Shape;1215;p23"/>
          <p:cNvSpPr txBox="1">
            <a:spLocks noGrp="1"/>
          </p:cNvSpPr>
          <p:nvPr>
            <p:ph type="subTitle" idx="2"/>
          </p:nvPr>
        </p:nvSpPr>
        <p:spPr>
          <a:xfrm>
            <a:off x="713677" y="2459206"/>
            <a:ext cx="2369100" cy="73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16" name="Google Shape;1216;p23"/>
          <p:cNvSpPr txBox="1">
            <a:spLocks noGrp="1"/>
          </p:cNvSpPr>
          <p:nvPr>
            <p:ph type="subTitle" idx="3"/>
          </p:nvPr>
        </p:nvSpPr>
        <p:spPr>
          <a:xfrm>
            <a:off x="3387002" y="3064528"/>
            <a:ext cx="2370000" cy="365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17" name="Google Shape;1217;p23"/>
          <p:cNvSpPr txBox="1">
            <a:spLocks noGrp="1"/>
          </p:cNvSpPr>
          <p:nvPr>
            <p:ph type="subTitle" idx="4"/>
          </p:nvPr>
        </p:nvSpPr>
        <p:spPr>
          <a:xfrm>
            <a:off x="3387302" y="3433475"/>
            <a:ext cx="2369400" cy="73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18" name="Google Shape;1218;p23"/>
          <p:cNvSpPr txBox="1">
            <a:spLocks noGrp="1"/>
          </p:cNvSpPr>
          <p:nvPr>
            <p:ph type="subTitle" idx="5"/>
          </p:nvPr>
        </p:nvSpPr>
        <p:spPr>
          <a:xfrm>
            <a:off x="6060773" y="2153360"/>
            <a:ext cx="2370000" cy="365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19" name="Google Shape;1219;p23"/>
          <p:cNvSpPr txBox="1">
            <a:spLocks noGrp="1"/>
          </p:cNvSpPr>
          <p:nvPr>
            <p:ph type="subTitle" idx="6"/>
          </p:nvPr>
        </p:nvSpPr>
        <p:spPr>
          <a:xfrm>
            <a:off x="6061073" y="2522307"/>
            <a:ext cx="2369400" cy="73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20" name="Google Shape;1220;p23"/>
          <p:cNvSpPr/>
          <p:nvPr/>
        </p:nvSpPr>
        <p:spPr>
          <a:xfrm rot="10800000">
            <a:off x="2589475" y="4257675"/>
            <a:ext cx="6545012" cy="885830"/>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3"/>
          <p:cNvSpPr/>
          <p:nvPr/>
        </p:nvSpPr>
        <p:spPr>
          <a:xfrm>
            <a:off x="165448" y="4340337"/>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3"/>
          <p:cNvSpPr/>
          <p:nvPr/>
        </p:nvSpPr>
        <p:spPr>
          <a:xfrm>
            <a:off x="295761" y="4054656"/>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3"/>
          <p:cNvSpPr/>
          <p:nvPr/>
        </p:nvSpPr>
        <p:spPr>
          <a:xfrm>
            <a:off x="454585" y="4989064"/>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3"/>
          <p:cNvSpPr/>
          <p:nvPr/>
        </p:nvSpPr>
        <p:spPr>
          <a:xfrm>
            <a:off x="694578" y="4389432"/>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3"/>
          <p:cNvSpPr/>
          <p:nvPr/>
        </p:nvSpPr>
        <p:spPr>
          <a:xfrm flipH="1">
            <a:off x="6695531" y="76929"/>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3"/>
          <p:cNvSpPr/>
          <p:nvPr/>
        </p:nvSpPr>
        <p:spPr>
          <a:xfrm flipH="1">
            <a:off x="8343646" y="8399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3"/>
          <p:cNvSpPr/>
          <p:nvPr/>
        </p:nvSpPr>
        <p:spPr>
          <a:xfrm flipH="1">
            <a:off x="7100763" y="22996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3"/>
          <p:cNvSpPr/>
          <p:nvPr/>
        </p:nvSpPr>
        <p:spPr>
          <a:xfrm flipH="1">
            <a:off x="7257663" y="59872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3"/>
          <p:cNvSpPr/>
          <p:nvPr/>
        </p:nvSpPr>
        <p:spPr>
          <a:xfrm flipH="1">
            <a:off x="7356418" y="18267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3"/>
          <p:cNvSpPr/>
          <p:nvPr/>
        </p:nvSpPr>
        <p:spPr>
          <a:xfrm flipH="1">
            <a:off x="9006485" y="29211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3"/>
          <p:cNvSpPr/>
          <p:nvPr/>
        </p:nvSpPr>
        <p:spPr>
          <a:xfrm>
            <a:off x="2594" y="0"/>
            <a:ext cx="3533375" cy="478181"/>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hree columns 1">
  <p:cSld name="CUSTOM_1_2">
    <p:spTree>
      <p:nvGrpSpPr>
        <p:cNvPr id="1" name="Shape 1232"/>
        <p:cNvGrpSpPr/>
        <p:nvPr/>
      </p:nvGrpSpPr>
      <p:grpSpPr>
        <a:xfrm>
          <a:off x="0" y="0"/>
          <a:ext cx="0" cy="0"/>
          <a:chOff x="0" y="0"/>
          <a:chExt cx="0" cy="0"/>
        </a:xfrm>
      </p:grpSpPr>
      <p:sp>
        <p:nvSpPr>
          <p:cNvPr id="1233" name="Google Shape;1233;p24"/>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1234" name="Google Shape;1234;p24"/>
          <p:cNvSpPr txBox="1">
            <a:spLocks noGrp="1"/>
          </p:cNvSpPr>
          <p:nvPr>
            <p:ph type="subTitle" idx="1"/>
          </p:nvPr>
        </p:nvSpPr>
        <p:spPr>
          <a:xfrm>
            <a:off x="1658373" y="1112566"/>
            <a:ext cx="3136500" cy="342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35" name="Google Shape;1235;p24"/>
          <p:cNvSpPr txBox="1">
            <a:spLocks noGrp="1"/>
          </p:cNvSpPr>
          <p:nvPr>
            <p:ph type="subTitle" idx="2"/>
          </p:nvPr>
        </p:nvSpPr>
        <p:spPr>
          <a:xfrm>
            <a:off x="1658373" y="1457400"/>
            <a:ext cx="3136200" cy="525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36" name="Google Shape;1236;p24"/>
          <p:cNvSpPr txBox="1">
            <a:spLocks noGrp="1"/>
          </p:cNvSpPr>
          <p:nvPr>
            <p:ph type="subTitle" idx="3"/>
          </p:nvPr>
        </p:nvSpPr>
        <p:spPr>
          <a:xfrm>
            <a:off x="1658373" y="2310366"/>
            <a:ext cx="3136500" cy="342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37" name="Google Shape;1237;p24"/>
          <p:cNvSpPr txBox="1">
            <a:spLocks noGrp="1"/>
          </p:cNvSpPr>
          <p:nvPr>
            <p:ph type="subTitle" idx="4"/>
          </p:nvPr>
        </p:nvSpPr>
        <p:spPr>
          <a:xfrm>
            <a:off x="1658373" y="2655200"/>
            <a:ext cx="3136200" cy="525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38" name="Google Shape;1238;p24"/>
          <p:cNvSpPr txBox="1">
            <a:spLocks noGrp="1"/>
          </p:cNvSpPr>
          <p:nvPr>
            <p:ph type="subTitle" idx="5"/>
          </p:nvPr>
        </p:nvSpPr>
        <p:spPr>
          <a:xfrm>
            <a:off x="1658373" y="3504705"/>
            <a:ext cx="3136500" cy="342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39" name="Google Shape;1239;p24"/>
          <p:cNvSpPr txBox="1">
            <a:spLocks noGrp="1"/>
          </p:cNvSpPr>
          <p:nvPr>
            <p:ph type="subTitle" idx="6"/>
          </p:nvPr>
        </p:nvSpPr>
        <p:spPr>
          <a:xfrm>
            <a:off x="1658373" y="3849539"/>
            <a:ext cx="3136200" cy="525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40" name="Google Shape;1240;p24"/>
          <p:cNvSpPr/>
          <p:nvPr/>
        </p:nvSpPr>
        <p:spPr>
          <a:xfrm rot="10800000">
            <a:off x="2589475" y="4257675"/>
            <a:ext cx="6545012" cy="885830"/>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4"/>
          <p:cNvSpPr/>
          <p:nvPr/>
        </p:nvSpPr>
        <p:spPr>
          <a:xfrm>
            <a:off x="165448" y="4340337"/>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4"/>
          <p:cNvSpPr/>
          <p:nvPr/>
        </p:nvSpPr>
        <p:spPr>
          <a:xfrm>
            <a:off x="295761" y="4054656"/>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4"/>
          <p:cNvSpPr/>
          <p:nvPr/>
        </p:nvSpPr>
        <p:spPr>
          <a:xfrm>
            <a:off x="454585" y="4989064"/>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4"/>
          <p:cNvSpPr/>
          <p:nvPr/>
        </p:nvSpPr>
        <p:spPr>
          <a:xfrm>
            <a:off x="694578" y="4389432"/>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4"/>
          <p:cNvSpPr/>
          <p:nvPr/>
        </p:nvSpPr>
        <p:spPr>
          <a:xfrm flipH="1">
            <a:off x="6695531" y="76929"/>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4"/>
          <p:cNvSpPr/>
          <p:nvPr/>
        </p:nvSpPr>
        <p:spPr>
          <a:xfrm flipH="1">
            <a:off x="8343646" y="8399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4"/>
          <p:cNvSpPr/>
          <p:nvPr/>
        </p:nvSpPr>
        <p:spPr>
          <a:xfrm flipH="1">
            <a:off x="7100763" y="22996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4"/>
          <p:cNvSpPr/>
          <p:nvPr/>
        </p:nvSpPr>
        <p:spPr>
          <a:xfrm flipH="1">
            <a:off x="7257663" y="59872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4"/>
          <p:cNvSpPr/>
          <p:nvPr/>
        </p:nvSpPr>
        <p:spPr>
          <a:xfrm flipH="1">
            <a:off x="7356418" y="18267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4"/>
          <p:cNvSpPr/>
          <p:nvPr/>
        </p:nvSpPr>
        <p:spPr>
          <a:xfrm flipH="1">
            <a:off x="9006485" y="29211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4"/>
          <p:cNvSpPr/>
          <p:nvPr/>
        </p:nvSpPr>
        <p:spPr>
          <a:xfrm>
            <a:off x="2594" y="0"/>
            <a:ext cx="3533375" cy="478181"/>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1">
  <p:cSld name="CUSTOM_1_1">
    <p:spTree>
      <p:nvGrpSpPr>
        <p:cNvPr id="1" name="Shape 1252"/>
        <p:cNvGrpSpPr/>
        <p:nvPr/>
      </p:nvGrpSpPr>
      <p:grpSpPr>
        <a:xfrm>
          <a:off x="0" y="0"/>
          <a:ext cx="0" cy="0"/>
          <a:chOff x="0" y="0"/>
          <a:chExt cx="0" cy="0"/>
        </a:xfrm>
      </p:grpSpPr>
      <p:sp>
        <p:nvSpPr>
          <p:cNvPr id="1253" name="Google Shape;1253;p25"/>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1254" name="Google Shape;1254;p25"/>
          <p:cNvSpPr/>
          <p:nvPr/>
        </p:nvSpPr>
        <p:spPr>
          <a:xfrm flipH="1">
            <a:off x="4456895" y="0"/>
            <a:ext cx="4687105" cy="634373"/>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55" name="Google Shape;1255;p25"/>
          <p:cNvGrpSpPr/>
          <p:nvPr/>
        </p:nvGrpSpPr>
        <p:grpSpPr>
          <a:xfrm>
            <a:off x="7561808" y="539498"/>
            <a:ext cx="987293" cy="324364"/>
            <a:chOff x="5694208" y="9209048"/>
            <a:chExt cx="987293" cy="324364"/>
          </a:xfrm>
        </p:grpSpPr>
        <p:sp>
          <p:nvSpPr>
            <p:cNvPr id="1256" name="Google Shape;1256;p25"/>
            <p:cNvSpPr/>
            <p:nvPr/>
          </p:nvSpPr>
          <p:spPr>
            <a:xfrm>
              <a:off x="6064540" y="932548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5"/>
            <p:cNvSpPr/>
            <p:nvPr/>
          </p:nvSpPr>
          <p:spPr>
            <a:xfrm>
              <a:off x="5694208" y="9448789"/>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5"/>
            <p:cNvSpPr/>
            <p:nvPr/>
          </p:nvSpPr>
          <p:spPr>
            <a:xfrm>
              <a:off x="6621626" y="9209048"/>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9" name="Google Shape;1259;p25"/>
          <p:cNvGrpSpPr/>
          <p:nvPr/>
        </p:nvGrpSpPr>
        <p:grpSpPr>
          <a:xfrm>
            <a:off x="713223" y="634368"/>
            <a:ext cx="589265" cy="994279"/>
            <a:chOff x="3236798" y="7559043"/>
            <a:chExt cx="589265" cy="994279"/>
          </a:xfrm>
        </p:grpSpPr>
        <p:sp>
          <p:nvSpPr>
            <p:cNvPr id="1260" name="Google Shape;1260;p25"/>
            <p:cNvSpPr/>
            <p:nvPr/>
          </p:nvSpPr>
          <p:spPr>
            <a:xfrm>
              <a:off x="3236798" y="784472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5"/>
            <p:cNvSpPr/>
            <p:nvPr/>
          </p:nvSpPr>
          <p:spPr>
            <a:xfrm>
              <a:off x="3367111" y="755904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5"/>
            <p:cNvSpPr/>
            <p:nvPr/>
          </p:nvSpPr>
          <p:spPr>
            <a:xfrm>
              <a:off x="3525935" y="849345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5"/>
            <p:cNvSpPr/>
            <p:nvPr/>
          </p:nvSpPr>
          <p:spPr>
            <a:xfrm>
              <a:off x="3765928" y="789381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64" name="Google Shape;1264;p25"/>
          <p:cNvSpPr/>
          <p:nvPr/>
        </p:nvSpPr>
        <p:spPr>
          <a:xfrm rot="10800000">
            <a:off x="44" y="70"/>
            <a:ext cx="2238331" cy="3296905"/>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2">
  <p:cSld name="CUSTOM_1_1_1_1_3">
    <p:spTree>
      <p:nvGrpSpPr>
        <p:cNvPr id="1" name="Shape 1265"/>
        <p:cNvGrpSpPr/>
        <p:nvPr/>
      </p:nvGrpSpPr>
      <p:grpSpPr>
        <a:xfrm>
          <a:off x="0" y="0"/>
          <a:ext cx="0" cy="0"/>
          <a:chOff x="0" y="0"/>
          <a:chExt cx="0" cy="0"/>
        </a:xfrm>
      </p:grpSpPr>
      <p:sp>
        <p:nvSpPr>
          <p:cNvPr id="1266" name="Google Shape;1266;p26"/>
          <p:cNvSpPr/>
          <p:nvPr/>
        </p:nvSpPr>
        <p:spPr>
          <a:xfrm>
            <a:off x="6531425" y="3186075"/>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6"/>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grpSp>
        <p:nvGrpSpPr>
          <p:cNvPr id="1268" name="Google Shape;1268;p26"/>
          <p:cNvGrpSpPr/>
          <p:nvPr/>
        </p:nvGrpSpPr>
        <p:grpSpPr>
          <a:xfrm>
            <a:off x="215138" y="4345425"/>
            <a:ext cx="996175" cy="685800"/>
            <a:chOff x="1379925" y="685000"/>
            <a:chExt cx="996175" cy="685800"/>
          </a:xfrm>
        </p:grpSpPr>
        <p:sp>
          <p:nvSpPr>
            <p:cNvPr id="1269" name="Google Shape;1269;p26"/>
            <p:cNvSpPr/>
            <p:nvPr/>
          </p:nvSpPr>
          <p:spPr>
            <a:xfrm>
              <a:off x="1379925" y="685000"/>
              <a:ext cx="996175" cy="685800"/>
            </a:xfrm>
            <a:custGeom>
              <a:avLst/>
              <a:gdLst/>
              <a:ahLst/>
              <a:cxnLst/>
              <a:rect l="l" t="t" r="r" b="b"/>
              <a:pathLst>
                <a:path w="39847" h="27432" extrusionOk="0">
                  <a:moveTo>
                    <a:pt x="7049" y="1"/>
                  </a:moveTo>
                  <a:cubicBezTo>
                    <a:pt x="6004" y="1"/>
                    <a:pt x="5047" y="612"/>
                    <a:pt x="4594" y="1668"/>
                  </a:cubicBezTo>
                  <a:lnTo>
                    <a:pt x="614" y="11370"/>
                  </a:lnTo>
                  <a:cubicBezTo>
                    <a:pt x="1" y="12800"/>
                    <a:pt x="712" y="14435"/>
                    <a:pt x="2044" y="14950"/>
                  </a:cubicBezTo>
                  <a:lnTo>
                    <a:pt x="31673" y="27210"/>
                  </a:lnTo>
                  <a:cubicBezTo>
                    <a:pt x="32026" y="27361"/>
                    <a:pt x="32384" y="27431"/>
                    <a:pt x="32734" y="27431"/>
                  </a:cubicBezTo>
                  <a:cubicBezTo>
                    <a:pt x="33802" y="27431"/>
                    <a:pt x="34783" y="26777"/>
                    <a:pt x="35245" y="25779"/>
                  </a:cubicBezTo>
                  <a:lnTo>
                    <a:pt x="39233" y="15971"/>
                  </a:lnTo>
                  <a:cubicBezTo>
                    <a:pt x="39846" y="14639"/>
                    <a:pt x="39127" y="13004"/>
                    <a:pt x="37803" y="12391"/>
                  </a:cubicBezTo>
                  <a:lnTo>
                    <a:pt x="8174" y="238"/>
                  </a:lnTo>
                  <a:cubicBezTo>
                    <a:pt x="7800" y="77"/>
                    <a:pt x="7419" y="1"/>
                    <a:pt x="7049" y="1"/>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6"/>
            <p:cNvSpPr/>
            <p:nvPr/>
          </p:nvSpPr>
          <p:spPr>
            <a:xfrm>
              <a:off x="1530525" y="760450"/>
              <a:ext cx="132850" cy="129725"/>
            </a:xfrm>
            <a:custGeom>
              <a:avLst/>
              <a:gdLst/>
              <a:ahLst/>
              <a:cxnLst/>
              <a:rect l="l" t="t" r="r" b="b"/>
              <a:pathLst>
                <a:path w="5314" h="5189" extrusionOk="0">
                  <a:moveTo>
                    <a:pt x="2604" y="0"/>
                  </a:moveTo>
                  <a:cubicBezTo>
                    <a:pt x="2144" y="0"/>
                    <a:pt x="1672" y="125"/>
                    <a:pt x="1227" y="383"/>
                  </a:cubicBezTo>
                  <a:cubicBezTo>
                    <a:pt x="1227" y="383"/>
                    <a:pt x="1129" y="383"/>
                    <a:pt x="1129" y="489"/>
                  </a:cubicBezTo>
                  <a:lnTo>
                    <a:pt x="924" y="489"/>
                  </a:lnTo>
                  <a:lnTo>
                    <a:pt x="924" y="587"/>
                  </a:lnTo>
                  <a:lnTo>
                    <a:pt x="818" y="587"/>
                  </a:lnTo>
                  <a:lnTo>
                    <a:pt x="818" y="693"/>
                  </a:lnTo>
                  <a:cubicBezTo>
                    <a:pt x="614" y="791"/>
                    <a:pt x="516" y="996"/>
                    <a:pt x="409" y="1200"/>
                  </a:cubicBezTo>
                  <a:lnTo>
                    <a:pt x="311" y="1200"/>
                  </a:lnTo>
                  <a:lnTo>
                    <a:pt x="311" y="1404"/>
                  </a:lnTo>
                  <a:lnTo>
                    <a:pt x="205" y="1404"/>
                  </a:lnTo>
                  <a:lnTo>
                    <a:pt x="205" y="1609"/>
                  </a:lnTo>
                  <a:lnTo>
                    <a:pt x="107" y="1609"/>
                  </a:lnTo>
                  <a:lnTo>
                    <a:pt x="107" y="1813"/>
                  </a:lnTo>
                  <a:lnTo>
                    <a:pt x="1" y="1919"/>
                  </a:lnTo>
                  <a:lnTo>
                    <a:pt x="1" y="2124"/>
                  </a:lnTo>
                  <a:lnTo>
                    <a:pt x="1" y="2328"/>
                  </a:lnTo>
                  <a:lnTo>
                    <a:pt x="1" y="2630"/>
                  </a:lnTo>
                  <a:lnTo>
                    <a:pt x="1" y="2835"/>
                  </a:lnTo>
                  <a:lnTo>
                    <a:pt x="1" y="2941"/>
                  </a:lnTo>
                  <a:lnTo>
                    <a:pt x="1" y="3039"/>
                  </a:lnTo>
                  <a:lnTo>
                    <a:pt x="1" y="3145"/>
                  </a:lnTo>
                  <a:cubicBezTo>
                    <a:pt x="1" y="3243"/>
                    <a:pt x="1" y="3243"/>
                    <a:pt x="107" y="3350"/>
                  </a:cubicBezTo>
                  <a:lnTo>
                    <a:pt x="107" y="3554"/>
                  </a:lnTo>
                  <a:lnTo>
                    <a:pt x="205" y="3652"/>
                  </a:lnTo>
                  <a:lnTo>
                    <a:pt x="205" y="3758"/>
                  </a:lnTo>
                  <a:cubicBezTo>
                    <a:pt x="311" y="3758"/>
                    <a:pt x="311" y="3856"/>
                    <a:pt x="311" y="3856"/>
                  </a:cubicBezTo>
                  <a:cubicBezTo>
                    <a:pt x="311" y="3963"/>
                    <a:pt x="409" y="3963"/>
                    <a:pt x="409" y="4061"/>
                  </a:cubicBezTo>
                  <a:cubicBezTo>
                    <a:pt x="614" y="4469"/>
                    <a:pt x="1022" y="4674"/>
                    <a:pt x="1333" y="4878"/>
                  </a:cubicBezTo>
                  <a:cubicBezTo>
                    <a:pt x="1431" y="4984"/>
                    <a:pt x="1537" y="4984"/>
                    <a:pt x="1635" y="4984"/>
                  </a:cubicBezTo>
                  <a:cubicBezTo>
                    <a:pt x="1635" y="5082"/>
                    <a:pt x="1742" y="5082"/>
                    <a:pt x="1840" y="5082"/>
                  </a:cubicBezTo>
                  <a:cubicBezTo>
                    <a:pt x="1946" y="5082"/>
                    <a:pt x="1946" y="5082"/>
                    <a:pt x="2044" y="5189"/>
                  </a:cubicBezTo>
                  <a:lnTo>
                    <a:pt x="2559" y="5189"/>
                  </a:lnTo>
                  <a:cubicBezTo>
                    <a:pt x="2968" y="5189"/>
                    <a:pt x="3376" y="5082"/>
                    <a:pt x="3679" y="4878"/>
                  </a:cubicBezTo>
                  <a:lnTo>
                    <a:pt x="3883" y="4878"/>
                  </a:lnTo>
                  <a:lnTo>
                    <a:pt x="3883" y="4780"/>
                  </a:lnTo>
                  <a:lnTo>
                    <a:pt x="3989" y="4780"/>
                  </a:lnTo>
                  <a:cubicBezTo>
                    <a:pt x="4087" y="4674"/>
                    <a:pt x="4087" y="4674"/>
                    <a:pt x="4194" y="4674"/>
                  </a:cubicBezTo>
                  <a:lnTo>
                    <a:pt x="4194" y="4576"/>
                  </a:lnTo>
                  <a:lnTo>
                    <a:pt x="4292" y="4576"/>
                  </a:lnTo>
                  <a:cubicBezTo>
                    <a:pt x="4292" y="4469"/>
                    <a:pt x="4398" y="4469"/>
                    <a:pt x="4398" y="4469"/>
                  </a:cubicBezTo>
                  <a:cubicBezTo>
                    <a:pt x="4398" y="4371"/>
                    <a:pt x="4398" y="4371"/>
                    <a:pt x="4496" y="4371"/>
                  </a:cubicBezTo>
                  <a:cubicBezTo>
                    <a:pt x="4496" y="4371"/>
                    <a:pt x="4496" y="4265"/>
                    <a:pt x="4602" y="4265"/>
                  </a:cubicBezTo>
                  <a:lnTo>
                    <a:pt x="4602" y="4167"/>
                  </a:lnTo>
                  <a:cubicBezTo>
                    <a:pt x="4700" y="4167"/>
                    <a:pt x="4700" y="4061"/>
                    <a:pt x="4700" y="4061"/>
                  </a:cubicBezTo>
                  <a:cubicBezTo>
                    <a:pt x="4700" y="3963"/>
                    <a:pt x="4807" y="3963"/>
                    <a:pt x="4807" y="3963"/>
                  </a:cubicBezTo>
                  <a:lnTo>
                    <a:pt x="4807" y="3856"/>
                  </a:lnTo>
                  <a:lnTo>
                    <a:pt x="4905" y="3758"/>
                  </a:lnTo>
                  <a:lnTo>
                    <a:pt x="4905" y="3652"/>
                  </a:lnTo>
                  <a:lnTo>
                    <a:pt x="5011" y="3554"/>
                  </a:lnTo>
                  <a:lnTo>
                    <a:pt x="5011" y="3448"/>
                  </a:lnTo>
                  <a:cubicBezTo>
                    <a:pt x="5313" y="2737"/>
                    <a:pt x="5215" y="1813"/>
                    <a:pt x="4700" y="1102"/>
                  </a:cubicBezTo>
                  <a:cubicBezTo>
                    <a:pt x="4180" y="384"/>
                    <a:pt x="3410" y="0"/>
                    <a:pt x="2604"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6"/>
            <p:cNvSpPr/>
            <p:nvPr/>
          </p:nvSpPr>
          <p:spPr>
            <a:xfrm>
              <a:off x="1515200" y="747700"/>
              <a:ext cx="145725" cy="130475"/>
            </a:xfrm>
            <a:custGeom>
              <a:avLst/>
              <a:gdLst/>
              <a:ahLst/>
              <a:cxnLst/>
              <a:rect l="l" t="t" r="r" b="b"/>
              <a:pathLst>
                <a:path w="5829" h="5219" extrusionOk="0">
                  <a:moveTo>
                    <a:pt x="2916" y="0"/>
                  </a:moveTo>
                  <a:cubicBezTo>
                    <a:pt x="1884" y="0"/>
                    <a:pt x="901" y="598"/>
                    <a:pt x="516" y="1612"/>
                  </a:cubicBezTo>
                  <a:cubicBezTo>
                    <a:pt x="1" y="2936"/>
                    <a:pt x="614" y="4473"/>
                    <a:pt x="1946" y="4979"/>
                  </a:cubicBezTo>
                  <a:cubicBezTo>
                    <a:pt x="2296" y="5142"/>
                    <a:pt x="2662" y="5218"/>
                    <a:pt x="3019" y="5218"/>
                  </a:cubicBezTo>
                  <a:cubicBezTo>
                    <a:pt x="4011" y="5218"/>
                    <a:pt x="4941" y="4629"/>
                    <a:pt x="5313" y="3655"/>
                  </a:cubicBezTo>
                  <a:cubicBezTo>
                    <a:pt x="5828" y="2323"/>
                    <a:pt x="5215" y="795"/>
                    <a:pt x="3883" y="182"/>
                  </a:cubicBezTo>
                  <a:cubicBezTo>
                    <a:pt x="3567" y="59"/>
                    <a:pt x="3239" y="0"/>
                    <a:pt x="2916"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6"/>
            <p:cNvSpPr/>
            <p:nvPr/>
          </p:nvSpPr>
          <p:spPr>
            <a:xfrm>
              <a:off x="1522975" y="798200"/>
              <a:ext cx="130175" cy="79975"/>
            </a:xfrm>
            <a:custGeom>
              <a:avLst/>
              <a:gdLst/>
              <a:ahLst/>
              <a:cxnLst/>
              <a:rect l="l" t="t" r="r" b="b"/>
              <a:pathLst>
                <a:path w="5207" h="3199" extrusionOk="0">
                  <a:moveTo>
                    <a:pt x="5109" y="1"/>
                  </a:moveTo>
                  <a:cubicBezTo>
                    <a:pt x="5109" y="303"/>
                    <a:pt x="5109" y="712"/>
                    <a:pt x="4904" y="1022"/>
                  </a:cubicBezTo>
                  <a:cubicBezTo>
                    <a:pt x="4511" y="2033"/>
                    <a:pt x="3527" y="2630"/>
                    <a:pt x="2491" y="2630"/>
                  </a:cubicBezTo>
                  <a:cubicBezTo>
                    <a:pt x="2170" y="2630"/>
                    <a:pt x="1844" y="2573"/>
                    <a:pt x="1529" y="2453"/>
                  </a:cubicBezTo>
                  <a:cubicBezTo>
                    <a:pt x="711" y="2044"/>
                    <a:pt x="205" y="1325"/>
                    <a:pt x="0" y="614"/>
                  </a:cubicBezTo>
                  <a:lnTo>
                    <a:pt x="0" y="614"/>
                  </a:lnTo>
                  <a:cubicBezTo>
                    <a:pt x="0" y="1635"/>
                    <a:pt x="613" y="2551"/>
                    <a:pt x="1635" y="2959"/>
                  </a:cubicBezTo>
                  <a:cubicBezTo>
                    <a:pt x="1985" y="3122"/>
                    <a:pt x="2351" y="3198"/>
                    <a:pt x="2708" y="3198"/>
                  </a:cubicBezTo>
                  <a:cubicBezTo>
                    <a:pt x="3700" y="3198"/>
                    <a:pt x="4630" y="2609"/>
                    <a:pt x="5002" y="1635"/>
                  </a:cubicBezTo>
                  <a:cubicBezTo>
                    <a:pt x="5207" y="1022"/>
                    <a:pt x="5207" y="507"/>
                    <a:pt x="5109"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6"/>
            <p:cNvSpPr/>
            <p:nvPr/>
          </p:nvSpPr>
          <p:spPr>
            <a:xfrm>
              <a:off x="1525425" y="788000"/>
              <a:ext cx="122625" cy="58650"/>
            </a:xfrm>
            <a:custGeom>
              <a:avLst/>
              <a:gdLst/>
              <a:ahLst/>
              <a:cxnLst/>
              <a:rect l="l" t="t" r="r" b="b"/>
              <a:pathLst>
                <a:path w="4905" h="2346" extrusionOk="0">
                  <a:moveTo>
                    <a:pt x="107" y="0"/>
                  </a:moveTo>
                  <a:lnTo>
                    <a:pt x="107" y="98"/>
                  </a:lnTo>
                  <a:cubicBezTo>
                    <a:pt x="0" y="98"/>
                    <a:pt x="0" y="204"/>
                    <a:pt x="0" y="302"/>
                  </a:cubicBezTo>
                  <a:lnTo>
                    <a:pt x="4700" y="2346"/>
                  </a:lnTo>
                  <a:cubicBezTo>
                    <a:pt x="4806" y="2248"/>
                    <a:pt x="4806" y="2141"/>
                    <a:pt x="4904" y="2043"/>
                  </a:cubicBezTo>
                  <a:lnTo>
                    <a:pt x="107"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6"/>
            <p:cNvSpPr/>
            <p:nvPr/>
          </p:nvSpPr>
          <p:spPr>
            <a:xfrm>
              <a:off x="1525425" y="782875"/>
              <a:ext cx="125275" cy="58675"/>
            </a:xfrm>
            <a:custGeom>
              <a:avLst/>
              <a:gdLst/>
              <a:ahLst/>
              <a:cxnLst/>
              <a:rect l="l" t="t" r="r" b="b"/>
              <a:pathLst>
                <a:path w="5011" h="2347" extrusionOk="0">
                  <a:moveTo>
                    <a:pt x="205" y="1"/>
                  </a:moveTo>
                  <a:cubicBezTo>
                    <a:pt x="107" y="99"/>
                    <a:pt x="107" y="99"/>
                    <a:pt x="107" y="205"/>
                  </a:cubicBezTo>
                  <a:cubicBezTo>
                    <a:pt x="107" y="205"/>
                    <a:pt x="107" y="303"/>
                    <a:pt x="0" y="303"/>
                  </a:cubicBezTo>
                  <a:lnTo>
                    <a:pt x="4806" y="2346"/>
                  </a:lnTo>
                  <a:cubicBezTo>
                    <a:pt x="4904" y="2346"/>
                    <a:pt x="4904" y="2248"/>
                    <a:pt x="4904" y="2248"/>
                  </a:cubicBezTo>
                  <a:cubicBezTo>
                    <a:pt x="4904" y="2142"/>
                    <a:pt x="4904" y="2142"/>
                    <a:pt x="5011" y="2044"/>
                  </a:cubicBezTo>
                  <a:lnTo>
                    <a:pt x="2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6"/>
            <p:cNvSpPr/>
            <p:nvPr/>
          </p:nvSpPr>
          <p:spPr>
            <a:xfrm>
              <a:off x="1691550" y="826850"/>
              <a:ext cx="132850" cy="129750"/>
            </a:xfrm>
            <a:custGeom>
              <a:avLst/>
              <a:gdLst/>
              <a:ahLst/>
              <a:cxnLst/>
              <a:rect l="l" t="t" r="r" b="b"/>
              <a:pathLst>
                <a:path w="5314" h="5190" extrusionOk="0">
                  <a:moveTo>
                    <a:pt x="2628" y="0"/>
                  </a:moveTo>
                  <a:cubicBezTo>
                    <a:pt x="2156" y="0"/>
                    <a:pt x="1671" y="125"/>
                    <a:pt x="1226" y="383"/>
                  </a:cubicBezTo>
                  <a:cubicBezTo>
                    <a:pt x="1226" y="383"/>
                    <a:pt x="1120" y="383"/>
                    <a:pt x="1120" y="489"/>
                  </a:cubicBezTo>
                  <a:lnTo>
                    <a:pt x="1022" y="489"/>
                  </a:lnTo>
                  <a:lnTo>
                    <a:pt x="1022" y="587"/>
                  </a:lnTo>
                  <a:cubicBezTo>
                    <a:pt x="916" y="587"/>
                    <a:pt x="916" y="587"/>
                    <a:pt x="916" y="694"/>
                  </a:cubicBezTo>
                  <a:lnTo>
                    <a:pt x="818" y="694"/>
                  </a:lnTo>
                  <a:cubicBezTo>
                    <a:pt x="711" y="792"/>
                    <a:pt x="507" y="996"/>
                    <a:pt x="409" y="1200"/>
                  </a:cubicBezTo>
                  <a:cubicBezTo>
                    <a:pt x="303" y="1307"/>
                    <a:pt x="303" y="1307"/>
                    <a:pt x="303" y="1405"/>
                  </a:cubicBezTo>
                  <a:cubicBezTo>
                    <a:pt x="205" y="1511"/>
                    <a:pt x="205" y="1511"/>
                    <a:pt x="205" y="1609"/>
                  </a:cubicBezTo>
                  <a:lnTo>
                    <a:pt x="205" y="1715"/>
                  </a:lnTo>
                  <a:cubicBezTo>
                    <a:pt x="98" y="1715"/>
                    <a:pt x="98" y="1813"/>
                    <a:pt x="98" y="1920"/>
                  </a:cubicBezTo>
                  <a:cubicBezTo>
                    <a:pt x="98" y="1920"/>
                    <a:pt x="98" y="2018"/>
                    <a:pt x="0" y="2124"/>
                  </a:cubicBezTo>
                  <a:lnTo>
                    <a:pt x="0" y="2328"/>
                  </a:lnTo>
                  <a:lnTo>
                    <a:pt x="0" y="2426"/>
                  </a:lnTo>
                  <a:lnTo>
                    <a:pt x="0" y="2631"/>
                  </a:lnTo>
                  <a:lnTo>
                    <a:pt x="0" y="2835"/>
                  </a:lnTo>
                  <a:lnTo>
                    <a:pt x="0" y="2941"/>
                  </a:lnTo>
                  <a:lnTo>
                    <a:pt x="0" y="3039"/>
                  </a:lnTo>
                  <a:lnTo>
                    <a:pt x="0" y="3146"/>
                  </a:lnTo>
                  <a:cubicBezTo>
                    <a:pt x="98" y="3244"/>
                    <a:pt x="98" y="3244"/>
                    <a:pt x="98" y="3350"/>
                  </a:cubicBezTo>
                  <a:cubicBezTo>
                    <a:pt x="98" y="3448"/>
                    <a:pt x="98" y="3554"/>
                    <a:pt x="205" y="3554"/>
                  </a:cubicBezTo>
                  <a:lnTo>
                    <a:pt x="205" y="3652"/>
                  </a:lnTo>
                  <a:cubicBezTo>
                    <a:pt x="205" y="3652"/>
                    <a:pt x="205" y="3759"/>
                    <a:pt x="303" y="3759"/>
                  </a:cubicBezTo>
                  <a:lnTo>
                    <a:pt x="303" y="3857"/>
                  </a:lnTo>
                  <a:cubicBezTo>
                    <a:pt x="303" y="3963"/>
                    <a:pt x="409" y="3963"/>
                    <a:pt x="409" y="4061"/>
                  </a:cubicBezTo>
                  <a:cubicBezTo>
                    <a:pt x="711" y="4470"/>
                    <a:pt x="1022" y="4780"/>
                    <a:pt x="1431" y="4878"/>
                  </a:cubicBezTo>
                  <a:cubicBezTo>
                    <a:pt x="1431" y="4985"/>
                    <a:pt x="1529" y="4985"/>
                    <a:pt x="1635" y="4985"/>
                  </a:cubicBezTo>
                  <a:cubicBezTo>
                    <a:pt x="1733" y="5083"/>
                    <a:pt x="1733" y="5083"/>
                    <a:pt x="1839" y="5083"/>
                  </a:cubicBezTo>
                  <a:cubicBezTo>
                    <a:pt x="1937" y="5083"/>
                    <a:pt x="2044" y="5189"/>
                    <a:pt x="2142" y="5189"/>
                  </a:cubicBezTo>
                  <a:lnTo>
                    <a:pt x="2550" y="5189"/>
                  </a:lnTo>
                  <a:cubicBezTo>
                    <a:pt x="2959" y="5189"/>
                    <a:pt x="3368" y="5083"/>
                    <a:pt x="3776" y="4985"/>
                  </a:cubicBezTo>
                  <a:lnTo>
                    <a:pt x="3776" y="4878"/>
                  </a:lnTo>
                  <a:lnTo>
                    <a:pt x="3883" y="4878"/>
                  </a:lnTo>
                  <a:cubicBezTo>
                    <a:pt x="3883" y="4878"/>
                    <a:pt x="3981" y="4878"/>
                    <a:pt x="3981" y="4780"/>
                  </a:cubicBezTo>
                  <a:lnTo>
                    <a:pt x="4087" y="4780"/>
                  </a:lnTo>
                  <a:lnTo>
                    <a:pt x="4185" y="4674"/>
                  </a:lnTo>
                  <a:lnTo>
                    <a:pt x="4291" y="4576"/>
                  </a:lnTo>
                  <a:cubicBezTo>
                    <a:pt x="4389" y="4576"/>
                    <a:pt x="4389" y="4470"/>
                    <a:pt x="4389" y="4470"/>
                  </a:cubicBezTo>
                  <a:cubicBezTo>
                    <a:pt x="4496" y="4470"/>
                    <a:pt x="4496" y="4372"/>
                    <a:pt x="4496" y="4372"/>
                  </a:cubicBezTo>
                  <a:lnTo>
                    <a:pt x="4594" y="4265"/>
                  </a:lnTo>
                  <a:lnTo>
                    <a:pt x="4594" y="4167"/>
                  </a:lnTo>
                  <a:cubicBezTo>
                    <a:pt x="4700" y="4167"/>
                    <a:pt x="4700" y="4061"/>
                    <a:pt x="4798" y="4061"/>
                  </a:cubicBezTo>
                  <a:lnTo>
                    <a:pt x="4798" y="3963"/>
                  </a:lnTo>
                  <a:lnTo>
                    <a:pt x="4904" y="3857"/>
                  </a:lnTo>
                  <a:lnTo>
                    <a:pt x="4904" y="3759"/>
                  </a:lnTo>
                  <a:lnTo>
                    <a:pt x="5002" y="3652"/>
                  </a:lnTo>
                  <a:lnTo>
                    <a:pt x="5002" y="3554"/>
                  </a:lnTo>
                  <a:cubicBezTo>
                    <a:pt x="5313" y="2737"/>
                    <a:pt x="5207" y="1920"/>
                    <a:pt x="4700" y="1102"/>
                  </a:cubicBezTo>
                  <a:cubicBezTo>
                    <a:pt x="4242" y="384"/>
                    <a:pt x="3455" y="0"/>
                    <a:pt x="262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6"/>
            <p:cNvSpPr/>
            <p:nvPr/>
          </p:nvSpPr>
          <p:spPr>
            <a:xfrm>
              <a:off x="1676225" y="814100"/>
              <a:ext cx="148175" cy="130475"/>
            </a:xfrm>
            <a:custGeom>
              <a:avLst/>
              <a:gdLst/>
              <a:ahLst/>
              <a:cxnLst/>
              <a:rect l="l" t="t" r="r" b="b"/>
              <a:pathLst>
                <a:path w="5927" h="5219" extrusionOk="0">
                  <a:moveTo>
                    <a:pt x="3012" y="1"/>
                  </a:moveTo>
                  <a:cubicBezTo>
                    <a:pt x="1976" y="1"/>
                    <a:pt x="974" y="598"/>
                    <a:pt x="507" y="1612"/>
                  </a:cubicBezTo>
                  <a:cubicBezTo>
                    <a:pt x="0" y="2936"/>
                    <a:pt x="613" y="4473"/>
                    <a:pt x="1937" y="4980"/>
                  </a:cubicBezTo>
                  <a:cubicBezTo>
                    <a:pt x="2290" y="5142"/>
                    <a:pt x="2657" y="5218"/>
                    <a:pt x="3014" y="5218"/>
                  </a:cubicBezTo>
                  <a:cubicBezTo>
                    <a:pt x="4008" y="5218"/>
                    <a:pt x="4934" y="4629"/>
                    <a:pt x="5313" y="3656"/>
                  </a:cubicBezTo>
                  <a:cubicBezTo>
                    <a:pt x="5926" y="2323"/>
                    <a:pt x="5313" y="795"/>
                    <a:pt x="3981" y="182"/>
                  </a:cubicBezTo>
                  <a:cubicBezTo>
                    <a:pt x="3665" y="59"/>
                    <a:pt x="3337" y="1"/>
                    <a:pt x="3012"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6"/>
            <p:cNvSpPr/>
            <p:nvPr/>
          </p:nvSpPr>
          <p:spPr>
            <a:xfrm>
              <a:off x="1683775" y="864625"/>
              <a:ext cx="132850" cy="79950"/>
            </a:xfrm>
            <a:custGeom>
              <a:avLst/>
              <a:gdLst/>
              <a:ahLst/>
              <a:cxnLst/>
              <a:rect l="l" t="t" r="r" b="b"/>
              <a:pathLst>
                <a:path w="5314" h="3198" extrusionOk="0">
                  <a:moveTo>
                    <a:pt x="5215" y="0"/>
                  </a:moveTo>
                  <a:cubicBezTo>
                    <a:pt x="5215" y="409"/>
                    <a:pt x="5109" y="711"/>
                    <a:pt x="5011" y="1022"/>
                  </a:cubicBezTo>
                  <a:cubicBezTo>
                    <a:pt x="4543" y="2033"/>
                    <a:pt x="3537" y="2629"/>
                    <a:pt x="2497" y="2629"/>
                  </a:cubicBezTo>
                  <a:cubicBezTo>
                    <a:pt x="2175" y="2629"/>
                    <a:pt x="1850" y="2572"/>
                    <a:pt x="1537" y="2452"/>
                  </a:cubicBezTo>
                  <a:cubicBezTo>
                    <a:pt x="720" y="2043"/>
                    <a:pt x="205" y="1430"/>
                    <a:pt x="1" y="613"/>
                  </a:cubicBezTo>
                  <a:lnTo>
                    <a:pt x="1" y="613"/>
                  </a:lnTo>
                  <a:cubicBezTo>
                    <a:pt x="1" y="1635"/>
                    <a:pt x="614" y="2550"/>
                    <a:pt x="1635" y="2959"/>
                  </a:cubicBezTo>
                  <a:cubicBezTo>
                    <a:pt x="1988" y="3121"/>
                    <a:pt x="2355" y="3197"/>
                    <a:pt x="2712" y="3197"/>
                  </a:cubicBezTo>
                  <a:cubicBezTo>
                    <a:pt x="3706" y="3197"/>
                    <a:pt x="4632" y="2608"/>
                    <a:pt x="5011" y="1635"/>
                  </a:cubicBezTo>
                  <a:cubicBezTo>
                    <a:pt x="5215" y="1120"/>
                    <a:pt x="5313" y="507"/>
                    <a:pt x="5215"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6"/>
            <p:cNvSpPr/>
            <p:nvPr/>
          </p:nvSpPr>
          <p:spPr>
            <a:xfrm>
              <a:off x="1686450" y="854400"/>
              <a:ext cx="122625" cy="58675"/>
            </a:xfrm>
            <a:custGeom>
              <a:avLst/>
              <a:gdLst/>
              <a:ahLst/>
              <a:cxnLst/>
              <a:rect l="l" t="t" r="r" b="b"/>
              <a:pathLst>
                <a:path w="4905" h="2347" extrusionOk="0">
                  <a:moveTo>
                    <a:pt x="98" y="0"/>
                  </a:moveTo>
                  <a:lnTo>
                    <a:pt x="98" y="98"/>
                  </a:lnTo>
                  <a:cubicBezTo>
                    <a:pt x="98" y="205"/>
                    <a:pt x="0" y="205"/>
                    <a:pt x="0" y="303"/>
                  </a:cubicBezTo>
                  <a:lnTo>
                    <a:pt x="4798" y="2346"/>
                  </a:lnTo>
                  <a:cubicBezTo>
                    <a:pt x="4798" y="2248"/>
                    <a:pt x="4904" y="2142"/>
                    <a:pt x="4904" y="2142"/>
                  </a:cubicBezTo>
                  <a:lnTo>
                    <a:pt x="4904" y="2044"/>
                  </a:lnTo>
                  <a:lnTo>
                    <a:pt x="98"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6"/>
            <p:cNvSpPr/>
            <p:nvPr/>
          </p:nvSpPr>
          <p:spPr>
            <a:xfrm>
              <a:off x="1688900" y="851750"/>
              <a:ext cx="122625" cy="56200"/>
            </a:xfrm>
            <a:custGeom>
              <a:avLst/>
              <a:gdLst/>
              <a:ahLst/>
              <a:cxnLst/>
              <a:rect l="l" t="t" r="r" b="b"/>
              <a:pathLst>
                <a:path w="4905" h="2248" extrusionOk="0">
                  <a:moveTo>
                    <a:pt x="106" y="0"/>
                  </a:moveTo>
                  <a:cubicBezTo>
                    <a:pt x="106" y="0"/>
                    <a:pt x="106" y="106"/>
                    <a:pt x="0" y="106"/>
                  </a:cubicBezTo>
                  <a:lnTo>
                    <a:pt x="0" y="311"/>
                  </a:lnTo>
                  <a:lnTo>
                    <a:pt x="4806" y="2248"/>
                  </a:lnTo>
                  <a:lnTo>
                    <a:pt x="4806" y="2150"/>
                  </a:lnTo>
                  <a:cubicBezTo>
                    <a:pt x="4904" y="2043"/>
                    <a:pt x="4904" y="2043"/>
                    <a:pt x="4904" y="1945"/>
                  </a:cubicBezTo>
                  <a:lnTo>
                    <a:pt x="10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6"/>
            <p:cNvSpPr/>
            <p:nvPr/>
          </p:nvSpPr>
          <p:spPr>
            <a:xfrm>
              <a:off x="1852350" y="893375"/>
              <a:ext cx="132850" cy="129625"/>
            </a:xfrm>
            <a:custGeom>
              <a:avLst/>
              <a:gdLst/>
              <a:ahLst/>
              <a:cxnLst/>
              <a:rect l="l" t="t" r="r" b="b"/>
              <a:pathLst>
                <a:path w="5314" h="5185" extrusionOk="0">
                  <a:moveTo>
                    <a:pt x="2638" y="0"/>
                  </a:moveTo>
                  <a:cubicBezTo>
                    <a:pt x="2184" y="0"/>
                    <a:pt x="1732" y="125"/>
                    <a:pt x="1333" y="378"/>
                  </a:cubicBezTo>
                  <a:cubicBezTo>
                    <a:pt x="1227" y="378"/>
                    <a:pt x="1227" y="485"/>
                    <a:pt x="1129" y="485"/>
                  </a:cubicBezTo>
                  <a:lnTo>
                    <a:pt x="1022" y="583"/>
                  </a:lnTo>
                  <a:lnTo>
                    <a:pt x="924" y="689"/>
                  </a:lnTo>
                  <a:lnTo>
                    <a:pt x="409" y="1196"/>
                  </a:lnTo>
                  <a:cubicBezTo>
                    <a:pt x="409" y="1302"/>
                    <a:pt x="409" y="1302"/>
                    <a:pt x="311" y="1400"/>
                  </a:cubicBezTo>
                  <a:lnTo>
                    <a:pt x="311" y="1506"/>
                  </a:lnTo>
                  <a:lnTo>
                    <a:pt x="205" y="1604"/>
                  </a:lnTo>
                  <a:lnTo>
                    <a:pt x="205" y="1711"/>
                  </a:lnTo>
                  <a:cubicBezTo>
                    <a:pt x="205" y="1711"/>
                    <a:pt x="107" y="1809"/>
                    <a:pt x="107" y="1915"/>
                  </a:cubicBezTo>
                  <a:lnTo>
                    <a:pt x="107" y="2119"/>
                  </a:lnTo>
                  <a:lnTo>
                    <a:pt x="107" y="2217"/>
                  </a:lnTo>
                  <a:lnTo>
                    <a:pt x="1" y="2324"/>
                  </a:lnTo>
                  <a:lnTo>
                    <a:pt x="1" y="2422"/>
                  </a:lnTo>
                  <a:lnTo>
                    <a:pt x="1" y="2626"/>
                  </a:lnTo>
                  <a:lnTo>
                    <a:pt x="1" y="2830"/>
                  </a:lnTo>
                  <a:lnTo>
                    <a:pt x="1" y="2937"/>
                  </a:lnTo>
                  <a:cubicBezTo>
                    <a:pt x="1" y="3035"/>
                    <a:pt x="107" y="3035"/>
                    <a:pt x="107" y="3141"/>
                  </a:cubicBezTo>
                  <a:lnTo>
                    <a:pt x="107" y="3345"/>
                  </a:lnTo>
                  <a:cubicBezTo>
                    <a:pt x="205" y="3443"/>
                    <a:pt x="205" y="3550"/>
                    <a:pt x="205" y="3648"/>
                  </a:cubicBezTo>
                  <a:cubicBezTo>
                    <a:pt x="311" y="3754"/>
                    <a:pt x="311" y="3754"/>
                    <a:pt x="311" y="3852"/>
                  </a:cubicBezTo>
                  <a:cubicBezTo>
                    <a:pt x="409" y="3958"/>
                    <a:pt x="409" y="4056"/>
                    <a:pt x="516" y="4056"/>
                  </a:cubicBezTo>
                  <a:cubicBezTo>
                    <a:pt x="720" y="4465"/>
                    <a:pt x="1022" y="4776"/>
                    <a:pt x="1431" y="4980"/>
                  </a:cubicBezTo>
                  <a:cubicBezTo>
                    <a:pt x="1537" y="4980"/>
                    <a:pt x="1635" y="4980"/>
                    <a:pt x="1635" y="5078"/>
                  </a:cubicBezTo>
                  <a:lnTo>
                    <a:pt x="1946" y="5078"/>
                  </a:lnTo>
                  <a:cubicBezTo>
                    <a:pt x="1946" y="5184"/>
                    <a:pt x="2044" y="5184"/>
                    <a:pt x="2150" y="5184"/>
                  </a:cubicBezTo>
                  <a:lnTo>
                    <a:pt x="2657" y="5184"/>
                  </a:lnTo>
                  <a:cubicBezTo>
                    <a:pt x="3066" y="5184"/>
                    <a:pt x="3475" y="5184"/>
                    <a:pt x="3785" y="4980"/>
                  </a:cubicBezTo>
                  <a:cubicBezTo>
                    <a:pt x="3883" y="4874"/>
                    <a:pt x="3883" y="4874"/>
                    <a:pt x="3989" y="4874"/>
                  </a:cubicBezTo>
                  <a:lnTo>
                    <a:pt x="3989" y="4776"/>
                  </a:lnTo>
                  <a:lnTo>
                    <a:pt x="4088" y="4776"/>
                  </a:lnTo>
                  <a:cubicBezTo>
                    <a:pt x="4194" y="4776"/>
                    <a:pt x="4194" y="4669"/>
                    <a:pt x="4194" y="4669"/>
                  </a:cubicBezTo>
                  <a:lnTo>
                    <a:pt x="4292" y="4669"/>
                  </a:lnTo>
                  <a:cubicBezTo>
                    <a:pt x="4292" y="4571"/>
                    <a:pt x="4292" y="4571"/>
                    <a:pt x="4398" y="4571"/>
                  </a:cubicBezTo>
                  <a:cubicBezTo>
                    <a:pt x="4398" y="4571"/>
                    <a:pt x="4398" y="4465"/>
                    <a:pt x="4496" y="4465"/>
                  </a:cubicBezTo>
                  <a:lnTo>
                    <a:pt x="4496" y="4367"/>
                  </a:lnTo>
                  <a:cubicBezTo>
                    <a:pt x="4602" y="4367"/>
                    <a:pt x="4602" y="4367"/>
                    <a:pt x="4602" y="4261"/>
                  </a:cubicBezTo>
                  <a:lnTo>
                    <a:pt x="4701" y="4261"/>
                  </a:lnTo>
                  <a:cubicBezTo>
                    <a:pt x="4701" y="4163"/>
                    <a:pt x="4807" y="4163"/>
                    <a:pt x="4807" y="4056"/>
                  </a:cubicBezTo>
                  <a:lnTo>
                    <a:pt x="4807" y="3958"/>
                  </a:lnTo>
                  <a:cubicBezTo>
                    <a:pt x="4905" y="3958"/>
                    <a:pt x="4905" y="3852"/>
                    <a:pt x="4905" y="3852"/>
                  </a:cubicBezTo>
                  <a:cubicBezTo>
                    <a:pt x="4905" y="3852"/>
                    <a:pt x="4905" y="3754"/>
                    <a:pt x="5011" y="3754"/>
                  </a:cubicBezTo>
                  <a:lnTo>
                    <a:pt x="5011" y="3648"/>
                  </a:lnTo>
                  <a:cubicBezTo>
                    <a:pt x="5011" y="3648"/>
                    <a:pt x="5011" y="3550"/>
                    <a:pt x="5109" y="3550"/>
                  </a:cubicBezTo>
                  <a:cubicBezTo>
                    <a:pt x="5314" y="2732"/>
                    <a:pt x="5314" y="1915"/>
                    <a:pt x="4807" y="1196"/>
                  </a:cubicBezTo>
                  <a:cubicBezTo>
                    <a:pt x="4281" y="407"/>
                    <a:pt x="3457"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6"/>
            <p:cNvSpPr/>
            <p:nvPr/>
          </p:nvSpPr>
          <p:spPr>
            <a:xfrm>
              <a:off x="1837025" y="881525"/>
              <a:ext cx="148175" cy="130575"/>
            </a:xfrm>
            <a:custGeom>
              <a:avLst/>
              <a:gdLst/>
              <a:ahLst/>
              <a:cxnLst/>
              <a:rect l="l" t="t" r="r" b="b"/>
              <a:pathLst>
                <a:path w="5927" h="5223" extrusionOk="0">
                  <a:moveTo>
                    <a:pt x="2914" y="1"/>
                  </a:moveTo>
                  <a:cubicBezTo>
                    <a:pt x="1920" y="1"/>
                    <a:pt x="993" y="592"/>
                    <a:pt x="614" y="1572"/>
                  </a:cubicBezTo>
                  <a:cubicBezTo>
                    <a:pt x="1" y="2896"/>
                    <a:pt x="614" y="4432"/>
                    <a:pt x="1946" y="5045"/>
                  </a:cubicBezTo>
                  <a:cubicBezTo>
                    <a:pt x="2259" y="5165"/>
                    <a:pt x="2584" y="5222"/>
                    <a:pt x="2906" y="5222"/>
                  </a:cubicBezTo>
                  <a:cubicBezTo>
                    <a:pt x="3945" y="5222"/>
                    <a:pt x="4952" y="4626"/>
                    <a:pt x="5420" y="3615"/>
                  </a:cubicBezTo>
                  <a:cubicBezTo>
                    <a:pt x="5927" y="2283"/>
                    <a:pt x="5314" y="754"/>
                    <a:pt x="3989" y="239"/>
                  </a:cubicBezTo>
                  <a:cubicBezTo>
                    <a:pt x="3637" y="77"/>
                    <a:pt x="3271" y="1"/>
                    <a:pt x="2914"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6"/>
            <p:cNvSpPr/>
            <p:nvPr/>
          </p:nvSpPr>
          <p:spPr>
            <a:xfrm>
              <a:off x="1847250" y="931025"/>
              <a:ext cx="130400" cy="81075"/>
            </a:xfrm>
            <a:custGeom>
              <a:avLst/>
              <a:gdLst/>
              <a:ahLst/>
              <a:cxnLst/>
              <a:rect l="l" t="t" r="r" b="b"/>
              <a:pathLst>
                <a:path w="5216" h="3243" extrusionOk="0">
                  <a:moveTo>
                    <a:pt x="5109" y="0"/>
                  </a:moveTo>
                  <a:cubicBezTo>
                    <a:pt x="5109" y="409"/>
                    <a:pt x="5011" y="711"/>
                    <a:pt x="4905" y="1022"/>
                  </a:cubicBezTo>
                  <a:cubicBezTo>
                    <a:pt x="4518" y="2033"/>
                    <a:pt x="3530" y="2629"/>
                    <a:pt x="2496" y="2629"/>
                  </a:cubicBezTo>
                  <a:cubicBezTo>
                    <a:pt x="2175" y="2629"/>
                    <a:pt x="1850" y="2572"/>
                    <a:pt x="1537" y="2452"/>
                  </a:cubicBezTo>
                  <a:cubicBezTo>
                    <a:pt x="720" y="2142"/>
                    <a:pt x="107" y="1431"/>
                    <a:pt x="0" y="613"/>
                  </a:cubicBezTo>
                  <a:lnTo>
                    <a:pt x="0" y="613"/>
                  </a:lnTo>
                  <a:cubicBezTo>
                    <a:pt x="0" y="1635"/>
                    <a:pt x="613" y="2550"/>
                    <a:pt x="1537" y="3065"/>
                  </a:cubicBezTo>
                  <a:cubicBezTo>
                    <a:pt x="1850" y="3185"/>
                    <a:pt x="2175" y="3242"/>
                    <a:pt x="2497" y="3242"/>
                  </a:cubicBezTo>
                  <a:cubicBezTo>
                    <a:pt x="3536" y="3242"/>
                    <a:pt x="4543" y="2646"/>
                    <a:pt x="5011" y="1635"/>
                  </a:cubicBezTo>
                  <a:cubicBezTo>
                    <a:pt x="5215" y="1120"/>
                    <a:pt x="5215" y="507"/>
                    <a:pt x="5109"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6"/>
            <p:cNvSpPr/>
            <p:nvPr/>
          </p:nvSpPr>
          <p:spPr>
            <a:xfrm>
              <a:off x="1849900" y="920800"/>
              <a:ext cx="122625" cy="58675"/>
            </a:xfrm>
            <a:custGeom>
              <a:avLst/>
              <a:gdLst/>
              <a:ahLst/>
              <a:cxnLst/>
              <a:rect l="l" t="t" r="r" b="b"/>
              <a:pathLst>
                <a:path w="4905" h="2347" extrusionOk="0">
                  <a:moveTo>
                    <a:pt x="99" y="1"/>
                  </a:moveTo>
                  <a:cubicBezTo>
                    <a:pt x="99" y="99"/>
                    <a:pt x="1" y="99"/>
                    <a:pt x="1" y="99"/>
                  </a:cubicBezTo>
                  <a:lnTo>
                    <a:pt x="1" y="303"/>
                  </a:lnTo>
                  <a:lnTo>
                    <a:pt x="4700" y="2346"/>
                  </a:lnTo>
                  <a:cubicBezTo>
                    <a:pt x="4799" y="2248"/>
                    <a:pt x="4799" y="2248"/>
                    <a:pt x="4799" y="2142"/>
                  </a:cubicBezTo>
                  <a:lnTo>
                    <a:pt x="4905" y="2044"/>
                  </a:lnTo>
                  <a:lnTo>
                    <a:pt x="99"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6"/>
            <p:cNvSpPr/>
            <p:nvPr/>
          </p:nvSpPr>
          <p:spPr>
            <a:xfrm>
              <a:off x="1849900" y="918150"/>
              <a:ext cx="122625" cy="56225"/>
            </a:xfrm>
            <a:custGeom>
              <a:avLst/>
              <a:gdLst/>
              <a:ahLst/>
              <a:cxnLst/>
              <a:rect l="l" t="t" r="r" b="b"/>
              <a:pathLst>
                <a:path w="4905" h="2249" extrusionOk="0">
                  <a:moveTo>
                    <a:pt x="99" y="0"/>
                  </a:moveTo>
                  <a:lnTo>
                    <a:pt x="99" y="107"/>
                  </a:lnTo>
                  <a:cubicBezTo>
                    <a:pt x="1" y="205"/>
                    <a:pt x="1" y="205"/>
                    <a:pt x="1" y="311"/>
                  </a:cubicBezTo>
                  <a:lnTo>
                    <a:pt x="4799" y="2248"/>
                  </a:lnTo>
                  <a:cubicBezTo>
                    <a:pt x="4799" y="2248"/>
                    <a:pt x="4799" y="2150"/>
                    <a:pt x="4905" y="2150"/>
                  </a:cubicBezTo>
                  <a:lnTo>
                    <a:pt x="4905" y="1946"/>
                  </a:lnTo>
                  <a:lnTo>
                    <a:pt x="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26"/>
            <p:cNvSpPr/>
            <p:nvPr/>
          </p:nvSpPr>
          <p:spPr>
            <a:xfrm>
              <a:off x="2015825" y="960400"/>
              <a:ext cx="132850" cy="131450"/>
            </a:xfrm>
            <a:custGeom>
              <a:avLst/>
              <a:gdLst/>
              <a:ahLst/>
              <a:cxnLst/>
              <a:rect l="l" t="t" r="r" b="b"/>
              <a:pathLst>
                <a:path w="5314" h="5258" extrusionOk="0">
                  <a:moveTo>
                    <a:pt x="2534" y="1"/>
                  </a:moveTo>
                  <a:cubicBezTo>
                    <a:pt x="2092" y="1"/>
                    <a:pt x="1641" y="113"/>
                    <a:pt x="1227" y="354"/>
                  </a:cubicBezTo>
                  <a:cubicBezTo>
                    <a:pt x="1227" y="460"/>
                    <a:pt x="1128" y="460"/>
                    <a:pt x="1128" y="460"/>
                  </a:cubicBezTo>
                  <a:cubicBezTo>
                    <a:pt x="1022" y="460"/>
                    <a:pt x="1022" y="460"/>
                    <a:pt x="1022" y="558"/>
                  </a:cubicBezTo>
                  <a:lnTo>
                    <a:pt x="924" y="558"/>
                  </a:lnTo>
                  <a:cubicBezTo>
                    <a:pt x="924" y="558"/>
                    <a:pt x="924" y="664"/>
                    <a:pt x="818" y="664"/>
                  </a:cubicBezTo>
                  <a:cubicBezTo>
                    <a:pt x="614" y="869"/>
                    <a:pt x="515" y="967"/>
                    <a:pt x="409" y="1171"/>
                  </a:cubicBezTo>
                  <a:lnTo>
                    <a:pt x="409" y="1277"/>
                  </a:lnTo>
                  <a:cubicBezTo>
                    <a:pt x="311" y="1277"/>
                    <a:pt x="311" y="1375"/>
                    <a:pt x="311" y="1375"/>
                  </a:cubicBezTo>
                  <a:cubicBezTo>
                    <a:pt x="205" y="1375"/>
                    <a:pt x="205" y="1482"/>
                    <a:pt x="205" y="1482"/>
                  </a:cubicBezTo>
                  <a:lnTo>
                    <a:pt x="205" y="1580"/>
                  </a:lnTo>
                  <a:cubicBezTo>
                    <a:pt x="205" y="1686"/>
                    <a:pt x="107" y="1686"/>
                    <a:pt x="107" y="1686"/>
                  </a:cubicBezTo>
                  <a:lnTo>
                    <a:pt x="107" y="1890"/>
                  </a:lnTo>
                  <a:cubicBezTo>
                    <a:pt x="1" y="1988"/>
                    <a:pt x="1" y="2095"/>
                    <a:pt x="1" y="2095"/>
                  </a:cubicBezTo>
                  <a:lnTo>
                    <a:pt x="1" y="2193"/>
                  </a:lnTo>
                  <a:lnTo>
                    <a:pt x="1" y="2299"/>
                  </a:lnTo>
                  <a:lnTo>
                    <a:pt x="1" y="2397"/>
                  </a:lnTo>
                  <a:lnTo>
                    <a:pt x="1" y="2601"/>
                  </a:lnTo>
                  <a:lnTo>
                    <a:pt x="1" y="2806"/>
                  </a:lnTo>
                  <a:lnTo>
                    <a:pt x="1" y="2912"/>
                  </a:lnTo>
                  <a:lnTo>
                    <a:pt x="1" y="3116"/>
                  </a:lnTo>
                  <a:cubicBezTo>
                    <a:pt x="1" y="3214"/>
                    <a:pt x="1" y="3321"/>
                    <a:pt x="107" y="3419"/>
                  </a:cubicBezTo>
                  <a:lnTo>
                    <a:pt x="107" y="3623"/>
                  </a:lnTo>
                  <a:lnTo>
                    <a:pt x="205" y="3623"/>
                  </a:lnTo>
                  <a:lnTo>
                    <a:pt x="205" y="3827"/>
                  </a:lnTo>
                  <a:cubicBezTo>
                    <a:pt x="311" y="3827"/>
                    <a:pt x="311" y="3827"/>
                    <a:pt x="311" y="3934"/>
                  </a:cubicBezTo>
                  <a:cubicBezTo>
                    <a:pt x="311" y="3934"/>
                    <a:pt x="409" y="4032"/>
                    <a:pt x="409" y="4138"/>
                  </a:cubicBezTo>
                  <a:cubicBezTo>
                    <a:pt x="614" y="4440"/>
                    <a:pt x="1022" y="4751"/>
                    <a:pt x="1333" y="4955"/>
                  </a:cubicBezTo>
                  <a:cubicBezTo>
                    <a:pt x="1431" y="4955"/>
                    <a:pt x="1537" y="5053"/>
                    <a:pt x="1635" y="5053"/>
                  </a:cubicBezTo>
                  <a:cubicBezTo>
                    <a:pt x="1635" y="5053"/>
                    <a:pt x="1741" y="5053"/>
                    <a:pt x="1840" y="5160"/>
                  </a:cubicBezTo>
                  <a:lnTo>
                    <a:pt x="2044" y="5160"/>
                  </a:lnTo>
                  <a:cubicBezTo>
                    <a:pt x="2248" y="5258"/>
                    <a:pt x="2453" y="5258"/>
                    <a:pt x="2559" y="5258"/>
                  </a:cubicBezTo>
                  <a:cubicBezTo>
                    <a:pt x="2967" y="5258"/>
                    <a:pt x="3376" y="5160"/>
                    <a:pt x="3785" y="4955"/>
                  </a:cubicBezTo>
                  <a:lnTo>
                    <a:pt x="3883" y="4849"/>
                  </a:lnTo>
                  <a:lnTo>
                    <a:pt x="3989" y="4849"/>
                  </a:lnTo>
                  <a:lnTo>
                    <a:pt x="3989" y="4751"/>
                  </a:lnTo>
                  <a:cubicBezTo>
                    <a:pt x="4087" y="4751"/>
                    <a:pt x="4087" y="4751"/>
                    <a:pt x="4193" y="4645"/>
                  </a:cubicBezTo>
                  <a:lnTo>
                    <a:pt x="4292" y="4547"/>
                  </a:lnTo>
                  <a:cubicBezTo>
                    <a:pt x="4292" y="4547"/>
                    <a:pt x="4398" y="4547"/>
                    <a:pt x="4398" y="4440"/>
                  </a:cubicBezTo>
                  <a:lnTo>
                    <a:pt x="4496" y="4440"/>
                  </a:lnTo>
                  <a:cubicBezTo>
                    <a:pt x="4496" y="4342"/>
                    <a:pt x="4496" y="4342"/>
                    <a:pt x="4602" y="4236"/>
                  </a:cubicBezTo>
                  <a:cubicBezTo>
                    <a:pt x="4700" y="4138"/>
                    <a:pt x="4700" y="4138"/>
                    <a:pt x="4700" y="4032"/>
                  </a:cubicBezTo>
                  <a:cubicBezTo>
                    <a:pt x="4806" y="4032"/>
                    <a:pt x="4806" y="4032"/>
                    <a:pt x="4806" y="3934"/>
                  </a:cubicBezTo>
                  <a:lnTo>
                    <a:pt x="4905" y="3827"/>
                  </a:lnTo>
                  <a:lnTo>
                    <a:pt x="4905" y="3729"/>
                  </a:lnTo>
                  <a:lnTo>
                    <a:pt x="4905" y="3623"/>
                  </a:lnTo>
                  <a:cubicBezTo>
                    <a:pt x="5011" y="3623"/>
                    <a:pt x="5011" y="3623"/>
                    <a:pt x="5011" y="3525"/>
                  </a:cubicBezTo>
                  <a:cubicBezTo>
                    <a:pt x="5313" y="2806"/>
                    <a:pt x="5215" y="1890"/>
                    <a:pt x="4700" y="1171"/>
                  </a:cubicBezTo>
                  <a:cubicBezTo>
                    <a:pt x="4230" y="430"/>
                    <a:pt x="3398" y="1"/>
                    <a:pt x="253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6"/>
            <p:cNvSpPr/>
            <p:nvPr/>
          </p:nvSpPr>
          <p:spPr>
            <a:xfrm>
              <a:off x="2000500" y="947950"/>
              <a:ext cx="145725" cy="130550"/>
            </a:xfrm>
            <a:custGeom>
              <a:avLst/>
              <a:gdLst/>
              <a:ahLst/>
              <a:cxnLst/>
              <a:rect l="l" t="t" r="r" b="b"/>
              <a:pathLst>
                <a:path w="5829" h="5222" extrusionOk="0">
                  <a:moveTo>
                    <a:pt x="2811" y="0"/>
                  </a:moveTo>
                  <a:cubicBezTo>
                    <a:pt x="1818" y="0"/>
                    <a:pt x="888" y="591"/>
                    <a:pt x="515" y="1571"/>
                  </a:cubicBezTo>
                  <a:cubicBezTo>
                    <a:pt x="1" y="2895"/>
                    <a:pt x="614" y="4432"/>
                    <a:pt x="1946" y="5045"/>
                  </a:cubicBezTo>
                  <a:cubicBezTo>
                    <a:pt x="2259" y="5165"/>
                    <a:pt x="2584" y="5222"/>
                    <a:pt x="2904" y="5222"/>
                  </a:cubicBezTo>
                  <a:cubicBezTo>
                    <a:pt x="3939" y="5222"/>
                    <a:pt x="4926" y="4625"/>
                    <a:pt x="5313" y="3614"/>
                  </a:cubicBezTo>
                  <a:cubicBezTo>
                    <a:pt x="5828" y="2282"/>
                    <a:pt x="5215" y="754"/>
                    <a:pt x="3883" y="239"/>
                  </a:cubicBezTo>
                  <a:cubicBezTo>
                    <a:pt x="3533" y="77"/>
                    <a:pt x="3168" y="0"/>
                    <a:pt x="2811"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6"/>
            <p:cNvSpPr/>
            <p:nvPr/>
          </p:nvSpPr>
          <p:spPr>
            <a:xfrm>
              <a:off x="2008275" y="999875"/>
              <a:ext cx="132825" cy="78625"/>
            </a:xfrm>
            <a:custGeom>
              <a:avLst/>
              <a:gdLst/>
              <a:ahLst/>
              <a:cxnLst/>
              <a:rect l="l" t="t" r="r" b="b"/>
              <a:pathLst>
                <a:path w="5313" h="3145" extrusionOk="0">
                  <a:moveTo>
                    <a:pt x="5108" y="1"/>
                  </a:moveTo>
                  <a:cubicBezTo>
                    <a:pt x="5108" y="311"/>
                    <a:pt x="5108" y="614"/>
                    <a:pt x="4904" y="1022"/>
                  </a:cubicBezTo>
                  <a:cubicBezTo>
                    <a:pt x="4525" y="2002"/>
                    <a:pt x="3598" y="2593"/>
                    <a:pt x="2604" y="2593"/>
                  </a:cubicBezTo>
                  <a:cubicBezTo>
                    <a:pt x="2247" y="2593"/>
                    <a:pt x="1881" y="2517"/>
                    <a:pt x="1529" y="2355"/>
                  </a:cubicBezTo>
                  <a:cubicBezTo>
                    <a:pt x="711" y="2044"/>
                    <a:pt x="204" y="1333"/>
                    <a:pt x="0" y="516"/>
                  </a:cubicBezTo>
                  <a:lnTo>
                    <a:pt x="0" y="516"/>
                  </a:lnTo>
                  <a:cubicBezTo>
                    <a:pt x="0" y="1537"/>
                    <a:pt x="613" y="2559"/>
                    <a:pt x="1635" y="2968"/>
                  </a:cubicBezTo>
                  <a:cubicBezTo>
                    <a:pt x="1948" y="3088"/>
                    <a:pt x="2273" y="3145"/>
                    <a:pt x="2593" y="3145"/>
                  </a:cubicBezTo>
                  <a:cubicBezTo>
                    <a:pt x="3628" y="3145"/>
                    <a:pt x="4615" y="2548"/>
                    <a:pt x="5002" y="1537"/>
                  </a:cubicBezTo>
                  <a:cubicBezTo>
                    <a:pt x="5207" y="1022"/>
                    <a:pt x="5313" y="516"/>
                    <a:pt x="5108"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26"/>
            <p:cNvSpPr/>
            <p:nvPr/>
          </p:nvSpPr>
          <p:spPr>
            <a:xfrm>
              <a:off x="2010725" y="987225"/>
              <a:ext cx="122625" cy="58650"/>
            </a:xfrm>
            <a:custGeom>
              <a:avLst/>
              <a:gdLst/>
              <a:ahLst/>
              <a:cxnLst/>
              <a:rect l="l" t="t" r="r" b="b"/>
              <a:pathLst>
                <a:path w="4905" h="2346" extrusionOk="0">
                  <a:moveTo>
                    <a:pt x="106" y="0"/>
                  </a:moveTo>
                  <a:lnTo>
                    <a:pt x="106" y="98"/>
                  </a:lnTo>
                  <a:cubicBezTo>
                    <a:pt x="0" y="204"/>
                    <a:pt x="0" y="302"/>
                    <a:pt x="0" y="409"/>
                  </a:cubicBezTo>
                  <a:lnTo>
                    <a:pt x="4806" y="2346"/>
                  </a:lnTo>
                  <a:cubicBezTo>
                    <a:pt x="4806" y="2248"/>
                    <a:pt x="4806" y="2248"/>
                    <a:pt x="4904" y="2141"/>
                  </a:cubicBezTo>
                  <a:lnTo>
                    <a:pt x="4904" y="2043"/>
                  </a:lnTo>
                  <a:lnTo>
                    <a:pt x="106"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26"/>
            <p:cNvSpPr/>
            <p:nvPr/>
          </p:nvSpPr>
          <p:spPr>
            <a:xfrm>
              <a:off x="2010725" y="984550"/>
              <a:ext cx="125275" cy="58875"/>
            </a:xfrm>
            <a:custGeom>
              <a:avLst/>
              <a:gdLst/>
              <a:ahLst/>
              <a:cxnLst/>
              <a:rect l="l" t="t" r="r" b="b"/>
              <a:pathLst>
                <a:path w="5011" h="2355" extrusionOk="0">
                  <a:moveTo>
                    <a:pt x="205" y="1"/>
                  </a:moveTo>
                  <a:cubicBezTo>
                    <a:pt x="106" y="1"/>
                    <a:pt x="106" y="107"/>
                    <a:pt x="106" y="107"/>
                  </a:cubicBezTo>
                  <a:cubicBezTo>
                    <a:pt x="106" y="205"/>
                    <a:pt x="106" y="205"/>
                    <a:pt x="0" y="311"/>
                  </a:cubicBezTo>
                  <a:lnTo>
                    <a:pt x="4806" y="2355"/>
                  </a:lnTo>
                  <a:cubicBezTo>
                    <a:pt x="4904" y="2248"/>
                    <a:pt x="4904" y="2248"/>
                    <a:pt x="4904" y="2150"/>
                  </a:cubicBezTo>
                  <a:cubicBezTo>
                    <a:pt x="4904" y="2150"/>
                    <a:pt x="4904" y="2044"/>
                    <a:pt x="5010" y="2044"/>
                  </a:cubicBezTo>
                  <a:lnTo>
                    <a:pt x="2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26"/>
            <p:cNvSpPr/>
            <p:nvPr/>
          </p:nvSpPr>
          <p:spPr>
            <a:xfrm>
              <a:off x="2176850" y="1027900"/>
              <a:ext cx="132825" cy="130375"/>
            </a:xfrm>
            <a:custGeom>
              <a:avLst/>
              <a:gdLst/>
              <a:ahLst/>
              <a:cxnLst/>
              <a:rect l="l" t="t" r="r" b="b"/>
              <a:pathLst>
                <a:path w="5313" h="5215" extrusionOk="0">
                  <a:moveTo>
                    <a:pt x="2562" y="1"/>
                  </a:moveTo>
                  <a:cubicBezTo>
                    <a:pt x="2135" y="1"/>
                    <a:pt x="1707" y="102"/>
                    <a:pt x="1324" y="310"/>
                  </a:cubicBezTo>
                  <a:lnTo>
                    <a:pt x="1226" y="310"/>
                  </a:lnTo>
                  <a:cubicBezTo>
                    <a:pt x="1226" y="416"/>
                    <a:pt x="1226" y="416"/>
                    <a:pt x="1120" y="416"/>
                  </a:cubicBezTo>
                  <a:cubicBezTo>
                    <a:pt x="1120" y="416"/>
                    <a:pt x="1120" y="514"/>
                    <a:pt x="1022" y="514"/>
                  </a:cubicBezTo>
                  <a:lnTo>
                    <a:pt x="916" y="621"/>
                  </a:lnTo>
                  <a:lnTo>
                    <a:pt x="817" y="621"/>
                  </a:lnTo>
                  <a:cubicBezTo>
                    <a:pt x="711" y="825"/>
                    <a:pt x="507" y="1029"/>
                    <a:pt x="409" y="1234"/>
                  </a:cubicBezTo>
                  <a:lnTo>
                    <a:pt x="303" y="1332"/>
                  </a:lnTo>
                  <a:lnTo>
                    <a:pt x="303" y="1438"/>
                  </a:lnTo>
                  <a:cubicBezTo>
                    <a:pt x="204" y="1536"/>
                    <a:pt x="204" y="1536"/>
                    <a:pt x="204" y="1642"/>
                  </a:cubicBezTo>
                  <a:cubicBezTo>
                    <a:pt x="98" y="1740"/>
                    <a:pt x="98" y="1847"/>
                    <a:pt x="98" y="1847"/>
                  </a:cubicBezTo>
                  <a:cubicBezTo>
                    <a:pt x="98" y="1945"/>
                    <a:pt x="98" y="2051"/>
                    <a:pt x="0" y="2051"/>
                  </a:cubicBezTo>
                  <a:lnTo>
                    <a:pt x="0" y="2149"/>
                  </a:lnTo>
                  <a:lnTo>
                    <a:pt x="0" y="2353"/>
                  </a:lnTo>
                  <a:lnTo>
                    <a:pt x="0" y="2558"/>
                  </a:lnTo>
                  <a:lnTo>
                    <a:pt x="0" y="2664"/>
                  </a:lnTo>
                  <a:lnTo>
                    <a:pt x="0" y="2868"/>
                  </a:lnTo>
                  <a:lnTo>
                    <a:pt x="0" y="3073"/>
                  </a:lnTo>
                  <a:lnTo>
                    <a:pt x="0" y="3171"/>
                  </a:lnTo>
                  <a:cubicBezTo>
                    <a:pt x="98" y="3171"/>
                    <a:pt x="98" y="3277"/>
                    <a:pt x="98" y="3375"/>
                  </a:cubicBezTo>
                  <a:cubicBezTo>
                    <a:pt x="98" y="3481"/>
                    <a:pt x="204" y="3481"/>
                    <a:pt x="204" y="3580"/>
                  </a:cubicBezTo>
                  <a:lnTo>
                    <a:pt x="204" y="3686"/>
                  </a:lnTo>
                  <a:lnTo>
                    <a:pt x="303" y="3784"/>
                  </a:lnTo>
                  <a:lnTo>
                    <a:pt x="303" y="3890"/>
                  </a:lnTo>
                  <a:cubicBezTo>
                    <a:pt x="409" y="3890"/>
                    <a:pt x="409" y="3988"/>
                    <a:pt x="409" y="4094"/>
                  </a:cubicBezTo>
                  <a:cubicBezTo>
                    <a:pt x="711" y="4397"/>
                    <a:pt x="1022" y="4707"/>
                    <a:pt x="1431" y="4912"/>
                  </a:cubicBezTo>
                  <a:cubicBezTo>
                    <a:pt x="1431" y="4912"/>
                    <a:pt x="1529" y="5010"/>
                    <a:pt x="1635" y="5010"/>
                  </a:cubicBezTo>
                  <a:cubicBezTo>
                    <a:pt x="1733" y="5010"/>
                    <a:pt x="1839" y="5116"/>
                    <a:pt x="1839" y="5116"/>
                  </a:cubicBezTo>
                  <a:lnTo>
                    <a:pt x="2142" y="5116"/>
                  </a:lnTo>
                  <a:cubicBezTo>
                    <a:pt x="2248" y="5214"/>
                    <a:pt x="2452" y="5214"/>
                    <a:pt x="2657" y="5214"/>
                  </a:cubicBezTo>
                  <a:cubicBezTo>
                    <a:pt x="2959" y="5214"/>
                    <a:pt x="3368" y="5116"/>
                    <a:pt x="3776" y="4912"/>
                  </a:cubicBezTo>
                  <a:cubicBezTo>
                    <a:pt x="3883" y="4912"/>
                    <a:pt x="3883" y="4912"/>
                    <a:pt x="3883" y="4806"/>
                  </a:cubicBezTo>
                  <a:lnTo>
                    <a:pt x="3981" y="4806"/>
                  </a:lnTo>
                  <a:cubicBezTo>
                    <a:pt x="3981" y="4806"/>
                    <a:pt x="4087" y="4806"/>
                    <a:pt x="4087" y="4707"/>
                  </a:cubicBezTo>
                  <a:cubicBezTo>
                    <a:pt x="4087" y="4707"/>
                    <a:pt x="4185" y="4707"/>
                    <a:pt x="4185" y="4601"/>
                  </a:cubicBezTo>
                  <a:lnTo>
                    <a:pt x="4291" y="4601"/>
                  </a:lnTo>
                  <a:cubicBezTo>
                    <a:pt x="4389" y="4503"/>
                    <a:pt x="4389" y="4503"/>
                    <a:pt x="4389" y="4397"/>
                  </a:cubicBezTo>
                  <a:lnTo>
                    <a:pt x="4496" y="4397"/>
                  </a:lnTo>
                  <a:cubicBezTo>
                    <a:pt x="4496" y="4299"/>
                    <a:pt x="4594" y="4299"/>
                    <a:pt x="4594" y="4299"/>
                  </a:cubicBezTo>
                  <a:cubicBezTo>
                    <a:pt x="4594" y="4193"/>
                    <a:pt x="4594" y="4193"/>
                    <a:pt x="4700" y="4193"/>
                  </a:cubicBezTo>
                  <a:cubicBezTo>
                    <a:pt x="4700" y="4193"/>
                    <a:pt x="4700" y="4094"/>
                    <a:pt x="4798" y="3988"/>
                  </a:cubicBezTo>
                  <a:cubicBezTo>
                    <a:pt x="4798" y="3890"/>
                    <a:pt x="4904" y="3890"/>
                    <a:pt x="4904" y="3784"/>
                  </a:cubicBezTo>
                  <a:cubicBezTo>
                    <a:pt x="5002" y="3686"/>
                    <a:pt x="5002" y="3686"/>
                    <a:pt x="5002" y="3580"/>
                  </a:cubicBezTo>
                  <a:lnTo>
                    <a:pt x="5002" y="3481"/>
                  </a:lnTo>
                  <a:cubicBezTo>
                    <a:pt x="5313" y="2762"/>
                    <a:pt x="5207" y="1847"/>
                    <a:pt x="4700" y="1127"/>
                  </a:cubicBezTo>
                  <a:cubicBezTo>
                    <a:pt x="4224" y="387"/>
                    <a:pt x="3395" y="1"/>
                    <a:pt x="2562"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26"/>
            <p:cNvSpPr/>
            <p:nvPr/>
          </p:nvSpPr>
          <p:spPr>
            <a:xfrm>
              <a:off x="2161525" y="1015900"/>
              <a:ext cx="148150" cy="129025"/>
            </a:xfrm>
            <a:custGeom>
              <a:avLst/>
              <a:gdLst/>
              <a:ahLst/>
              <a:cxnLst/>
              <a:rect l="l" t="t" r="r" b="b"/>
              <a:pathLst>
                <a:path w="5926" h="5161" extrusionOk="0">
                  <a:moveTo>
                    <a:pt x="3021" y="0"/>
                  </a:moveTo>
                  <a:cubicBezTo>
                    <a:pt x="1981" y="0"/>
                    <a:pt x="975" y="597"/>
                    <a:pt x="507" y="1607"/>
                  </a:cubicBezTo>
                  <a:cubicBezTo>
                    <a:pt x="0" y="2940"/>
                    <a:pt x="613" y="4468"/>
                    <a:pt x="1937" y="4983"/>
                  </a:cubicBezTo>
                  <a:cubicBezTo>
                    <a:pt x="2252" y="5103"/>
                    <a:pt x="2578" y="5160"/>
                    <a:pt x="2899" y="5160"/>
                  </a:cubicBezTo>
                  <a:cubicBezTo>
                    <a:pt x="3936" y="5160"/>
                    <a:pt x="4920" y="4564"/>
                    <a:pt x="5313" y="3553"/>
                  </a:cubicBezTo>
                  <a:cubicBezTo>
                    <a:pt x="5926" y="2220"/>
                    <a:pt x="5313" y="692"/>
                    <a:pt x="3981" y="177"/>
                  </a:cubicBezTo>
                  <a:cubicBezTo>
                    <a:pt x="3667" y="57"/>
                    <a:pt x="3342" y="0"/>
                    <a:pt x="3021"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26"/>
            <p:cNvSpPr/>
            <p:nvPr/>
          </p:nvSpPr>
          <p:spPr>
            <a:xfrm>
              <a:off x="2169075" y="1066300"/>
              <a:ext cx="132850" cy="78625"/>
            </a:xfrm>
            <a:custGeom>
              <a:avLst/>
              <a:gdLst/>
              <a:ahLst/>
              <a:cxnLst/>
              <a:rect l="l" t="t" r="r" b="b"/>
              <a:pathLst>
                <a:path w="5314" h="3145" extrusionOk="0">
                  <a:moveTo>
                    <a:pt x="5215" y="0"/>
                  </a:moveTo>
                  <a:cubicBezTo>
                    <a:pt x="5215" y="311"/>
                    <a:pt x="5109" y="719"/>
                    <a:pt x="5011" y="1022"/>
                  </a:cubicBezTo>
                  <a:cubicBezTo>
                    <a:pt x="4560" y="2002"/>
                    <a:pt x="3609" y="2593"/>
                    <a:pt x="2611" y="2593"/>
                  </a:cubicBezTo>
                  <a:cubicBezTo>
                    <a:pt x="2252" y="2593"/>
                    <a:pt x="1887" y="2516"/>
                    <a:pt x="1537" y="2354"/>
                  </a:cubicBezTo>
                  <a:cubicBezTo>
                    <a:pt x="818" y="2044"/>
                    <a:pt x="205" y="1332"/>
                    <a:pt x="1" y="515"/>
                  </a:cubicBezTo>
                  <a:lnTo>
                    <a:pt x="1" y="515"/>
                  </a:lnTo>
                  <a:cubicBezTo>
                    <a:pt x="1" y="1537"/>
                    <a:pt x="614" y="2558"/>
                    <a:pt x="1635" y="2967"/>
                  </a:cubicBezTo>
                  <a:cubicBezTo>
                    <a:pt x="1950" y="3087"/>
                    <a:pt x="2276" y="3144"/>
                    <a:pt x="2597" y="3144"/>
                  </a:cubicBezTo>
                  <a:cubicBezTo>
                    <a:pt x="3634" y="3144"/>
                    <a:pt x="4618" y="2548"/>
                    <a:pt x="5011" y="1537"/>
                  </a:cubicBezTo>
                  <a:cubicBezTo>
                    <a:pt x="5313" y="1022"/>
                    <a:pt x="5313" y="515"/>
                    <a:pt x="5215"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6"/>
            <p:cNvSpPr/>
            <p:nvPr/>
          </p:nvSpPr>
          <p:spPr>
            <a:xfrm>
              <a:off x="2171725" y="1056075"/>
              <a:ext cx="122625" cy="56225"/>
            </a:xfrm>
            <a:custGeom>
              <a:avLst/>
              <a:gdLst/>
              <a:ahLst/>
              <a:cxnLst/>
              <a:rect l="l" t="t" r="r" b="b"/>
              <a:pathLst>
                <a:path w="4905" h="2249" extrusionOk="0">
                  <a:moveTo>
                    <a:pt x="99" y="0"/>
                  </a:moveTo>
                  <a:lnTo>
                    <a:pt x="99" y="107"/>
                  </a:lnTo>
                  <a:cubicBezTo>
                    <a:pt x="99" y="107"/>
                    <a:pt x="99" y="205"/>
                    <a:pt x="1" y="311"/>
                  </a:cubicBezTo>
                  <a:lnTo>
                    <a:pt x="4799" y="2248"/>
                  </a:lnTo>
                  <a:cubicBezTo>
                    <a:pt x="4799" y="2248"/>
                    <a:pt x="4905" y="2150"/>
                    <a:pt x="4905" y="2044"/>
                  </a:cubicBezTo>
                  <a:lnTo>
                    <a:pt x="4905" y="1946"/>
                  </a:lnTo>
                  <a:lnTo>
                    <a:pt x="99"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6"/>
            <p:cNvSpPr/>
            <p:nvPr/>
          </p:nvSpPr>
          <p:spPr>
            <a:xfrm>
              <a:off x="2174175" y="1050975"/>
              <a:ext cx="122625" cy="58875"/>
            </a:xfrm>
            <a:custGeom>
              <a:avLst/>
              <a:gdLst/>
              <a:ahLst/>
              <a:cxnLst/>
              <a:rect l="l" t="t" r="r" b="b"/>
              <a:pathLst>
                <a:path w="4905" h="2355" extrusionOk="0">
                  <a:moveTo>
                    <a:pt x="107" y="0"/>
                  </a:moveTo>
                  <a:cubicBezTo>
                    <a:pt x="107" y="106"/>
                    <a:pt x="107" y="106"/>
                    <a:pt x="1" y="204"/>
                  </a:cubicBezTo>
                  <a:lnTo>
                    <a:pt x="1" y="311"/>
                  </a:lnTo>
                  <a:lnTo>
                    <a:pt x="4807" y="2354"/>
                  </a:lnTo>
                  <a:lnTo>
                    <a:pt x="4807" y="2150"/>
                  </a:lnTo>
                  <a:cubicBezTo>
                    <a:pt x="4905" y="2150"/>
                    <a:pt x="4905" y="2043"/>
                    <a:pt x="4905" y="2043"/>
                  </a:cubicBezTo>
                  <a:lnTo>
                    <a:pt x="10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6"/>
            <p:cNvSpPr/>
            <p:nvPr/>
          </p:nvSpPr>
          <p:spPr>
            <a:xfrm>
              <a:off x="1466775" y="908700"/>
              <a:ext cx="132850" cy="130700"/>
            </a:xfrm>
            <a:custGeom>
              <a:avLst/>
              <a:gdLst/>
              <a:ahLst/>
              <a:cxnLst/>
              <a:rect l="l" t="t" r="r" b="b"/>
              <a:pathLst>
                <a:path w="5314" h="5228" extrusionOk="0">
                  <a:moveTo>
                    <a:pt x="2633" y="0"/>
                  </a:moveTo>
                  <a:cubicBezTo>
                    <a:pt x="2180" y="0"/>
                    <a:pt x="1727" y="125"/>
                    <a:pt x="1325" y="378"/>
                  </a:cubicBezTo>
                  <a:cubicBezTo>
                    <a:pt x="1227" y="378"/>
                    <a:pt x="1227" y="485"/>
                    <a:pt x="1120" y="485"/>
                  </a:cubicBezTo>
                  <a:lnTo>
                    <a:pt x="1120" y="583"/>
                  </a:lnTo>
                  <a:lnTo>
                    <a:pt x="1022" y="583"/>
                  </a:lnTo>
                  <a:lnTo>
                    <a:pt x="916" y="689"/>
                  </a:lnTo>
                  <a:lnTo>
                    <a:pt x="409" y="1196"/>
                  </a:lnTo>
                  <a:cubicBezTo>
                    <a:pt x="409" y="1302"/>
                    <a:pt x="409" y="1400"/>
                    <a:pt x="303" y="1400"/>
                  </a:cubicBezTo>
                  <a:lnTo>
                    <a:pt x="303" y="1506"/>
                  </a:lnTo>
                  <a:cubicBezTo>
                    <a:pt x="303" y="1506"/>
                    <a:pt x="303" y="1604"/>
                    <a:pt x="205" y="1604"/>
                  </a:cubicBezTo>
                  <a:lnTo>
                    <a:pt x="205" y="1711"/>
                  </a:lnTo>
                  <a:cubicBezTo>
                    <a:pt x="205" y="1711"/>
                    <a:pt x="205" y="1809"/>
                    <a:pt x="99" y="1915"/>
                  </a:cubicBezTo>
                  <a:lnTo>
                    <a:pt x="99" y="2119"/>
                  </a:lnTo>
                  <a:lnTo>
                    <a:pt x="99" y="2217"/>
                  </a:lnTo>
                  <a:lnTo>
                    <a:pt x="99" y="2324"/>
                  </a:lnTo>
                  <a:lnTo>
                    <a:pt x="1" y="2422"/>
                  </a:lnTo>
                  <a:lnTo>
                    <a:pt x="1" y="2626"/>
                  </a:lnTo>
                  <a:lnTo>
                    <a:pt x="1" y="2830"/>
                  </a:lnTo>
                  <a:cubicBezTo>
                    <a:pt x="1" y="2937"/>
                    <a:pt x="99" y="2937"/>
                    <a:pt x="99" y="2937"/>
                  </a:cubicBezTo>
                  <a:lnTo>
                    <a:pt x="99" y="3141"/>
                  </a:lnTo>
                  <a:lnTo>
                    <a:pt x="99" y="3345"/>
                  </a:lnTo>
                  <a:lnTo>
                    <a:pt x="99" y="3443"/>
                  </a:lnTo>
                  <a:cubicBezTo>
                    <a:pt x="205" y="3443"/>
                    <a:pt x="205" y="3550"/>
                    <a:pt x="205" y="3648"/>
                  </a:cubicBezTo>
                  <a:cubicBezTo>
                    <a:pt x="303" y="3754"/>
                    <a:pt x="303" y="3754"/>
                    <a:pt x="303" y="3852"/>
                  </a:cubicBezTo>
                  <a:lnTo>
                    <a:pt x="409" y="3852"/>
                  </a:lnTo>
                  <a:cubicBezTo>
                    <a:pt x="409" y="3958"/>
                    <a:pt x="409" y="4056"/>
                    <a:pt x="507" y="4056"/>
                  </a:cubicBezTo>
                  <a:cubicBezTo>
                    <a:pt x="712" y="4465"/>
                    <a:pt x="1120" y="4776"/>
                    <a:pt x="1431" y="4980"/>
                  </a:cubicBezTo>
                  <a:cubicBezTo>
                    <a:pt x="1529" y="4980"/>
                    <a:pt x="1635" y="4980"/>
                    <a:pt x="1635" y="5078"/>
                  </a:cubicBezTo>
                  <a:lnTo>
                    <a:pt x="1938" y="5078"/>
                  </a:lnTo>
                  <a:cubicBezTo>
                    <a:pt x="1938" y="5184"/>
                    <a:pt x="2044" y="5184"/>
                    <a:pt x="2142" y="5184"/>
                  </a:cubicBezTo>
                  <a:cubicBezTo>
                    <a:pt x="2278" y="5184"/>
                    <a:pt x="2371" y="5228"/>
                    <a:pt x="2478" y="5228"/>
                  </a:cubicBezTo>
                  <a:cubicBezTo>
                    <a:pt x="2532" y="5228"/>
                    <a:pt x="2589" y="5217"/>
                    <a:pt x="2657" y="5184"/>
                  </a:cubicBezTo>
                  <a:cubicBezTo>
                    <a:pt x="3066" y="5184"/>
                    <a:pt x="3474" y="5184"/>
                    <a:pt x="3777" y="4980"/>
                  </a:cubicBezTo>
                  <a:lnTo>
                    <a:pt x="3883" y="4980"/>
                  </a:lnTo>
                  <a:cubicBezTo>
                    <a:pt x="3883" y="4874"/>
                    <a:pt x="3883" y="4874"/>
                    <a:pt x="3981" y="4874"/>
                  </a:cubicBezTo>
                  <a:lnTo>
                    <a:pt x="4087" y="4776"/>
                  </a:lnTo>
                  <a:cubicBezTo>
                    <a:pt x="4185" y="4776"/>
                    <a:pt x="4185" y="4669"/>
                    <a:pt x="4292" y="4669"/>
                  </a:cubicBezTo>
                  <a:cubicBezTo>
                    <a:pt x="4292" y="4571"/>
                    <a:pt x="4292" y="4571"/>
                    <a:pt x="4390" y="4571"/>
                  </a:cubicBezTo>
                  <a:cubicBezTo>
                    <a:pt x="4390" y="4571"/>
                    <a:pt x="4390" y="4465"/>
                    <a:pt x="4496" y="4465"/>
                  </a:cubicBezTo>
                  <a:lnTo>
                    <a:pt x="4496" y="4367"/>
                  </a:lnTo>
                  <a:cubicBezTo>
                    <a:pt x="4594" y="4367"/>
                    <a:pt x="4594" y="4367"/>
                    <a:pt x="4594" y="4261"/>
                  </a:cubicBezTo>
                  <a:lnTo>
                    <a:pt x="4700" y="4261"/>
                  </a:lnTo>
                  <a:cubicBezTo>
                    <a:pt x="4700" y="4163"/>
                    <a:pt x="4798" y="4163"/>
                    <a:pt x="4798" y="4056"/>
                  </a:cubicBezTo>
                  <a:cubicBezTo>
                    <a:pt x="4798" y="4056"/>
                    <a:pt x="4798" y="3958"/>
                    <a:pt x="4905" y="3958"/>
                  </a:cubicBezTo>
                  <a:lnTo>
                    <a:pt x="4905" y="3852"/>
                  </a:lnTo>
                  <a:lnTo>
                    <a:pt x="5003" y="3754"/>
                  </a:lnTo>
                  <a:lnTo>
                    <a:pt x="5003" y="3648"/>
                  </a:lnTo>
                  <a:lnTo>
                    <a:pt x="5109" y="3550"/>
                  </a:lnTo>
                  <a:cubicBezTo>
                    <a:pt x="5313" y="2732"/>
                    <a:pt x="5313" y="1915"/>
                    <a:pt x="4798" y="1196"/>
                  </a:cubicBezTo>
                  <a:cubicBezTo>
                    <a:pt x="4272" y="407"/>
                    <a:pt x="3452" y="0"/>
                    <a:pt x="263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6"/>
            <p:cNvSpPr/>
            <p:nvPr/>
          </p:nvSpPr>
          <p:spPr>
            <a:xfrm>
              <a:off x="1451450" y="896850"/>
              <a:ext cx="148175" cy="130575"/>
            </a:xfrm>
            <a:custGeom>
              <a:avLst/>
              <a:gdLst/>
              <a:ahLst/>
              <a:cxnLst/>
              <a:rect l="l" t="t" r="r" b="b"/>
              <a:pathLst>
                <a:path w="5927" h="5223" extrusionOk="0">
                  <a:moveTo>
                    <a:pt x="2909" y="1"/>
                  </a:moveTo>
                  <a:cubicBezTo>
                    <a:pt x="1916" y="1"/>
                    <a:pt x="986" y="592"/>
                    <a:pt x="614" y="1572"/>
                  </a:cubicBezTo>
                  <a:cubicBezTo>
                    <a:pt x="1" y="2896"/>
                    <a:pt x="614" y="4432"/>
                    <a:pt x="1938" y="5045"/>
                  </a:cubicBezTo>
                  <a:cubicBezTo>
                    <a:pt x="2253" y="5165"/>
                    <a:pt x="2579" y="5222"/>
                    <a:pt x="2901" y="5222"/>
                  </a:cubicBezTo>
                  <a:cubicBezTo>
                    <a:pt x="3942" y="5222"/>
                    <a:pt x="4943" y="4626"/>
                    <a:pt x="5411" y="3615"/>
                  </a:cubicBezTo>
                  <a:cubicBezTo>
                    <a:pt x="5926" y="2283"/>
                    <a:pt x="5313" y="754"/>
                    <a:pt x="3981" y="239"/>
                  </a:cubicBezTo>
                  <a:cubicBezTo>
                    <a:pt x="3631" y="77"/>
                    <a:pt x="3266" y="1"/>
                    <a:pt x="2909"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6"/>
            <p:cNvSpPr/>
            <p:nvPr/>
          </p:nvSpPr>
          <p:spPr>
            <a:xfrm>
              <a:off x="1461675" y="948800"/>
              <a:ext cx="130175" cy="78625"/>
            </a:xfrm>
            <a:custGeom>
              <a:avLst/>
              <a:gdLst/>
              <a:ahLst/>
              <a:cxnLst/>
              <a:rect l="l" t="t" r="r" b="b"/>
              <a:pathLst>
                <a:path w="5207" h="3145" extrusionOk="0">
                  <a:moveTo>
                    <a:pt x="5109" y="0"/>
                  </a:moveTo>
                  <a:cubicBezTo>
                    <a:pt x="5109" y="311"/>
                    <a:pt x="5109" y="613"/>
                    <a:pt x="4904" y="924"/>
                  </a:cubicBezTo>
                  <a:cubicBezTo>
                    <a:pt x="4511" y="1935"/>
                    <a:pt x="3527" y="2531"/>
                    <a:pt x="2491" y="2531"/>
                  </a:cubicBezTo>
                  <a:cubicBezTo>
                    <a:pt x="2170" y="2531"/>
                    <a:pt x="1844" y="2474"/>
                    <a:pt x="1529" y="2354"/>
                  </a:cubicBezTo>
                  <a:cubicBezTo>
                    <a:pt x="711" y="2044"/>
                    <a:pt x="205" y="1333"/>
                    <a:pt x="0" y="515"/>
                  </a:cubicBezTo>
                  <a:lnTo>
                    <a:pt x="0" y="515"/>
                  </a:lnTo>
                  <a:cubicBezTo>
                    <a:pt x="0" y="1537"/>
                    <a:pt x="613" y="2559"/>
                    <a:pt x="1529" y="2967"/>
                  </a:cubicBezTo>
                  <a:cubicBezTo>
                    <a:pt x="1844" y="3087"/>
                    <a:pt x="2170" y="3144"/>
                    <a:pt x="2492" y="3144"/>
                  </a:cubicBezTo>
                  <a:cubicBezTo>
                    <a:pt x="3533" y="3144"/>
                    <a:pt x="4534" y="2548"/>
                    <a:pt x="5002" y="1537"/>
                  </a:cubicBezTo>
                  <a:cubicBezTo>
                    <a:pt x="5207" y="1022"/>
                    <a:pt x="5207" y="515"/>
                    <a:pt x="5109"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6"/>
            <p:cNvSpPr/>
            <p:nvPr/>
          </p:nvSpPr>
          <p:spPr>
            <a:xfrm>
              <a:off x="1464125" y="936125"/>
              <a:ext cx="122625" cy="58675"/>
            </a:xfrm>
            <a:custGeom>
              <a:avLst/>
              <a:gdLst/>
              <a:ahLst/>
              <a:cxnLst/>
              <a:rect l="l" t="t" r="r" b="b"/>
              <a:pathLst>
                <a:path w="4905" h="2347" extrusionOk="0">
                  <a:moveTo>
                    <a:pt x="107" y="1"/>
                  </a:moveTo>
                  <a:cubicBezTo>
                    <a:pt x="107" y="99"/>
                    <a:pt x="107" y="99"/>
                    <a:pt x="0" y="99"/>
                  </a:cubicBezTo>
                  <a:lnTo>
                    <a:pt x="0" y="303"/>
                  </a:lnTo>
                  <a:lnTo>
                    <a:pt x="4700" y="2346"/>
                  </a:lnTo>
                  <a:cubicBezTo>
                    <a:pt x="4806" y="2248"/>
                    <a:pt x="4806" y="2248"/>
                    <a:pt x="4806" y="2142"/>
                  </a:cubicBezTo>
                  <a:cubicBezTo>
                    <a:pt x="4904" y="2142"/>
                    <a:pt x="4904" y="2044"/>
                    <a:pt x="4904" y="2044"/>
                  </a:cubicBezTo>
                  <a:lnTo>
                    <a:pt x="107"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6"/>
            <p:cNvSpPr/>
            <p:nvPr/>
          </p:nvSpPr>
          <p:spPr>
            <a:xfrm>
              <a:off x="1464125" y="933475"/>
              <a:ext cx="122625" cy="56225"/>
            </a:xfrm>
            <a:custGeom>
              <a:avLst/>
              <a:gdLst/>
              <a:ahLst/>
              <a:cxnLst/>
              <a:rect l="l" t="t" r="r" b="b"/>
              <a:pathLst>
                <a:path w="4905" h="2249" extrusionOk="0">
                  <a:moveTo>
                    <a:pt x="205" y="0"/>
                  </a:moveTo>
                  <a:cubicBezTo>
                    <a:pt x="107" y="0"/>
                    <a:pt x="107" y="107"/>
                    <a:pt x="107" y="107"/>
                  </a:cubicBezTo>
                  <a:cubicBezTo>
                    <a:pt x="107" y="205"/>
                    <a:pt x="0" y="205"/>
                    <a:pt x="0" y="311"/>
                  </a:cubicBezTo>
                  <a:lnTo>
                    <a:pt x="4806" y="2248"/>
                  </a:lnTo>
                  <a:cubicBezTo>
                    <a:pt x="4806" y="2248"/>
                    <a:pt x="4904" y="2248"/>
                    <a:pt x="4904" y="2150"/>
                  </a:cubicBezTo>
                  <a:lnTo>
                    <a:pt x="4904" y="1946"/>
                  </a:lnTo>
                  <a:lnTo>
                    <a:pt x="20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6"/>
            <p:cNvSpPr/>
            <p:nvPr/>
          </p:nvSpPr>
          <p:spPr>
            <a:xfrm>
              <a:off x="1630250" y="976825"/>
              <a:ext cx="132850" cy="130350"/>
            </a:xfrm>
            <a:custGeom>
              <a:avLst/>
              <a:gdLst/>
              <a:ahLst/>
              <a:cxnLst/>
              <a:rect l="l" t="t" r="r" b="b"/>
              <a:pathLst>
                <a:path w="5314" h="5214" extrusionOk="0">
                  <a:moveTo>
                    <a:pt x="2534" y="0"/>
                  </a:moveTo>
                  <a:cubicBezTo>
                    <a:pt x="2092" y="0"/>
                    <a:pt x="1642" y="102"/>
                    <a:pt x="1226" y="310"/>
                  </a:cubicBezTo>
                  <a:cubicBezTo>
                    <a:pt x="1226" y="416"/>
                    <a:pt x="1120" y="416"/>
                    <a:pt x="1120" y="416"/>
                  </a:cubicBezTo>
                  <a:cubicBezTo>
                    <a:pt x="1120" y="416"/>
                    <a:pt x="1022" y="416"/>
                    <a:pt x="1022" y="514"/>
                  </a:cubicBezTo>
                  <a:lnTo>
                    <a:pt x="916" y="514"/>
                  </a:lnTo>
                  <a:cubicBezTo>
                    <a:pt x="916" y="514"/>
                    <a:pt x="916" y="620"/>
                    <a:pt x="818" y="620"/>
                  </a:cubicBezTo>
                  <a:cubicBezTo>
                    <a:pt x="711" y="825"/>
                    <a:pt x="507" y="923"/>
                    <a:pt x="409" y="1127"/>
                  </a:cubicBezTo>
                  <a:lnTo>
                    <a:pt x="409" y="1233"/>
                  </a:lnTo>
                  <a:cubicBezTo>
                    <a:pt x="303" y="1233"/>
                    <a:pt x="303" y="1331"/>
                    <a:pt x="303" y="1331"/>
                  </a:cubicBezTo>
                  <a:lnTo>
                    <a:pt x="205" y="1438"/>
                  </a:lnTo>
                  <a:lnTo>
                    <a:pt x="205" y="1536"/>
                  </a:lnTo>
                  <a:cubicBezTo>
                    <a:pt x="205" y="1642"/>
                    <a:pt x="205" y="1642"/>
                    <a:pt x="98" y="1642"/>
                  </a:cubicBezTo>
                  <a:lnTo>
                    <a:pt x="98" y="1846"/>
                  </a:lnTo>
                  <a:cubicBezTo>
                    <a:pt x="98" y="1944"/>
                    <a:pt x="0" y="2051"/>
                    <a:pt x="0" y="2051"/>
                  </a:cubicBezTo>
                  <a:lnTo>
                    <a:pt x="0" y="2149"/>
                  </a:lnTo>
                  <a:lnTo>
                    <a:pt x="0" y="2255"/>
                  </a:lnTo>
                  <a:lnTo>
                    <a:pt x="0" y="2353"/>
                  </a:lnTo>
                  <a:lnTo>
                    <a:pt x="0" y="2557"/>
                  </a:lnTo>
                  <a:lnTo>
                    <a:pt x="0" y="2868"/>
                  </a:lnTo>
                  <a:lnTo>
                    <a:pt x="0" y="3072"/>
                  </a:lnTo>
                  <a:cubicBezTo>
                    <a:pt x="0" y="3170"/>
                    <a:pt x="98" y="3277"/>
                    <a:pt x="98" y="3375"/>
                  </a:cubicBezTo>
                  <a:cubicBezTo>
                    <a:pt x="98" y="3375"/>
                    <a:pt x="98" y="3481"/>
                    <a:pt x="205" y="3579"/>
                  </a:cubicBezTo>
                  <a:cubicBezTo>
                    <a:pt x="205" y="3685"/>
                    <a:pt x="205" y="3685"/>
                    <a:pt x="303" y="3783"/>
                  </a:cubicBezTo>
                  <a:lnTo>
                    <a:pt x="303" y="3890"/>
                  </a:lnTo>
                  <a:cubicBezTo>
                    <a:pt x="303" y="3890"/>
                    <a:pt x="409" y="3988"/>
                    <a:pt x="409" y="4094"/>
                  </a:cubicBezTo>
                  <a:cubicBezTo>
                    <a:pt x="711" y="4396"/>
                    <a:pt x="1022" y="4707"/>
                    <a:pt x="1431" y="4911"/>
                  </a:cubicBezTo>
                  <a:cubicBezTo>
                    <a:pt x="1431" y="4911"/>
                    <a:pt x="1529" y="5009"/>
                    <a:pt x="1635" y="5009"/>
                  </a:cubicBezTo>
                  <a:cubicBezTo>
                    <a:pt x="1733" y="5009"/>
                    <a:pt x="1733" y="5009"/>
                    <a:pt x="1839" y="5116"/>
                  </a:cubicBezTo>
                  <a:lnTo>
                    <a:pt x="2044" y="5116"/>
                  </a:lnTo>
                  <a:cubicBezTo>
                    <a:pt x="2248" y="5214"/>
                    <a:pt x="2452" y="5214"/>
                    <a:pt x="2550" y="5214"/>
                  </a:cubicBezTo>
                  <a:cubicBezTo>
                    <a:pt x="2959" y="5214"/>
                    <a:pt x="3368" y="5116"/>
                    <a:pt x="3776" y="4911"/>
                  </a:cubicBezTo>
                  <a:lnTo>
                    <a:pt x="3883" y="4805"/>
                  </a:lnTo>
                  <a:lnTo>
                    <a:pt x="3981" y="4805"/>
                  </a:lnTo>
                  <a:cubicBezTo>
                    <a:pt x="3981" y="4805"/>
                    <a:pt x="3981" y="4707"/>
                    <a:pt x="4087" y="4707"/>
                  </a:cubicBezTo>
                  <a:lnTo>
                    <a:pt x="4185" y="4601"/>
                  </a:lnTo>
                  <a:cubicBezTo>
                    <a:pt x="4291" y="4601"/>
                    <a:pt x="4291" y="4601"/>
                    <a:pt x="4291" y="4503"/>
                  </a:cubicBezTo>
                  <a:cubicBezTo>
                    <a:pt x="4291" y="4503"/>
                    <a:pt x="4389" y="4503"/>
                    <a:pt x="4389" y="4396"/>
                  </a:cubicBezTo>
                  <a:lnTo>
                    <a:pt x="4496" y="4396"/>
                  </a:lnTo>
                  <a:cubicBezTo>
                    <a:pt x="4496" y="4298"/>
                    <a:pt x="4496" y="4298"/>
                    <a:pt x="4594" y="4192"/>
                  </a:cubicBezTo>
                  <a:lnTo>
                    <a:pt x="4798" y="3988"/>
                  </a:lnTo>
                  <a:lnTo>
                    <a:pt x="4798" y="3890"/>
                  </a:lnTo>
                  <a:lnTo>
                    <a:pt x="4904" y="3783"/>
                  </a:lnTo>
                  <a:lnTo>
                    <a:pt x="4904" y="3685"/>
                  </a:lnTo>
                  <a:lnTo>
                    <a:pt x="5002" y="3579"/>
                  </a:lnTo>
                  <a:lnTo>
                    <a:pt x="5002" y="3481"/>
                  </a:lnTo>
                  <a:cubicBezTo>
                    <a:pt x="5313" y="2762"/>
                    <a:pt x="5207" y="1846"/>
                    <a:pt x="4700" y="1127"/>
                  </a:cubicBezTo>
                  <a:cubicBezTo>
                    <a:pt x="4225" y="387"/>
                    <a:pt x="3396" y="0"/>
                    <a:pt x="2534"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6"/>
            <p:cNvSpPr/>
            <p:nvPr/>
          </p:nvSpPr>
          <p:spPr>
            <a:xfrm>
              <a:off x="1614925" y="963275"/>
              <a:ext cx="148175" cy="130550"/>
            </a:xfrm>
            <a:custGeom>
              <a:avLst/>
              <a:gdLst/>
              <a:ahLst/>
              <a:cxnLst/>
              <a:rect l="l" t="t" r="r" b="b"/>
              <a:pathLst>
                <a:path w="5927" h="5222" extrusionOk="0">
                  <a:moveTo>
                    <a:pt x="2907" y="0"/>
                  </a:moveTo>
                  <a:cubicBezTo>
                    <a:pt x="1909" y="0"/>
                    <a:pt x="958" y="591"/>
                    <a:pt x="507" y="1571"/>
                  </a:cubicBezTo>
                  <a:cubicBezTo>
                    <a:pt x="0" y="2895"/>
                    <a:pt x="613" y="4432"/>
                    <a:pt x="1937" y="5045"/>
                  </a:cubicBezTo>
                  <a:cubicBezTo>
                    <a:pt x="2252" y="5165"/>
                    <a:pt x="2579" y="5222"/>
                    <a:pt x="2900" y="5222"/>
                  </a:cubicBezTo>
                  <a:cubicBezTo>
                    <a:pt x="3936" y="5222"/>
                    <a:pt x="4920" y="4625"/>
                    <a:pt x="5313" y="3614"/>
                  </a:cubicBezTo>
                  <a:cubicBezTo>
                    <a:pt x="5926" y="2282"/>
                    <a:pt x="5207" y="754"/>
                    <a:pt x="3981" y="239"/>
                  </a:cubicBezTo>
                  <a:cubicBezTo>
                    <a:pt x="3631" y="77"/>
                    <a:pt x="3266" y="0"/>
                    <a:pt x="2907"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6"/>
            <p:cNvSpPr/>
            <p:nvPr/>
          </p:nvSpPr>
          <p:spPr>
            <a:xfrm>
              <a:off x="1622475" y="1015200"/>
              <a:ext cx="132850" cy="78625"/>
            </a:xfrm>
            <a:custGeom>
              <a:avLst/>
              <a:gdLst/>
              <a:ahLst/>
              <a:cxnLst/>
              <a:rect l="l" t="t" r="r" b="b"/>
              <a:pathLst>
                <a:path w="5314" h="3145" extrusionOk="0">
                  <a:moveTo>
                    <a:pt x="5215" y="1"/>
                  </a:moveTo>
                  <a:cubicBezTo>
                    <a:pt x="5215" y="311"/>
                    <a:pt x="5109" y="614"/>
                    <a:pt x="5011" y="1022"/>
                  </a:cubicBezTo>
                  <a:cubicBezTo>
                    <a:pt x="4560" y="2002"/>
                    <a:pt x="3610" y="2593"/>
                    <a:pt x="2611" y="2593"/>
                  </a:cubicBezTo>
                  <a:cubicBezTo>
                    <a:pt x="2253" y="2593"/>
                    <a:pt x="1888" y="2517"/>
                    <a:pt x="1537" y="2355"/>
                  </a:cubicBezTo>
                  <a:cubicBezTo>
                    <a:pt x="720" y="2044"/>
                    <a:pt x="205" y="1333"/>
                    <a:pt x="1" y="516"/>
                  </a:cubicBezTo>
                  <a:lnTo>
                    <a:pt x="1" y="516"/>
                  </a:lnTo>
                  <a:cubicBezTo>
                    <a:pt x="1" y="1537"/>
                    <a:pt x="614" y="2559"/>
                    <a:pt x="1635" y="2968"/>
                  </a:cubicBezTo>
                  <a:cubicBezTo>
                    <a:pt x="1950" y="3088"/>
                    <a:pt x="2277" y="3145"/>
                    <a:pt x="2598" y="3145"/>
                  </a:cubicBezTo>
                  <a:cubicBezTo>
                    <a:pt x="3634" y="3145"/>
                    <a:pt x="4618" y="2548"/>
                    <a:pt x="5011" y="1537"/>
                  </a:cubicBezTo>
                  <a:cubicBezTo>
                    <a:pt x="5215" y="1022"/>
                    <a:pt x="5313" y="516"/>
                    <a:pt x="5215"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6"/>
            <p:cNvSpPr/>
            <p:nvPr/>
          </p:nvSpPr>
          <p:spPr>
            <a:xfrm>
              <a:off x="1625125" y="1002550"/>
              <a:ext cx="122650" cy="58650"/>
            </a:xfrm>
            <a:custGeom>
              <a:avLst/>
              <a:gdLst/>
              <a:ahLst/>
              <a:cxnLst/>
              <a:rect l="l" t="t" r="r" b="b"/>
              <a:pathLst>
                <a:path w="4906" h="2346" extrusionOk="0">
                  <a:moveTo>
                    <a:pt x="99" y="0"/>
                  </a:moveTo>
                  <a:lnTo>
                    <a:pt x="99" y="98"/>
                  </a:lnTo>
                  <a:cubicBezTo>
                    <a:pt x="99" y="204"/>
                    <a:pt x="1" y="302"/>
                    <a:pt x="1" y="409"/>
                  </a:cubicBezTo>
                  <a:lnTo>
                    <a:pt x="4799" y="2346"/>
                  </a:lnTo>
                  <a:cubicBezTo>
                    <a:pt x="4799" y="2248"/>
                    <a:pt x="4799" y="2248"/>
                    <a:pt x="4905" y="2141"/>
                  </a:cubicBezTo>
                  <a:lnTo>
                    <a:pt x="4905" y="2043"/>
                  </a:lnTo>
                  <a:lnTo>
                    <a:pt x="99"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6"/>
            <p:cNvSpPr/>
            <p:nvPr/>
          </p:nvSpPr>
          <p:spPr>
            <a:xfrm>
              <a:off x="1627600" y="999875"/>
              <a:ext cx="122625" cy="58875"/>
            </a:xfrm>
            <a:custGeom>
              <a:avLst/>
              <a:gdLst/>
              <a:ahLst/>
              <a:cxnLst/>
              <a:rect l="l" t="t" r="r" b="b"/>
              <a:pathLst>
                <a:path w="4905" h="2355" extrusionOk="0">
                  <a:moveTo>
                    <a:pt x="106" y="1"/>
                  </a:moveTo>
                  <a:lnTo>
                    <a:pt x="0" y="107"/>
                  </a:lnTo>
                  <a:lnTo>
                    <a:pt x="0" y="311"/>
                  </a:lnTo>
                  <a:lnTo>
                    <a:pt x="4700" y="2355"/>
                  </a:lnTo>
                  <a:cubicBezTo>
                    <a:pt x="4806" y="2248"/>
                    <a:pt x="4806" y="2248"/>
                    <a:pt x="4806" y="2150"/>
                  </a:cubicBezTo>
                  <a:lnTo>
                    <a:pt x="4904" y="2044"/>
                  </a:lnTo>
                  <a:lnTo>
                    <a:pt x="10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6"/>
            <p:cNvSpPr/>
            <p:nvPr/>
          </p:nvSpPr>
          <p:spPr>
            <a:xfrm>
              <a:off x="1791050" y="1043225"/>
              <a:ext cx="132850" cy="130375"/>
            </a:xfrm>
            <a:custGeom>
              <a:avLst/>
              <a:gdLst/>
              <a:ahLst/>
              <a:cxnLst/>
              <a:rect l="l" t="t" r="r" b="b"/>
              <a:pathLst>
                <a:path w="5314" h="5215" extrusionOk="0">
                  <a:moveTo>
                    <a:pt x="2571" y="1"/>
                  </a:moveTo>
                  <a:cubicBezTo>
                    <a:pt x="2140" y="1"/>
                    <a:pt x="1713" y="102"/>
                    <a:pt x="1333" y="310"/>
                  </a:cubicBezTo>
                  <a:cubicBezTo>
                    <a:pt x="1227" y="416"/>
                    <a:pt x="1227" y="416"/>
                    <a:pt x="1129" y="416"/>
                  </a:cubicBezTo>
                  <a:lnTo>
                    <a:pt x="1129" y="514"/>
                  </a:lnTo>
                  <a:lnTo>
                    <a:pt x="1022" y="514"/>
                  </a:lnTo>
                  <a:lnTo>
                    <a:pt x="924" y="621"/>
                  </a:lnTo>
                  <a:cubicBezTo>
                    <a:pt x="720" y="825"/>
                    <a:pt x="516" y="1029"/>
                    <a:pt x="409" y="1234"/>
                  </a:cubicBezTo>
                  <a:lnTo>
                    <a:pt x="311" y="1332"/>
                  </a:lnTo>
                  <a:lnTo>
                    <a:pt x="311" y="1438"/>
                  </a:lnTo>
                  <a:cubicBezTo>
                    <a:pt x="205" y="1536"/>
                    <a:pt x="205" y="1536"/>
                    <a:pt x="205" y="1642"/>
                  </a:cubicBezTo>
                  <a:cubicBezTo>
                    <a:pt x="205" y="1740"/>
                    <a:pt x="107" y="1847"/>
                    <a:pt x="107" y="1847"/>
                  </a:cubicBezTo>
                  <a:lnTo>
                    <a:pt x="107" y="1945"/>
                  </a:lnTo>
                  <a:lnTo>
                    <a:pt x="107" y="2051"/>
                  </a:lnTo>
                  <a:cubicBezTo>
                    <a:pt x="107" y="2149"/>
                    <a:pt x="1" y="2149"/>
                    <a:pt x="1" y="2149"/>
                  </a:cubicBezTo>
                  <a:lnTo>
                    <a:pt x="1" y="2353"/>
                  </a:lnTo>
                  <a:lnTo>
                    <a:pt x="1" y="2664"/>
                  </a:lnTo>
                  <a:lnTo>
                    <a:pt x="1" y="2868"/>
                  </a:lnTo>
                  <a:lnTo>
                    <a:pt x="1" y="3073"/>
                  </a:lnTo>
                  <a:cubicBezTo>
                    <a:pt x="107" y="3073"/>
                    <a:pt x="107" y="3073"/>
                    <a:pt x="107" y="3171"/>
                  </a:cubicBezTo>
                  <a:lnTo>
                    <a:pt x="107" y="3375"/>
                  </a:lnTo>
                  <a:cubicBezTo>
                    <a:pt x="107" y="3481"/>
                    <a:pt x="205" y="3481"/>
                    <a:pt x="205" y="3580"/>
                  </a:cubicBezTo>
                  <a:lnTo>
                    <a:pt x="205" y="3686"/>
                  </a:lnTo>
                  <a:lnTo>
                    <a:pt x="311" y="3784"/>
                  </a:lnTo>
                  <a:lnTo>
                    <a:pt x="311" y="3890"/>
                  </a:lnTo>
                  <a:cubicBezTo>
                    <a:pt x="409" y="3890"/>
                    <a:pt x="409" y="3988"/>
                    <a:pt x="409" y="4094"/>
                  </a:cubicBezTo>
                  <a:cubicBezTo>
                    <a:pt x="720" y="4397"/>
                    <a:pt x="1022" y="4707"/>
                    <a:pt x="1431" y="4912"/>
                  </a:cubicBezTo>
                  <a:cubicBezTo>
                    <a:pt x="1537" y="4912"/>
                    <a:pt x="1537" y="5010"/>
                    <a:pt x="1635" y="5010"/>
                  </a:cubicBezTo>
                  <a:cubicBezTo>
                    <a:pt x="1742" y="5010"/>
                    <a:pt x="1840" y="5116"/>
                    <a:pt x="1840" y="5116"/>
                  </a:cubicBezTo>
                  <a:lnTo>
                    <a:pt x="2150" y="5116"/>
                  </a:lnTo>
                  <a:cubicBezTo>
                    <a:pt x="2248" y="5214"/>
                    <a:pt x="2453" y="5214"/>
                    <a:pt x="2657" y="5214"/>
                  </a:cubicBezTo>
                  <a:cubicBezTo>
                    <a:pt x="3066" y="5214"/>
                    <a:pt x="3376" y="5116"/>
                    <a:pt x="3785" y="4912"/>
                  </a:cubicBezTo>
                  <a:cubicBezTo>
                    <a:pt x="3883" y="4912"/>
                    <a:pt x="3883" y="4912"/>
                    <a:pt x="3883" y="4806"/>
                  </a:cubicBezTo>
                  <a:lnTo>
                    <a:pt x="3989" y="4806"/>
                  </a:lnTo>
                  <a:cubicBezTo>
                    <a:pt x="3989" y="4806"/>
                    <a:pt x="4087" y="4806"/>
                    <a:pt x="4087" y="4707"/>
                  </a:cubicBezTo>
                  <a:cubicBezTo>
                    <a:pt x="4087" y="4707"/>
                    <a:pt x="4194" y="4707"/>
                    <a:pt x="4194" y="4601"/>
                  </a:cubicBezTo>
                  <a:lnTo>
                    <a:pt x="4292" y="4601"/>
                  </a:lnTo>
                  <a:lnTo>
                    <a:pt x="4496" y="4397"/>
                  </a:lnTo>
                  <a:cubicBezTo>
                    <a:pt x="4496" y="4299"/>
                    <a:pt x="4602" y="4299"/>
                    <a:pt x="4602" y="4299"/>
                  </a:cubicBezTo>
                  <a:cubicBezTo>
                    <a:pt x="4602" y="4299"/>
                    <a:pt x="4602" y="4193"/>
                    <a:pt x="4700" y="4193"/>
                  </a:cubicBezTo>
                  <a:cubicBezTo>
                    <a:pt x="4700" y="4193"/>
                    <a:pt x="4700" y="4094"/>
                    <a:pt x="4807" y="3988"/>
                  </a:cubicBezTo>
                  <a:cubicBezTo>
                    <a:pt x="4905" y="3890"/>
                    <a:pt x="4905" y="3890"/>
                    <a:pt x="4905" y="3784"/>
                  </a:cubicBezTo>
                  <a:cubicBezTo>
                    <a:pt x="5011" y="3686"/>
                    <a:pt x="5011" y="3686"/>
                    <a:pt x="5011" y="3580"/>
                  </a:cubicBezTo>
                  <a:lnTo>
                    <a:pt x="5011" y="3481"/>
                  </a:lnTo>
                  <a:cubicBezTo>
                    <a:pt x="5313" y="2762"/>
                    <a:pt x="5215" y="1847"/>
                    <a:pt x="4807" y="1127"/>
                  </a:cubicBezTo>
                  <a:cubicBezTo>
                    <a:pt x="4266" y="387"/>
                    <a:pt x="3412" y="1"/>
                    <a:pt x="2571"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6"/>
            <p:cNvSpPr/>
            <p:nvPr/>
          </p:nvSpPr>
          <p:spPr>
            <a:xfrm>
              <a:off x="1775725" y="1031225"/>
              <a:ext cx="148175" cy="129025"/>
            </a:xfrm>
            <a:custGeom>
              <a:avLst/>
              <a:gdLst/>
              <a:ahLst/>
              <a:cxnLst/>
              <a:rect l="l" t="t" r="r" b="b"/>
              <a:pathLst>
                <a:path w="5927" h="5161" extrusionOk="0">
                  <a:moveTo>
                    <a:pt x="3027" y="0"/>
                  </a:moveTo>
                  <a:cubicBezTo>
                    <a:pt x="1991" y="0"/>
                    <a:pt x="1007" y="597"/>
                    <a:pt x="614" y="1607"/>
                  </a:cubicBezTo>
                  <a:cubicBezTo>
                    <a:pt x="1" y="2940"/>
                    <a:pt x="614" y="4468"/>
                    <a:pt x="1946" y="4983"/>
                  </a:cubicBezTo>
                  <a:cubicBezTo>
                    <a:pt x="2259" y="5103"/>
                    <a:pt x="2584" y="5160"/>
                    <a:pt x="2906" y="5160"/>
                  </a:cubicBezTo>
                  <a:cubicBezTo>
                    <a:pt x="3945" y="5160"/>
                    <a:pt x="4952" y="4564"/>
                    <a:pt x="5420" y="3553"/>
                  </a:cubicBezTo>
                  <a:cubicBezTo>
                    <a:pt x="5926" y="2220"/>
                    <a:pt x="5313" y="692"/>
                    <a:pt x="3989" y="177"/>
                  </a:cubicBezTo>
                  <a:cubicBezTo>
                    <a:pt x="3674" y="57"/>
                    <a:pt x="3348" y="0"/>
                    <a:pt x="3027"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6"/>
            <p:cNvSpPr/>
            <p:nvPr/>
          </p:nvSpPr>
          <p:spPr>
            <a:xfrm>
              <a:off x="1785950" y="1081625"/>
              <a:ext cx="130400" cy="78625"/>
            </a:xfrm>
            <a:custGeom>
              <a:avLst/>
              <a:gdLst/>
              <a:ahLst/>
              <a:cxnLst/>
              <a:rect l="l" t="t" r="r" b="b"/>
              <a:pathLst>
                <a:path w="5216" h="3145" extrusionOk="0">
                  <a:moveTo>
                    <a:pt x="5109" y="0"/>
                  </a:moveTo>
                  <a:cubicBezTo>
                    <a:pt x="5109" y="311"/>
                    <a:pt x="5011" y="719"/>
                    <a:pt x="4904" y="1022"/>
                  </a:cubicBezTo>
                  <a:cubicBezTo>
                    <a:pt x="4454" y="2002"/>
                    <a:pt x="3507" y="2593"/>
                    <a:pt x="2551" y="2593"/>
                  </a:cubicBezTo>
                  <a:cubicBezTo>
                    <a:pt x="2207" y="2593"/>
                    <a:pt x="1861" y="2516"/>
                    <a:pt x="1537" y="2354"/>
                  </a:cubicBezTo>
                  <a:cubicBezTo>
                    <a:pt x="720" y="2044"/>
                    <a:pt x="107" y="1332"/>
                    <a:pt x="0" y="613"/>
                  </a:cubicBezTo>
                  <a:lnTo>
                    <a:pt x="0" y="613"/>
                  </a:lnTo>
                  <a:cubicBezTo>
                    <a:pt x="0" y="1537"/>
                    <a:pt x="515" y="2558"/>
                    <a:pt x="1537" y="2967"/>
                  </a:cubicBezTo>
                  <a:cubicBezTo>
                    <a:pt x="1850" y="3087"/>
                    <a:pt x="2175" y="3144"/>
                    <a:pt x="2497" y="3144"/>
                  </a:cubicBezTo>
                  <a:cubicBezTo>
                    <a:pt x="3536" y="3144"/>
                    <a:pt x="4543" y="2548"/>
                    <a:pt x="5011" y="1537"/>
                  </a:cubicBezTo>
                  <a:cubicBezTo>
                    <a:pt x="5215" y="1022"/>
                    <a:pt x="5215" y="515"/>
                    <a:pt x="5109"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6"/>
            <p:cNvSpPr/>
            <p:nvPr/>
          </p:nvSpPr>
          <p:spPr>
            <a:xfrm>
              <a:off x="1785950" y="1071400"/>
              <a:ext cx="122625" cy="56225"/>
            </a:xfrm>
            <a:custGeom>
              <a:avLst/>
              <a:gdLst/>
              <a:ahLst/>
              <a:cxnLst/>
              <a:rect l="l" t="t" r="r" b="b"/>
              <a:pathLst>
                <a:path w="4905" h="2249" extrusionOk="0">
                  <a:moveTo>
                    <a:pt x="205" y="0"/>
                  </a:moveTo>
                  <a:cubicBezTo>
                    <a:pt x="107" y="0"/>
                    <a:pt x="107" y="0"/>
                    <a:pt x="107" y="107"/>
                  </a:cubicBezTo>
                  <a:cubicBezTo>
                    <a:pt x="107" y="107"/>
                    <a:pt x="107" y="205"/>
                    <a:pt x="0" y="311"/>
                  </a:cubicBezTo>
                  <a:lnTo>
                    <a:pt x="4806" y="2248"/>
                  </a:lnTo>
                  <a:cubicBezTo>
                    <a:pt x="4806" y="2248"/>
                    <a:pt x="4904" y="2150"/>
                    <a:pt x="4904" y="2044"/>
                  </a:cubicBezTo>
                  <a:lnTo>
                    <a:pt x="4904" y="1946"/>
                  </a:lnTo>
                  <a:lnTo>
                    <a:pt x="205"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6"/>
            <p:cNvSpPr/>
            <p:nvPr/>
          </p:nvSpPr>
          <p:spPr>
            <a:xfrm>
              <a:off x="1788600" y="1066300"/>
              <a:ext cx="122625" cy="58875"/>
            </a:xfrm>
            <a:custGeom>
              <a:avLst/>
              <a:gdLst/>
              <a:ahLst/>
              <a:cxnLst/>
              <a:rect l="l" t="t" r="r" b="b"/>
              <a:pathLst>
                <a:path w="4905" h="2355" extrusionOk="0">
                  <a:moveTo>
                    <a:pt x="99" y="0"/>
                  </a:moveTo>
                  <a:lnTo>
                    <a:pt x="99" y="204"/>
                  </a:lnTo>
                  <a:cubicBezTo>
                    <a:pt x="1" y="204"/>
                    <a:pt x="1" y="311"/>
                    <a:pt x="1" y="311"/>
                  </a:cubicBezTo>
                  <a:lnTo>
                    <a:pt x="4798" y="2354"/>
                  </a:lnTo>
                  <a:cubicBezTo>
                    <a:pt x="4798" y="2248"/>
                    <a:pt x="4798" y="2248"/>
                    <a:pt x="4905" y="2150"/>
                  </a:cubicBezTo>
                  <a:lnTo>
                    <a:pt x="4905" y="2044"/>
                  </a:lnTo>
                  <a:lnTo>
                    <a:pt x="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6"/>
            <p:cNvSpPr/>
            <p:nvPr/>
          </p:nvSpPr>
          <p:spPr>
            <a:xfrm>
              <a:off x="1952075" y="1110375"/>
              <a:ext cx="135300" cy="129625"/>
            </a:xfrm>
            <a:custGeom>
              <a:avLst/>
              <a:gdLst/>
              <a:ahLst/>
              <a:cxnLst/>
              <a:rect l="l" t="t" r="r" b="b"/>
              <a:pathLst>
                <a:path w="5412" h="5185" extrusionOk="0">
                  <a:moveTo>
                    <a:pt x="2659" y="0"/>
                  </a:moveTo>
                  <a:cubicBezTo>
                    <a:pt x="2197" y="0"/>
                    <a:pt x="1734" y="125"/>
                    <a:pt x="1325" y="387"/>
                  </a:cubicBezTo>
                  <a:cubicBezTo>
                    <a:pt x="1226" y="387"/>
                    <a:pt x="1226" y="387"/>
                    <a:pt x="1226" y="485"/>
                  </a:cubicBezTo>
                  <a:lnTo>
                    <a:pt x="1120" y="485"/>
                  </a:lnTo>
                  <a:cubicBezTo>
                    <a:pt x="1022" y="485"/>
                    <a:pt x="1022" y="485"/>
                    <a:pt x="1022" y="591"/>
                  </a:cubicBezTo>
                  <a:lnTo>
                    <a:pt x="916" y="591"/>
                  </a:lnTo>
                  <a:lnTo>
                    <a:pt x="916" y="689"/>
                  </a:lnTo>
                  <a:cubicBezTo>
                    <a:pt x="712" y="795"/>
                    <a:pt x="613" y="1000"/>
                    <a:pt x="507" y="1204"/>
                  </a:cubicBezTo>
                  <a:lnTo>
                    <a:pt x="409" y="1204"/>
                  </a:lnTo>
                  <a:cubicBezTo>
                    <a:pt x="409" y="1302"/>
                    <a:pt x="409" y="1302"/>
                    <a:pt x="303" y="1408"/>
                  </a:cubicBezTo>
                  <a:cubicBezTo>
                    <a:pt x="303" y="1507"/>
                    <a:pt x="303" y="1507"/>
                    <a:pt x="205" y="1613"/>
                  </a:cubicBezTo>
                  <a:cubicBezTo>
                    <a:pt x="205" y="1711"/>
                    <a:pt x="205" y="1817"/>
                    <a:pt x="99" y="1817"/>
                  </a:cubicBezTo>
                  <a:lnTo>
                    <a:pt x="99" y="1915"/>
                  </a:lnTo>
                  <a:lnTo>
                    <a:pt x="99" y="2120"/>
                  </a:lnTo>
                  <a:lnTo>
                    <a:pt x="99" y="2324"/>
                  </a:lnTo>
                  <a:lnTo>
                    <a:pt x="99" y="2430"/>
                  </a:lnTo>
                  <a:cubicBezTo>
                    <a:pt x="0" y="2430"/>
                    <a:pt x="0" y="2528"/>
                    <a:pt x="0" y="2634"/>
                  </a:cubicBezTo>
                  <a:cubicBezTo>
                    <a:pt x="0" y="2733"/>
                    <a:pt x="0" y="2733"/>
                    <a:pt x="99" y="2839"/>
                  </a:cubicBezTo>
                  <a:lnTo>
                    <a:pt x="99" y="2937"/>
                  </a:lnTo>
                  <a:lnTo>
                    <a:pt x="99" y="3043"/>
                  </a:lnTo>
                  <a:lnTo>
                    <a:pt x="99" y="3141"/>
                  </a:lnTo>
                  <a:cubicBezTo>
                    <a:pt x="99" y="3247"/>
                    <a:pt x="99" y="3247"/>
                    <a:pt x="205" y="3346"/>
                  </a:cubicBezTo>
                  <a:lnTo>
                    <a:pt x="205" y="3550"/>
                  </a:lnTo>
                  <a:cubicBezTo>
                    <a:pt x="205" y="3550"/>
                    <a:pt x="205" y="3656"/>
                    <a:pt x="303" y="3656"/>
                  </a:cubicBezTo>
                  <a:lnTo>
                    <a:pt x="303" y="3754"/>
                  </a:lnTo>
                  <a:cubicBezTo>
                    <a:pt x="303" y="3860"/>
                    <a:pt x="409" y="3860"/>
                    <a:pt x="409" y="3860"/>
                  </a:cubicBezTo>
                  <a:cubicBezTo>
                    <a:pt x="409" y="3959"/>
                    <a:pt x="409" y="3959"/>
                    <a:pt x="507" y="4065"/>
                  </a:cubicBezTo>
                  <a:cubicBezTo>
                    <a:pt x="712" y="4473"/>
                    <a:pt x="1120" y="4678"/>
                    <a:pt x="1431" y="4882"/>
                  </a:cubicBezTo>
                  <a:cubicBezTo>
                    <a:pt x="1529" y="4980"/>
                    <a:pt x="1635" y="4980"/>
                    <a:pt x="1635" y="4980"/>
                  </a:cubicBezTo>
                  <a:cubicBezTo>
                    <a:pt x="1733" y="5086"/>
                    <a:pt x="1839" y="5086"/>
                    <a:pt x="1938" y="5086"/>
                  </a:cubicBezTo>
                  <a:cubicBezTo>
                    <a:pt x="2044" y="5086"/>
                    <a:pt x="2044" y="5185"/>
                    <a:pt x="2142" y="5185"/>
                  </a:cubicBezTo>
                  <a:lnTo>
                    <a:pt x="2657" y="5185"/>
                  </a:lnTo>
                  <a:cubicBezTo>
                    <a:pt x="3065" y="5185"/>
                    <a:pt x="3474" y="5086"/>
                    <a:pt x="3777" y="4882"/>
                  </a:cubicBezTo>
                  <a:lnTo>
                    <a:pt x="3981" y="4882"/>
                  </a:lnTo>
                  <a:lnTo>
                    <a:pt x="3981" y="4776"/>
                  </a:lnTo>
                  <a:lnTo>
                    <a:pt x="4087" y="4776"/>
                  </a:lnTo>
                  <a:cubicBezTo>
                    <a:pt x="4185" y="4678"/>
                    <a:pt x="4185" y="4678"/>
                    <a:pt x="4291" y="4678"/>
                  </a:cubicBezTo>
                  <a:lnTo>
                    <a:pt x="4291" y="4572"/>
                  </a:lnTo>
                  <a:lnTo>
                    <a:pt x="4390" y="4572"/>
                  </a:lnTo>
                  <a:cubicBezTo>
                    <a:pt x="4390" y="4473"/>
                    <a:pt x="4390" y="4473"/>
                    <a:pt x="4496" y="4473"/>
                  </a:cubicBezTo>
                  <a:lnTo>
                    <a:pt x="4496" y="4367"/>
                  </a:lnTo>
                  <a:cubicBezTo>
                    <a:pt x="4594" y="4367"/>
                    <a:pt x="4594" y="4269"/>
                    <a:pt x="4594" y="4269"/>
                  </a:cubicBezTo>
                  <a:cubicBezTo>
                    <a:pt x="4700" y="4269"/>
                    <a:pt x="4700" y="4269"/>
                    <a:pt x="4700" y="4163"/>
                  </a:cubicBezTo>
                  <a:lnTo>
                    <a:pt x="4798" y="4065"/>
                  </a:lnTo>
                  <a:cubicBezTo>
                    <a:pt x="4798" y="3959"/>
                    <a:pt x="4904" y="3959"/>
                    <a:pt x="4904" y="3959"/>
                  </a:cubicBezTo>
                  <a:lnTo>
                    <a:pt x="4904" y="3860"/>
                  </a:lnTo>
                  <a:lnTo>
                    <a:pt x="5003" y="3754"/>
                  </a:lnTo>
                  <a:lnTo>
                    <a:pt x="5003" y="3656"/>
                  </a:lnTo>
                  <a:cubicBezTo>
                    <a:pt x="5003" y="3550"/>
                    <a:pt x="5109" y="3550"/>
                    <a:pt x="5109" y="3550"/>
                  </a:cubicBezTo>
                  <a:lnTo>
                    <a:pt x="5109" y="3452"/>
                  </a:lnTo>
                  <a:cubicBezTo>
                    <a:pt x="5411" y="2733"/>
                    <a:pt x="5313" y="1817"/>
                    <a:pt x="4798" y="1098"/>
                  </a:cubicBezTo>
                  <a:cubicBezTo>
                    <a:pt x="4278" y="385"/>
                    <a:pt x="3469" y="0"/>
                    <a:pt x="2659"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6"/>
            <p:cNvSpPr/>
            <p:nvPr/>
          </p:nvSpPr>
          <p:spPr>
            <a:xfrm>
              <a:off x="1936750" y="1097625"/>
              <a:ext cx="148175" cy="130550"/>
            </a:xfrm>
            <a:custGeom>
              <a:avLst/>
              <a:gdLst/>
              <a:ahLst/>
              <a:cxnLst/>
              <a:rect l="l" t="t" r="r" b="b"/>
              <a:pathLst>
                <a:path w="5927" h="5222" extrusionOk="0">
                  <a:moveTo>
                    <a:pt x="3022" y="0"/>
                  </a:moveTo>
                  <a:cubicBezTo>
                    <a:pt x="1988" y="0"/>
                    <a:pt x="1000" y="597"/>
                    <a:pt x="613" y="1608"/>
                  </a:cubicBezTo>
                  <a:cubicBezTo>
                    <a:pt x="0" y="2940"/>
                    <a:pt x="712" y="4469"/>
                    <a:pt x="1938" y="4983"/>
                  </a:cubicBezTo>
                  <a:cubicBezTo>
                    <a:pt x="2290" y="5146"/>
                    <a:pt x="2656" y="5222"/>
                    <a:pt x="3015" y="5222"/>
                  </a:cubicBezTo>
                  <a:cubicBezTo>
                    <a:pt x="4014" y="5222"/>
                    <a:pt x="4960" y="4631"/>
                    <a:pt x="5411" y="3651"/>
                  </a:cubicBezTo>
                  <a:cubicBezTo>
                    <a:pt x="5926" y="2327"/>
                    <a:pt x="5313" y="791"/>
                    <a:pt x="3981" y="177"/>
                  </a:cubicBezTo>
                  <a:cubicBezTo>
                    <a:pt x="3668" y="58"/>
                    <a:pt x="3343" y="0"/>
                    <a:pt x="3022"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6"/>
            <p:cNvSpPr/>
            <p:nvPr/>
          </p:nvSpPr>
          <p:spPr>
            <a:xfrm>
              <a:off x="1946975" y="1148025"/>
              <a:ext cx="130175" cy="80150"/>
            </a:xfrm>
            <a:custGeom>
              <a:avLst/>
              <a:gdLst/>
              <a:ahLst/>
              <a:cxnLst/>
              <a:rect l="l" t="t" r="r" b="b"/>
              <a:pathLst>
                <a:path w="5207" h="3206" extrusionOk="0">
                  <a:moveTo>
                    <a:pt x="5108" y="1"/>
                  </a:moveTo>
                  <a:cubicBezTo>
                    <a:pt x="5108" y="311"/>
                    <a:pt x="5108" y="720"/>
                    <a:pt x="4904" y="1022"/>
                  </a:cubicBezTo>
                  <a:cubicBezTo>
                    <a:pt x="4512" y="2037"/>
                    <a:pt x="3532" y="2634"/>
                    <a:pt x="2499" y="2634"/>
                  </a:cubicBezTo>
                  <a:cubicBezTo>
                    <a:pt x="2175" y="2634"/>
                    <a:pt x="1846" y="2575"/>
                    <a:pt x="1529" y="2453"/>
                  </a:cubicBezTo>
                  <a:cubicBezTo>
                    <a:pt x="711" y="2044"/>
                    <a:pt x="204" y="1333"/>
                    <a:pt x="0" y="614"/>
                  </a:cubicBezTo>
                  <a:lnTo>
                    <a:pt x="0" y="614"/>
                  </a:lnTo>
                  <a:cubicBezTo>
                    <a:pt x="0" y="1635"/>
                    <a:pt x="613" y="2559"/>
                    <a:pt x="1529" y="2967"/>
                  </a:cubicBezTo>
                  <a:cubicBezTo>
                    <a:pt x="1881" y="3130"/>
                    <a:pt x="2247" y="3206"/>
                    <a:pt x="2606" y="3206"/>
                  </a:cubicBezTo>
                  <a:cubicBezTo>
                    <a:pt x="3605" y="3206"/>
                    <a:pt x="4551" y="2615"/>
                    <a:pt x="5002" y="1635"/>
                  </a:cubicBezTo>
                  <a:cubicBezTo>
                    <a:pt x="5207" y="1128"/>
                    <a:pt x="5207" y="515"/>
                    <a:pt x="5108"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6"/>
            <p:cNvSpPr/>
            <p:nvPr/>
          </p:nvSpPr>
          <p:spPr>
            <a:xfrm>
              <a:off x="1949425" y="1137800"/>
              <a:ext cx="122625" cy="58875"/>
            </a:xfrm>
            <a:custGeom>
              <a:avLst/>
              <a:gdLst/>
              <a:ahLst/>
              <a:cxnLst/>
              <a:rect l="l" t="t" r="r" b="b"/>
              <a:pathLst>
                <a:path w="4905" h="2355" extrusionOk="0">
                  <a:moveTo>
                    <a:pt x="106" y="1"/>
                  </a:moveTo>
                  <a:lnTo>
                    <a:pt x="106" y="107"/>
                  </a:lnTo>
                  <a:cubicBezTo>
                    <a:pt x="0" y="205"/>
                    <a:pt x="0" y="205"/>
                    <a:pt x="0" y="311"/>
                  </a:cubicBezTo>
                  <a:lnTo>
                    <a:pt x="4700" y="2355"/>
                  </a:lnTo>
                  <a:cubicBezTo>
                    <a:pt x="4806" y="2249"/>
                    <a:pt x="4806" y="2150"/>
                    <a:pt x="4806" y="2044"/>
                  </a:cubicBezTo>
                  <a:lnTo>
                    <a:pt x="4904" y="2044"/>
                  </a:lnTo>
                  <a:lnTo>
                    <a:pt x="106"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6"/>
            <p:cNvSpPr/>
            <p:nvPr/>
          </p:nvSpPr>
          <p:spPr>
            <a:xfrm>
              <a:off x="1949425" y="1132700"/>
              <a:ext cx="122625" cy="58875"/>
            </a:xfrm>
            <a:custGeom>
              <a:avLst/>
              <a:gdLst/>
              <a:ahLst/>
              <a:cxnLst/>
              <a:rect l="l" t="t" r="r" b="b"/>
              <a:pathLst>
                <a:path w="4905" h="2355" extrusionOk="0">
                  <a:moveTo>
                    <a:pt x="205" y="1"/>
                  </a:moveTo>
                  <a:cubicBezTo>
                    <a:pt x="106" y="107"/>
                    <a:pt x="106" y="107"/>
                    <a:pt x="106" y="205"/>
                  </a:cubicBezTo>
                  <a:lnTo>
                    <a:pt x="0" y="311"/>
                  </a:lnTo>
                  <a:lnTo>
                    <a:pt x="4806" y="2354"/>
                  </a:lnTo>
                  <a:lnTo>
                    <a:pt x="4904" y="2248"/>
                  </a:lnTo>
                  <a:lnTo>
                    <a:pt x="4904" y="2044"/>
                  </a:lnTo>
                  <a:lnTo>
                    <a:pt x="2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6"/>
            <p:cNvSpPr/>
            <p:nvPr/>
          </p:nvSpPr>
          <p:spPr>
            <a:xfrm>
              <a:off x="2115550" y="1176775"/>
              <a:ext cx="132825" cy="129625"/>
            </a:xfrm>
            <a:custGeom>
              <a:avLst/>
              <a:gdLst/>
              <a:ahLst/>
              <a:cxnLst/>
              <a:rect l="l" t="t" r="r" b="b"/>
              <a:pathLst>
                <a:path w="5313" h="5185" extrusionOk="0">
                  <a:moveTo>
                    <a:pt x="2629" y="0"/>
                  </a:moveTo>
                  <a:cubicBezTo>
                    <a:pt x="2157" y="0"/>
                    <a:pt x="1672" y="126"/>
                    <a:pt x="1226" y="387"/>
                  </a:cubicBezTo>
                  <a:cubicBezTo>
                    <a:pt x="1226" y="387"/>
                    <a:pt x="1120" y="387"/>
                    <a:pt x="1120" y="485"/>
                  </a:cubicBezTo>
                  <a:lnTo>
                    <a:pt x="1022" y="485"/>
                  </a:lnTo>
                  <a:lnTo>
                    <a:pt x="1022" y="591"/>
                  </a:lnTo>
                  <a:cubicBezTo>
                    <a:pt x="916" y="591"/>
                    <a:pt x="916" y="591"/>
                    <a:pt x="916" y="690"/>
                  </a:cubicBezTo>
                  <a:lnTo>
                    <a:pt x="817" y="690"/>
                  </a:lnTo>
                  <a:cubicBezTo>
                    <a:pt x="711" y="796"/>
                    <a:pt x="507" y="1000"/>
                    <a:pt x="409" y="1204"/>
                  </a:cubicBezTo>
                  <a:cubicBezTo>
                    <a:pt x="303" y="1303"/>
                    <a:pt x="303" y="1303"/>
                    <a:pt x="303" y="1409"/>
                  </a:cubicBezTo>
                  <a:lnTo>
                    <a:pt x="204" y="1507"/>
                  </a:lnTo>
                  <a:lnTo>
                    <a:pt x="204" y="1613"/>
                  </a:lnTo>
                  <a:lnTo>
                    <a:pt x="204" y="1711"/>
                  </a:lnTo>
                  <a:cubicBezTo>
                    <a:pt x="98" y="1711"/>
                    <a:pt x="98" y="1817"/>
                    <a:pt x="98" y="1916"/>
                  </a:cubicBezTo>
                  <a:cubicBezTo>
                    <a:pt x="98" y="2022"/>
                    <a:pt x="0" y="2022"/>
                    <a:pt x="0" y="2120"/>
                  </a:cubicBezTo>
                  <a:lnTo>
                    <a:pt x="0" y="2226"/>
                  </a:lnTo>
                  <a:lnTo>
                    <a:pt x="0" y="2324"/>
                  </a:lnTo>
                  <a:lnTo>
                    <a:pt x="0" y="2430"/>
                  </a:lnTo>
                  <a:lnTo>
                    <a:pt x="0" y="2635"/>
                  </a:lnTo>
                  <a:lnTo>
                    <a:pt x="0" y="2839"/>
                  </a:lnTo>
                  <a:lnTo>
                    <a:pt x="0" y="2937"/>
                  </a:lnTo>
                  <a:lnTo>
                    <a:pt x="0" y="3043"/>
                  </a:lnTo>
                  <a:lnTo>
                    <a:pt x="0" y="3142"/>
                  </a:lnTo>
                  <a:cubicBezTo>
                    <a:pt x="0" y="3248"/>
                    <a:pt x="98" y="3346"/>
                    <a:pt x="98" y="3346"/>
                  </a:cubicBezTo>
                  <a:cubicBezTo>
                    <a:pt x="98" y="3452"/>
                    <a:pt x="98" y="3550"/>
                    <a:pt x="204" y="3550"/>
                  </a:cubicBezTo>
                  <a:lnTo>
                    <a:pt x="204" y="3656"/>
                  </a:lnTo>
                  <a:cubicBezTo>
                    <a:pt x="204" y="3755"/>
                    <a:pt x="204" y="3755"/>
                    <a:pt x="303" y="3861"/>
                  </a:cubicBezTo>
                  <a:cubicBezTo>
                    <a:pt x="303" y="3959"/>
                    <a:pt x="409" y="4065"/>
                    <a:pt x="409" y="4065"/>
                  </a:cubicBezTo>
                  <a:cubicBezTo>
                    <a:pt x="711" y="4474"/>
                    <a:pt x="1022" y="4776"/>
                    <a:pt x="1430" y="4882"/>
                  </a:cubicBezTo>
                  <a:cubicBezTo>
                    <a:pt x="1430" y="4981"/>
                    <a:pt x="1529" y="4981"/>
                    <a:pt x="1635" y="4981"/>
                  </a:cubicBezTo>
                  <a:cubicBezTo>
                    <a:pt x="1733" y="5087"/>
                    <a:pt x="1733" y="5087"/>
                    <a:pt x="1839" y="5087"/>
                  </a:cubicBezTo>
                  <a:cubicBezTo>
                    <a:pt x="1937" y="5185"/>
                    <a:pt x="2043" y="5185"/>
                    <a:pt x="2142" y="5185"/>
                  </a:cubicBezTo>
                  <a:lnTo>
                    <a:pt x="2550" y="5185"/>
                  </a:lnTo>
                  <a:cubicBezTo>
                    <a:pt x="2959" y="5185"/>
                    <a:pt x="3368" y="5087"/>
                    <a:pt x="3776" y="4981"/>
                  </a:cubicBezTo>
                  <a:lnTo>
                    <a:pt x="3776" y="4882"/>
                  </a:lnTo>
                  <a:lnTo>
                    <a:pt x="3981" y="4882"/>
                  </a:lnTo>
                  <a:lnTo>
                    <a:pt x="3981" y="4776"/>
                  </a:lnTo>
                  <a:lnTo>
                    <a:pt x="4087" y="4776"/>
                  </a:lnTo>
                  <a:lnTo>
                    <a:pt x="4185" y="4678"/>
                  </a:lnTo>
                  <a:lnTo>
                    <a:pt x="4185" y="4572"/>
                  </a:lnTo>
                  <a:lnTo>
                    <a:pt x="4291" y="4572"/>
                  </a:lnTo>
                  <a:lnTo>
                    <a:pt x="4389" y="4474"/>
                  </a:lnTo>
                  <a:lnTo>
                    <a:pt x="4496" y="4368"/>
                  </a:lnTo>
                  <a:cubicBezTo>
                    <a:pt x="4496" y="4368"/>
                    <a:pt x="4594" y="4368"/>
                    <a:pt x="4594" y="4269"/>
                  </a:cubicBezTo>
                  <a:cubicBezTo>
                    <a:pt x="4700" y="4163"/>
                    <a:pt x="4700" y="4065"/>
                    <a:pt x="4798" y="4065"/>
                  </a:cubicBezTo>
                  <a:lnTo>
                    <a:pt x="4798" y="3959"/>
                  </a:lnTo>
                  <a:cubicBezTo>
                    <a:pt x="4798" y="3959"/>
                    <a:pt x="4798" y="3861"/>
                    <a:pt x="4904" y="3861"/>
                  </a:cubicBezTo>
                  <a:lnTo>
                    <a:pt x="4904" y="3755"/>
                  </a:lnTo>
                  <a:lnTo>
                    <a:pt x="5002" y="3656"/>
                  </a:lnTo>
                  <a:lnTo>
                    <a:pt x="5002" y="3550"/>
                  </a:lnTo>
                  <a:cubicBezTo>
                    <a:pt x="5313" y="2733"/>
                    <a:pt x="5207" y="1916"/>
                    <a:pt x="4700" y="1098"/>
                  </a:cubicBezTo>
                  <a:cubicBezTo>
                    <a:pt x="4242" y="385"/>
                    <a:pt x="3456" y="0"/>
                    <a:pt x="2629"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6"/>
            <p:cNvSpPr/>
            <p:nvPr/>
          </p:nvSpPr>
          <p:spPr>
            <a:xfrm>
              <a:off x="2100225" y="1164025"/>
              <a:ext cx="148150" cy="130575"/>
            </a:xfrm>
            <a:custGeom>
              <a:avLst/>
              <a:gdLst/>
              <a:ahLst/>
              <a:cxnLst/>
              <a:rect l="l" t="t" r="r" b="b"/>
              <a:pathLst>
                <a:path w="5926" h="5223" extrusionOk="0">
                  <a:moveTo>
                    <a:pt x="3021" y="1"/>
                  </a:moveTo>
                  <a:cubicBezTo>
                    <a:pt x="1981" y="1"/>
                    <a:pt x="975" y="597"/>
                    <a:pt x="507" y="1608"/>
                  </a:cubicBezTo>
                  <a:cubicBezTo>
                    <a:pt x="0" y="2940"/>
                    <a:pt x="613" y="4469"/>
                    <a:pt x="1937" y="4984"/>
                  </a:cubicBezTo>
                  <a:cubicBezTo>
                    <a:pt x="2290" y="5146"/>
                    <a:pt x="2656" y="5222"/>
                    <a:pt x="3013" y="5222"/>
                  </a:cubicBezTo>
                  <a:cubicBezTo>
                    <a:pt x="4007" y="5222"/>
                    <a:pt x="4934" y="4631"/>
                    <a:pt x="5313" y="3652"/>
                  </a:cubicBezTo>
                  <a:cubicBezTo>
                    <a:pt x="5926" y="2327"/>
                    <a:pt x="5313" y="791"/>
                    <a:pt x="3981" y="178"/>
                  </a:cubicBezTo>
                  <a:cubicBezTo>
                    <a:pt x="3667" y="58"/>
                    <a:pt x="3342" y="1"/>
                    <a:pt x="3021"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6"/>
            <p:cNvSpPr/>
            <p:nvPr/>
          </p:nvSpPr>
          <p:spPr>
            <a:xfrm>
              <a:off x="2107775" y="1214425"/>
              <a:ext cx="132850" cy="80175"/>
            </a:xfrm>
            <a:custGeom>
              <a:avLst/>
              <a:gdLst/>
              <a:ahLst/>
              <a:cxnLst/>
              <a:rect l="l" t="t" r="r" b="b"/>
              <a:pathLst>
                <a:path w="5314" h="3207" extrusionOk="0">
                  <a:moveTo>
                    <a:pt x="5215" y="1"/>
                  </a:moveTo>
                  <a:cubicBezTo>
                    <a:pt x="5215" y="410"/>
                    <a:pt x="5109" y="720"/>
                    <a:pt x="5011" y="1023"/>
                  </a:cubicBezTo>
                  <a:cubicBezTo>
                    <a:pt x="4544" y="2037"/>
                    <a:pt x="3542" y="2634"/>
                    <a:pt x="2506" y="2634"/>
                  </a:cubicBezTo>
                  <a:cubicBezTo>
                    <a:pt x="2181" y="2634"/>
                    <a:pt x="1853" y="2576"/>
                    <a:pt x="1537" y="2453"/>
                  </a:cubicBezTo>
                  <a:cubicBezTo>
                    <a:pt x="720" y="2044"/>
                    <a:pt x="205" y="1431"/>
                    <a:pt x="1" y="614"/>
                  </a:cubicBezTo>
                  <a:lnTo>
                    <a:pt x="1" y="614"/>
                  </a:lnTo>
                  <a:cubicBezTo>
                    <a:pt x="1" y="1636"/>
                    <a:pt x="614" y="2559"/>
                    <a:pt x="1635" y="2968"/>
                  </a:cubicBezTo>
                  <a:cubicBezTo>
                    <a:pt x="1988" y="3130"/>
                    <a:pt x="2354" y="3206"/>
                    <a:pt x="2711" y="3206"/>
                  </a:cubicBezTo>
                  <a:cubicBezTo>
                    <a:pt x="3705" y="3206"/>
                    <a:pt x="4632" y="2615"/>
                    <a:pt x="5011" y="1636"/>
                  </a:cubicBezTo>
                  <a:cubicBezTo>
                    <a:pt x="5215" y="1129"/>
                    <a:pt x="5313" y="516"/>
                    <a:pt x="5215"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6"/>
            <p:cNvSpPr/>
            <p:nvPr/>
          </p:nvSpPr>
          <p:spPr>
            <a:xfrm>
              <a:off x="2110425" y="1204225"/>
              <a:ext cx="122625" cy="58875"/>
            </a:xfrm>
            <a:custGeom>
              <a:avLst/>
              <a:gdLst/>
              <a:ahLst/>
              <a:cxnLst/>
              <a:rect l="l" t="t" r="r" b="b"/>
              <a:pathLst>
                <a:path w="4905" h="2355" extrusionOk="0">
                  <a:moveTo>
                    <a:pt x="99" y="0"/>
                  </a:moveTo>
                  <a:lnTo>
                    <a:pt x="99" y="106"/>
                  </a:lnTo>
                  <a:cubicBezTo>
                    <a:pt x="99" y="205"/>
                    <a:pt x="1" y="205"/>
                    <a:pt x="1" y="311"/>
                  </a:cubicBezTo>
                  <a:lnTo>
                    <a:pt x="4799" y="2354"/>
                  </a:lnTo>
                  <a:cubicBezTo>
                    <a:pt x="4799" y="2248"/>
                    <a:pt x="4799" y="2150"/>
                    <a:pt x="4905" y="2150"/>
                  </a:cubicBezTo>
                  <a:lnTo>
                    <a:pt x="4905" y="2044"/>
                  </a:lnTo>
                  <a:lnTo>
                    <a:pt x="99"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6"/>
            <p:cNvSpPr/>
            <p:nvPr/>
          </p:nvSpPr>
          <p:spPr>
            <a:xfrm>
              <a:off x="2112875" y="1201775"/>
              <a:ext cx="122625" cy="56200"/>
            </a:xfrm>
            <a:custGeom>
              <a:avLst/>
              <a:gdLst/>
              <a:ahLst/>
              <a:cxnLst/>
              <a:rect l="l" t="t" r="r" b="b"/>
              <a:pathLst>
                <a:path w="4905" h="2248" extrusionOk="0">
                  <a:moveTo>
                    <a:pt x="107" y="0"/>
                  </a:moveTo>
                  <a:lnTo>
                    <a:pt x="1" y="98"/>
                  </a:lnTo>
                  <a:lnTo>
                    <a:pt x="1" y="303"/>
                  </a:lnTo>
                  <a:lnTo>
                    <a:pt x="4807" y="2248"/>
                  </a:lnTo>
                  <a:lnTo>
                    <a:pt x="4807" y="2142"/>
                  </a:lnTo>
                  <a:cubicBezTo>
                    <a:pt x="4807" y="2043"/>
                    <a:pt x="4905" y="2043"/>
                    <a:pt x="4905" y="1937"/>
                  </a:cubicBezTo>
                  <a:lnTo>
                    <a:pt x="10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0" name="Google Shape;1320;p26"/>
          <p:cNvGrpSpPr/>
          <p:nvPr/>
        </p:nvGrpSpPr>
        <p:grpSpPr>
          <a:xfrm>
            <a:off x="8266150" y="4248125"/>
            <a:ext cx="480225" cy="615300"/>
            <a:chOff x="912850" y="4743425"/>
            <a:chExt cx="480225" cy="615300"/>
          </a:xfrm>
        </p:grpSpPr>
        <p:sp>
          <p:nvSpPr>
            <p:cNvPr id="1321" name="Google Shape;1321;p26"/>
            <p:cNvSpPr/>
            <p:nvPr/>
          </p:nvSpPr>
          <p:spPr>
            <a:xfrm>
              <a:off x="912850" y="4825175"/>
              <a:ext cx="480225" cy="533550"/>
            </a:xfrm>
            <a:custGeom>
              <a:avLst/>
              <a:gdLst/>
              <a:ahLst/>
              <a:cxnLst/>
              <a:rect l="l" t="t" r="r" b="b"/>
              <a:pathLst>
                <a:path w="19209" h="21342" extrusionOk="0">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6"/>
            <p:cNvSpPr/>
            <p:nvPr/>
          </p:nvSpPr>
          <p:spPr>
            <a:xfrm>
              <a:off x="1055900" y="4825175"/>
              <a:ext cx="291200" cy="71525"/>
            </a:xfrm>
            <a:custGeom>
              <a:avLst/>
              <a:gdLst/>
              <a:ahLst/>
              <a:cxnLst/>
              <a:rect l="l" t="t" r="r" b="b"/>
              <a:pathLst>
                <a:path w="11648" h="2861" extrusionOk="0">
                  <a:moveTo>
                    <a:pt x="205" y="0"/>
                  </a:moveTo>
                  <a:lnTo>
                    <a:pt x="0" y="613"/>
                  </a:lnTo>
                  <a:lnTo>
                    <a:pt x="11549" y="2861"/>
                  </a:lnTo>
                  <a:lnTo>
                    <a:pt x="11647" y="2248"/>
                  </a:lnTo>
                  <a:lnTo>
                    <a:pt x="205"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26"/>
            <p:cNvSpPr/>
            <p:nvPr/>
          </p:nvSpPr>
          <p:spPr>
            <a:xfrm>
              <a:off x="1038125" y="4743425"/>
              <a:ext cx="344725" cy="143075"/>
            </a:xfrm>
            <a:custGeom>
              <a:avLst/>
              <a:gdLst/>
              <a:ahLst/>
              <a:cxnLst/>
              <a:rect l="l" t="t" r="r" b="b"/>
              <a:pathLst>
                <a:path w="13789" h="5723" extrusionOk="0">
                  <a:moveTo>
                    <a:pt x="613" y="1"/>
                  </a:moveTo>
                  <a:lnTo>
                    <a:pt x="0" y="3066"/>
                  </a:lnTo>
                  <a:lnTo>
                    <a:pt x="13176" y="5722"/>
                  </a:lnTo>
                  <a:lnTo>
                    <a:pt x="13789" y="2657"/>
                  </a:lnTo>
                  <a:lnTo>
                    <a:pt x="6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6"/>
            <p:cNvSpPr/>
            <p:nvPr/>
          </p:nvSpPr>
          <p:spPr>
            <a:xfrm>
              <a:off x="1050775" y="4745900"/>
              <a:ext cx="28225" cy="79300"/>
            </a:xfrm>
            <a:custGeom>
              <a:avLst/>
              <a:gdLst/>
              <a:ahLst/>
              <a:cxnLst/>
              <a:rect l="l" t="t" r="r" b="b"/>
              <a:pathLst>
                <a:path w="1129" h="3172" extrusionOk="0">
                  <a:moveTo>
                    <a:pt x="614" y="0"/>
                  </a:moveTo>
                  <a:lnTo>
                    <a:pt x="1" y="3065"/>
                  </a:lnTo>
                  <a:lnTo>
                    <a:pt x="516" y="3171"/>
                  </a:lnTo>
                  <a:lnTo>
                    <a:pt x="1129" y="106"/>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6"/>
            <p:cNvSpPr/>
            <p:nvPr/>
          </p:nvSpPr>
          <p:spPr>
            <a:xfrm>
              <a:off x="1078975" y="4751000"/>
              <a:ext cx="30675" cy="81750"/>
            </a:xfrm>
            <a:custGeom>
              <a:avLst/>
              <a:gdLst/>
              <a:ahLst/>
              <a:cxnLst/>
              <a:rect l="l" t="t" r="r" b="b"/>
              <a:pathLst>
                <a:path w="1227" h="3270" extrusionOk="0">
                  <a:moveTo>
                    <a:pt x="614" y="0"/>
                  </a:moveTo>
                  <a:lnTo>
                    <a:pt x="1" y="3172"/>
                  </a:lnTo>
                  <a:lnTo>
                    <a:pt x="614" y="3270"/>
                  </a:lnTo>
                  <a:lnTo>
                    <a:pt x="1227" y="107"/>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6"/>
            <p:cNvSpPr/>
            <p:nvPr/>
          </p:nvSpPr>
          <p:spPr>
            <a:xfrm>
              <a:off x="1109625" y="4756100"/>
              <a:ext cx="28025" cy="81775"/>
            </a:xfrm>
            <a:custGeom>
              <a:avLst/>
              <a:gdLst/>
              <a:ahLst/>
              <a:cxnLst/>
              <a:rect l="l" t="t" r="r" b="b"/>
              <a:pathLst>
                <a:path w="1121" h="3271" extrusionOk="0">
                  <a:moveTo>
                    <a:pt x="614" y="1"/>
                  </a:moveTo>
                  <a:lnTo>
                    <a:pt x="1" y="3172"/>
                  </a:lnTo>
                  <a:lnTo>
                    <a:pt x="508" y="3270"/>
                  </a:lnTo>
                  <a:lnTo>
                    <a:pt x="1121" y="107"/>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6"/>
            <p:cNvSpPr/>
            <p:nvPr/>
          </p:nvSpPr>
          <p:spPr>
            <a:xfrm>
              <a:off x="1137625" y="4763875"/>
              <a:ext cx="30675" cy="79100"/>
            </a:xfrm>
            <a:custGeom>
              <a:avLst/>
              <a:gdLst/>
              <a:ahLst/>
              <a:cxnLst/>
              <a:rect l="l" t="t" r="r" b="b"/>
              <a:pathLst>
                <a:path w="1227" h="3164" extrusionOk="0">
                  <a:moveTo>
                    <a:pt x="614" y="0"/>
                  </a:moveTo>
                  <a:lnTo>
                    <a:pt x="1" y="3065"/>
                  </a:lnTo>
                  <a:lnTo>
                    <a:pt x="516" y="3163"/>
                  </a:lnTo>
                  <a:lnTo>
                    <a:pt x="1227" y="98"/>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6"/>
            <p:cNvSpPr/>
            <p:nvPr/>
          </p:nvSpPr>
          <p:spPr>
            <a:xfrm>
              <a:off x="1165825" y="4768975"/>
              <a:ext cx="30675" cy="79100"/>
            </a:xfrm>
            <a:custGeom>
              <a:avLst/>
              <a:gdLst/>
              <a:ahLst/>
              <a:cxnLst/>
              <a:rect l="l" t="t" r="r" b="b"/>
              <a:pathLst>
                <a:path w="1227" h="3164" extrusionOk="0">
                  <a:moveTo>
                    <a:pt x="712" y="1"/>
                  </a:moveTo>
                  <a:lnTo>
                    <a:pt x="1" y="3066"/>
                  </a:lnTo>
                  <a:lnTo>
                    <a:pt x="614" y="3164"/>
                  </a:lnTo>
                  <a:lnTo>
                    <a:pt x="1227" y="99"/>
                  </a:lnTo>
                  <a:lnTo>
                    <a:pt x="712"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6"/>
            <p:cNvSpPr/>
            <p:nvPr/>
          </p:nvSpPr>
          <p:spPr>
            <a:xfrm>
              <a:off x="1196475" y="4774075"/>
              <a:ext cx="28025" cy="81775"/>
            </a:xfrm>
            <a:custGeom>
              <a:avLst/>
              <a:gdLst/>
              <a:ahLst/>
              <a:cxnLst/>
              <a:rect l="l" t="t" r="r" b="b"/>
              <a:pathLst>
                <a:path w="1121" h="3271" extrusionOk="0">
                  <a:moveTo>
                    <a:pt x="614" y="1"/>
                  </a:moveTo>
                  <a:lnTo>
                    <a:pt x="1" y="3164"/>
                  </a:lnTo>
                  <a:lnTo>
                    <a:pt x="507" y="3270"/>
                  </a:lnTo>
                  <a:lnTo>
                    <a:pt x="1120"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6"/>
            <p:cNvSpPr/>
            <p:nvPr/>
          </p:nvSpPr>
          <p:spPr>
            <a:xfrm>
              <a:off x="1224475" y="4779200"/>
              <a:ext cx="30675" cy="81750"/>
            </a:xfrm>
            <a:custGeom>
              <a:avLst/>
              <a:gdLst/>
              <a:ahLst/>
              <a:cxnLst/>
              <a:rect l="l" t="t" r="r" b="b"/>
              <a:pathLst>
                <a:path w="1227" h="3270" extrusionOk="0">
                  <a:moveTo>
                    <a:pt x="613" y="0"/>
                  </a:moveTo>
                  <a:lnTo>
                    <a:pt x="0" y="3163"/>
                  </a:lnTo>
                  <a:lnTo>
                    <a:pt x="613" y="3270"/>
                  </a:lnTo>
                  <a:lnTo>
                    <a:pt x="1226" y="98"/>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6"/>
            <p:cNvSpPr/>
            <p:nvPr/>
          </p:nvSpPr>
          <p:spPr>
            <a:xfrm>
              <a:off x="1255125" y="4786750"/>
              <a:ext cx="28225" cy="79300"/>
            </a:xfrm>
            <a:custGeom>
              <a:avLst/>
              <a:gdLst/>
              <a:ahLst/>
              <a:cxnLst/>
              <a:rect l="l" t="t" r="r" b="b"/>
              <a:pathLst>
                <a:path w="1129" h="3172" extrusionOk="0">
                  <a:moveTo>
                    <a:pt x="613" y="1"/>
                  </a:moveTo>
                  <a:lnTo>
                    <a:pt x="0" y="3066"/>
                  </a:lnTo>
                  <a:lnTo>
                    <a:pt x="515" y="3172"/>
                  </a:lnTo>
                  <a:lnTo>
                    <a:pt x="1128" y="107"/>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6"/>
            <p:cNvSpPr/>
            <p:nvPr/>
          </p:nvSpPr>
          <p:spPr>
            <a:xfrm>
              <a:off x="1283325" y="4791875"/>
              <a:ext cx="30675" cy="81750"/>
            </a:xfrm>
            <a:custGeom>
              <a:avLst/>
              <a:gdLst/>
              <a:ahLst/>
              <a:cxnLst/>
              <a:rect l="l" t="t" r="r" b="b"/>
              <a:pathLst>
                <a:path w="1227" h="3270" extrusionOk="0">
                  <a:moveTo>
                    <a:pt x="613" y="0"/>
                  </a:moveTo>
                  <a:lnTo>
                    <a:pt x="0" y="3171"/>
                  </a:lnTo>
                  <a:lnTo>
                    <a:pt x="613" y="3269"/>
                  </a:lnTo>
                  <a:lnTo>
                    <a:pt x="1226" y="106"/>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6"/>
            <p:cNvSpPr/>
            <p:nvPr/>
          </p:nvSpPr>
          <p:spPr>
            <a:xfrm>
              <a:off x="1313975" y="4796975"/>
              <a:ext cx="28000" cy="81750"/>
            </a:xfrm>
            <a:custGeom>
              <a:avLst/>
              <a:gdLst/>
              <a:ahLst/>
              <a:cxnLst/>
              <a:rect l="l" t="t" r="r" b="b"/>
              <a:pathLst>
                <a:path w="1120" h="3270" extrusionOk="0">
                  <a:moveTo>
                    <a:pt x="613" y="0"/>
                  </a:moveTo>
                  <a:lnTo>
                    <a:pt x="0" y="3172"/>
                  </a:lnTo>
                  <a:lnTo>
                    <a:pt x="507" y="3270"/>
                  </a:lnTo>
                  <a:lnTo>
                    <a:pt x="1120" y="107"/>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6"/>
            <p:cNvSpPr/>
            <p:nvPr/>
          </p:nvSpPr>
          <p:spPr>
            <a:xfrm>
              <a:off x="1341950" y="4804725"/>
              <a:ext cx="30675" cy="79125"/>
            </a:xfrm>
            <a:custGeom>
              <a:avLst/>
              <a:gdLst/>
              <a:ahLst/>
              <a:cxnLst/>
              <a:rect l="l" t="t" r="r" b="b"/>
              <a:pathLst>
                <a:path w="1227" h="3165" extrusionOk="0">
                  <a:moveTo>
                    <a:pt x="614" y="1"/>
                  </a:moveTo>
                  <a:lnTo>
                    <a:pt x="1" y="3066"/>
                  </a:lnTo>
                  <a:lnTo>
                    <a:pt x="516" y="3164"/>
                  </a:lnTo>
                  <a:lnTo>
                    <a:pt x="1227"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6"/>
            <p:cNvSpPr/>
            <p:nvPr/>
          </p:nvSpPr>
          <p:spPr>
            <a:xfrm>
              <a:off x="935950" y="4963100"/>
              <a:ext cx="441800" cy="260550"/>
            </a:xfrm>
            <a:custGeom>
              <a:avLst/>
              <a:gdLst/>
              <a:ahLst/>
              <a:cxnLst/>
              <a:rect l="l" t="t" r="r" b="b"/>
              <a:pathLst>
                <a:path w="17672" h="10422" extrusionOk="0">
                  <a:moveTo>
                    <a:pt x="1431" y="0"/>
                  </a:moveTo>
                  <a:lnTo>
                    <a:pt x="0" y="7250"/>
                  </a:lnTo>
                  <a:lnTo>
                    <a:pt x="16241" y="10421"/>
                  </a:lnTo>
                  <a:lnTo>
                    <a:pt x="17671" y="3163"/>
                  </a:lnTo>
                  <a:lnTo>
                    <a:pt x="14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6"/>
            <p:cNvSpPr/>
            <p:nvPr/>
          </p:nvSpPr>
          <p:spPr>
            <a:xfrm>
              <a:off x="912850" y="5169875"/>
              <a:ext cx="424025" cy="188850"/>
            </a:xfrm>
            <a:custGeom>
              <a:avLst/>
              <a:gdLst/>
              <a:ahLst/>
              <a:cxnLst/>
              <a:rect l="l" t="t" r="r" b="b"/>
              <a:pathLst>
                <a:path w="16961" h="7554" extrusionOk="0">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6"/>
            <p:cNvSpPr/>
            <p:nvPr/>
          </p:nvSpPr>
          <p:spPr>
            <a:xfrm>
              <a:off x="963950" y="4963100"/>
              <a:ext cx="413800" cy="112400"/>
            </a:xfrm>
            <a:custGeom>
              <a:avLst/>
              <a:gdLst/>
              <a:ahLst/>
              <a:cxnLst/>
              <a:rect l="l" t="t" r="r" b="b"/>
              <a:pathLst>
                <a:path w="16552" h="4496" extrusionOk="0">
                  <a:moveTo>
                    <a:pt x="311" y="0"/>
                  </a:moveTo>
                  <a:lnTo>
                    <a:pt x="0" y="1324"/>
                  </a:lnTo>
                  <a:lnTo>
                    <a:pt x="16249" y="4496"/>
                  </a:lnTo>
                  <a:lnTo>
                    <a:pt x="16551" y="3163"/>
                  </a:lnTo>
                  <a:lnTo>
                    <a:pt x="311"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6"/>
            <p:cNvSpPr/>
            <p:nvPr/>
          </p:nvSpPr>
          <p:spPr>
            <a:xfrm>
              <a:off x="984375" y="5034625"/>
              <a:ext cx="94625" cy="94425"/>
            </a:xfrm>
            <a:custGeom>
              <a:avLst/>
              <a:gdLst/>
              <a:ahLst/>
              <a:cxnLst/>
              <a:rect l="l" t="t" r="r" b="b"/>
              <a:pathLst>
                <a:path w="3785" h="3777" extrusionOk="0">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6"/>
            <p:cNvSpPr/>
            <p:nvPr/>
          </p:nvSpPr>
          <p:spPr>
            <a:xfrm>
              <a:off x="1178500" y="5075475"/>
              <a:ext cx="145700" cy="43350"/>
            </a:xfrm>
            <a:custGeom>
              <a:avLst/>
              <a:gdLst/>
              <a:ahLst/>
              <a:cxnLst/>
              <a:rect l="l" t="t" r="r" b="b"/>
              <a:pathLst>
                <a:path w="5828" h="1734" extrusionOk="0">
                  <a:moveTo>
                    <a:pt x="205" y="1"/>
                  </a:moveTo>
                  <a:lnTo>
                    <a:pt x="0" y="614"/>
                  </a:lnTo>
                  <a:lnTo>
                    <a:pt x="5722" y="1733"/>
                  </a:lnTo>
                  <a:lnTo>
                    <a:pt x="5828" y="1120"/>
                  </a:lnTo>
                  <a:lnTo>
                    <a:pt x="205"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6"/>
            <p:cNvSpPr/>
            <p:nvPr/>
          </p:nvSpPr>
          <p:spPr>
            <a:xfrm>
              <a:off x="1170925" y="5113700"/>
              <a:ext cx="145525" cy="43550"/>
            </a:xfrm>
            <a:custGeom>
              <a:avLst/>
              <a:gdLst/>
              <a:ahLst/>
              <a:cxnLst/>
              <a:rect l="l" t="t" r="r" b="b"/>
              <a:pathLst>
                <a:path w="5821" h="1742" extrusionOk="0">
                  <a:moveTo>
                    <a:pt x="205" y="0"/>
                  </a:moveTo>
                  <a:lnTo>
                    <a:pt x="1" y="719"/>
                  </a:lnTo>
                  <a:lnTo>
                    <a:pt x="5722" y="1741"/>
                  </a:lnTo>
                  <a:lnTo>
                    <a:pt x="5820" y="1128"/>
                  </a:lnTo>
                  <a:lnTo>
                    <a:pt x="205"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41" name="Google Shape;1341;p26"/>
          <p:cNvSpPr/>
          <p:nvPr/>
        </p:nvSpPr>
        <p:spPr>
          <a:xfrm flipH="1">
            <a:off x="321590" y="8514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6"/>
          <p:cNvSpPr/>
          <p:nvPr/>
        </p:nvSpPr>
        <p:spPr>
          <a:xfrm flipH="1">
            <a:off x="1700081" y="617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26"/>
          <p:cNvSpPr/>
          <p:nvPr/>
        </p:nvSpPr>
        <p:spPr>
          <a:xfrm flipH="1">
            <a:off x="152397" y="12744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26"/>
          <p:cNvSpPr/>
          <p:nvPr/>
        </p:nvSpPr>
        <p:spPr>
          <a:xfrm flipH="1">
            <a:off x="614097" y="5764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6"/>
          <p:cNvSpPr/>
          <p:nvPr/>
        </p:nvSpPr>
        <p:spPr>
          <a:xfrm flipH="1">
            <a:off x="712853" y="1604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6"/>
          <p:cNvSpPr/>
          <p:nvPr/>
        </p:nvSpPr>
        <p:spPr>
          <a:xfrm flipH="1">
            <a:off x="2362920" y="2698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6"/>
          <p:cNvSpPr/>
          <p:nvPr/>
        </p:nvSpPr>
        <p:spPr>
          <a:xfrm>
            <a:off x="8408223" y="36797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6"/>
          <p:cNvSpPr/>
          <p:nvPr/>
        </p:nvSpPr>
        <p:spPr>
          <a:xfrm>
            <a:off x="8538536" y="8229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26"/>
          <p:cNvSpPr/>
          <p:nvPr/>
        </p:nvSpPr>
        <p:spPr>
          <a:xfrm>
            <a:off x="8697360" y="101670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6"/>
          <p:cNvSpPr/>
          <p:nvPr/>
        </p:nvSpPr>
        <p:spPr>
          <a:xfrm>
            <a:off x="8937353" y="41706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6"/>
          <p:cNvSpPr/>
          <p:nvPr/>
        </p:nvSpPr>
        <p:spPr>
          <a:xfrm rot="10800000">
            <a:off x="28" y="36"/>
            <a:ext cx="1695422" cy="2497239"/>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3">
  <p:cSld name="CUSTOM_1_1_1_1_3_1">
    <p:spTree>
      <p:nvGrpSpPr>
        <p:cNvPr id="1" name="Shape 1352"/>
        <p:cNvGrpSpPr/>
        <p:nvPr/>
      </p:nvGrpSpPr>
      <p:grpSpPr>
        <a:xfrm>
          <a:off x="0" y="0"/>
          <a:ext cx="0" cy="0"/>
          <a:chOff x="0" y="0"/>
          <a:chExt cx="0" cy="0"/>
        </a:xfrm>
      </p:grpSpPr>
      <p:sp>
        <p:nvSpPr>
          <p:cNvPr id="1353" name="Google Shape;1353;p27"/>
          <p:cNvSpPr/>
          <p:nvPr/>
        </p:nvSpPr>
        <p:spPr>
          <a:xfrm flipH="1">
            <a:off x="28" y="3186075"/>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7"/>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grpSp>
        <p:nvGrpSpPr>
          <p:cNvPr id="1355" name="Google Shape;1355;p27"/>
          <p:cNvGrpSpPr/>
          <p:nvPr/>
        </p:nvGrpSpPr>
        <p:grpSpPr>
          <a:xfrm flipH="1">
            <a:off x="88678" y="4256525"/>
            <a:ext cx="996175" cy="685800"/>
            <a:chOff x="1379925" y="685000"/>
            <a:chExt cx="996175" cy="685800"/>
          </a:xfrm>
        </p:grpSpPr>
        <p:sp>
          <p:nvSpPr>
            <p:cNvPr id="1356" name="Google Shape;1356;p27"/>
            <p:cNvSpPr/>
            <p:nvPr/>
          </p:nvSpPr>
          <p:spPr>
            <a:xfrm>
              <a:off x="1379925" y="685000"/>
              <a:ext cx="996175" cy="685800"/>
            </a:xfrm>
            <a:custGeom>
              <a:avLst/>
              <a:gdLst/>
              <a:ahLst/>
              <a:cxnLst/>
              <a:rect l="l" t="t" r="r" b="b"/>
              <a:pathLst>
                <a:path w="39847" h="27432" extrusionOk="0">
                  <a:moveTo>
                    <a:pt x="7049" y="1"/>
                  </a:moveTo>
                  <a:cubicBezTo>
                    <a:pt x="6004" y="1"/>
                    <a:pt x="5047" y="612"/>
                    <a:pt x="4594" y="1668"/>
                  </a:cubicBezTo>
                  <a:lnTo>
                    <a:pt x="614" y="11370"/>
                  </a:lnTo>
                  <a:cubicBezTo>
                    <a:pt x="1" y="12800"/>
                    <a:pt x="712" y="14435"/>
                    <a:pt x="2044" y="14950"/>
                  </a:cubicBezTo>
                  <a:lnTo>
                    <a:pt x="31673" y="27210"/>
                  </a:lnTo>
                  <a:cubicBezTo>
                    <a:pt x="32026" y="27361"/>
                    <a:pt x="32384" y="27431"/>
                    <a:pt x="32734" y="27431"/>
                  </a:cubicBezTo>
                  <a:cubicBezTo>
                    <a:pt x="33802" y="27431"/>
                    <a:pt x="34783" y="26777"/>
                    <a:pt x="35245" y="25779"/>
                  </a:cubicBezTo>
                  <a:lnTo>
                    <a:pt x="39233" y="15971"/>
                  </a:lnTo>
                  <a:cubicBezTo>
                    <a:pt x="39846" y="14639"/>
                    <a:pt x="39127" y="13004"/>
                    <a:pt x="37803" y="12391"/>
                  </a:cubicBezTo>
                  <a:lnTo>
                    <a:pt x="8174" y="238"/>
                  </a:lnTo>
                  <a:cubicBezTo>
                    <a:pt x="7800" y="77"/>
                    <a:pt x="7419" y="1"/>
                    <a:pt x="7049" y="1"/>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7"/>
            <p:cNvSpPr/>
            <p:nvPr/>
          </p:nvSpPr>
          <p:spPr>
            <a:xfrm>
              <a:off x="1530525" y="760450"/>
              <a:ext cx="132850" cy="129725"/>
            </a:xfrm>
            <a:custGeom>
              <a:avLst/>
              <a:gdLst/>
              <a:ahLst/>
              <a:cxnLst/>
              <a:rect l="l" t="t" r="r" b="b"/>
              <a:pathLst>
                <a:path w="5314" h="5189" extrusionOk="0">
                  <a:moveTo>
                    <a:pt x="2604" y="0"/>
                  </a:moveTo>
                  <a:cubicBezTo>
                    <a:pt x="2144" y="0"/>
                    <a:pt x="1672" y="125"/>
                    <a:pt x="1227" y="383"/>
                  </a:cubicBezTo>
                  <a:cubicBezTo>
                    <a:pt x="1227" y="383"/>
                    <a:pt x="1129" y="383"/>
                    <a:pt x="1129" y="489"/>
                  </a:cubicBezTo>
                  <a:lnTo>
                    <a:pt x="924" y="489"/>
                  </a:lnTo>
                  <a:lnTo>
                    <a:pt x="924" y="587"/>
                  </a:lnTo>
                  <a:lnTo>
                    <a:pt x="818" y="587"/>
                  </a:lnTo>
                  <a:lnTo>
                    <a:pt x="818" y="693"/>
                  </a:lnTo>
                  <a:cubicBezTo>
                    <a:pt x="614" y="791"/>
                    <a:pt x="516" y="996"/>
                    <a:pt x="409" y="1200"/>
                  </a:cubicBezTo>
                  <a:lnTo>
                    <a:pt x="311" y="1200"/>
                  </a:lnTo>
                  <a:lnTo>
                    <a:pt x="311" y="1404"/>
                  </a:lnTo>
                  <a:lnTo>
                    <a:pt x="205" y="1404"/>
                  </a:lnTo>
                  <a:lnTo>
                    <a:pt x="205" y="1609"/>
                  </a:lnTo>
                  <a:lnTo>
                    <a:pt x="107" y="1609"/>
                  </a:lnTo>
                  <a:lnTo>
                    <a:pt x="107" y="1813"/>
                  </a:lnTo>
                  <a:lnTo>
                    <a:pt x="1" y="1919"/>
                  </a:lnTo>
                  <a:lnTo>
                    <a:pt x="1" y="2124"/>
                  </a:lnTo>
                  <a:lnTo>
                    <a:pt x="1" y="2328"/>
                  </a:lnTo>
                  <a:lnTo>
                    <a:pt x="1" y="2630"/>
                  </a:lnTo>
                  <a:lnTo>
                    <a:pt x="1" y="2835"/>
                  </a:lnTo>
                  <a:lnTo>
                    <a:pt x="1" y="2941"/>
                  </a:lnTo>
                  <a:lnTo>
                    <a:pt x="1" y="3039"/>
                  </a:lnTo>
                  <a:lnTo>
                    <a:pt x="1" y="3145"/>
                  </a:lnTo>
                  <a:cubicBezTo>
                    <a:pt x="1" y="3243"/>
                    <a:pt x="1" y="3243"/>
                    <a:pt x="107" y="3350"/>
                  </a:cubicBezTo>
                  <a:lnTo>
                    <a:pt x="107" y="3554"/>
                  </a:lnTo>
                  <a:lnTo>
                    <a:pt x="205" y="3652"/>
                  </a:lnTo>
                  <a:lnTo>
                    <a:pt x="205" y="3758"/>
                  </a:lnTo>
                  <a:cubicBezTo>
                    <a:pt x="311" y="3758"/>
                    <a:pt x="311" y="3856"/>
                    <a:pt x="311" y="3856"/>
                  </a:cubicBezTo>
                  <a:cubicBezTo>
                    <a:pt x="311" y="3963"/>
                    <a:pt x="409" y="3963"/>
                    <a:pt x="409" y="4061"/>
                  </a:cubicBezTo>
                  <a:cubicBezTo>
                    <a:pt x="614" y="4469"/>
                    <a:pt x="1022" y="4674"/>
                    <a:pt x="1333" y="4878"/>
                  </a:cubicBezTo>
                  <a:cubicBezTo>
                    <a:pt x="1431" y="4984"/>
                    <a:pt x="1537" y="4984"/>
                    <a:pt x="1635" y="4984"/>
                  </a:cubicBezTo>
                  <a:cubicBezTo>
                    <a:pt x="1635" y="5082"/>
                    <a:pt x="1742" y="5082"/>
                    <a:pt x="1840" y="5082"/>
                  </a:cubicBezTo>
                  <a:cubicBezTo>
                    <a:pt x="1946" y="5082"/>
                    <a:pt x="1946" y="5082"/>
                    <a:pt x="2044" y="5189"/>
                  </a:cubicBezTo>
                  <a:lnTo>
                    <a:pt x="2559" y="5189"/>
                  </a:lnTo>
                  <a:cubicBezTo>
                    <a:pt x="2968" y="5189"/>
                    <a:pt x="3376" y="5082"/>
                    <a:pt x="3679" y="4878"/>
                  </a:cubicBezTo>
                  <a:lnTo>
                    <a:pt x="3883" y="4878"/>
                  </a:lnTo>
                  <a:lnTo>
                    <a:pt x="3883" y="4780"/>
                  </a:lnTo>
                  <a:lnTo>
                    <a:pt x="3989" y="4780"/>
                  </a:lnTo>
                  <a:cubicBezTo>
                    <a:pt x="4087" y="4674"/>
                    <a:pt x="4087" y="4674"/>
                    <a:pt x="4194" y="4674"/>
                  </a:cubicBezTo>
                  <a:lnTo>
                    <a:pt x="4194" y="4576"/>
                  </a:lnTo>
                  <a:lnTo>
                    <a:pt x="4292" y="4576"/>
                  </a:lnTo>
                  <a:cubicBezTo>
                    <a:pt x="4292" y="4469"/>
                    <a:pt x="4398" y="4469"/>
                    <a:pt x="4398" y="4469"/>
                  </a:cubicBezTo>
                  <a:cubicBezTo>
                    <a:pt x="4398" y="4371"/>
                    <a:pt x="4398" y="4371"/>
                    <a:pt x="4496" y="4371"/>
                  </a:cubicBezTo>
                  <a:cubicBezTo>
                    <a:pt x="4496" y="4371"/>
                    <a:pt x="4496" y="4265"/>
                    <a:pt x="4602" y="4265"/>
                  </a:cubicBezTo>
                  <a:lnTo>
                    <a:pt x="4602" y="4167"/>
                  </a:lnTo>
                  <a:cubicBezTo>
                    <a:pt x="4700" y="4167"/>
                    <a:pt x="4700" y="4061"/>
                    <a:pt x="4700" y="4061"/>
                  </a:cubicBezTo>
                  <a:cubicBezTo>
                    <a:pt x="4700" y="3963"/>
                    <a:pt x="4807" y="3963"/>
                    <a:pt x="4807" y="3963"/>
                  </a:cubicBezTo>
                  <a:lnTo>
                    <a:pt x="4807" y="3856"/>
                  </a:lnTo>
                  <a:lnTo>
                    <a:pt x="4905" y="3758"/>
                  </a:lnTo>
                  <a:lnTo>
                    <a:pt x="4905" y="3652"/>
                  </a:lnTo>
                  <a:lnTo>
                    <a:pt x="5011" y="3554"/>
                  </a:lnTo>
                  <a:lnTo>
                    <a:pt x="5011" y="3448"/>
                  </a:lnTo>
                  <a:cubicBezTo>
                    <a:pt x="5313" y="2737"/>
                    <a:pt x="5215" y="1813"/>
                    <a:pt x="4700" y="1102"/>
                  </a:cubicBezTo>
                  <a:cubicBezTo>
                    <a:pt x="4180" y="384"/>
                    <a:pt x="3410" y="0"/>
                    <a:pt x="2604"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7"/>
            <p:cNvSpPr/>
            <p:nvPr/>
          </p:nvSpPr>
          <p:spPr>
            <a:xfrm>
              <a:off x="1515200" y="747700"/>
              <a:ext cx="145725" cy="130475"/>
            </a:xfrm>
            <a:custGeom>
              <a:avLst/>
              <a:gdLst/>
              <a:ahLst/>
              <a:cxnLst/>
              <a:rect l="l" t="t" r="r" b="b"/>
              <a:pathLst>
                <a:path w="5829" h="5219" extrusionOk="0">
                  <a:moveTo>
                    <a:pt x="2916" y="0"/>
                  </a:moveTo>
                  <a:cubicBezTo>
                    <a:pt x="1884" y="0"/>
                    <a:pt x="901" y="598"/>
                    <a:pt x="516" y="1612"/>
                  </a:cubicBezTo>
                  <a:cubicBezTo>
                    <a:pt x="1" y="2936"/>
                    <a:pt x="614" y="4473"/>
                    <a:pt x="1946" y="4979"/>
                  </a:cubicBezTo>
                  <a:cubicBezTo>
                    <a:pt x="2296" y="5142"/>
                    <a:pt x="2662" y="5218"/>
                    <a:pt x="3019" y="5218"/>
                  </a:cubicBezTo>
                  <a:cubicBezTo>
                    <a:pt x="4011" y="5218"/>
                    <a:pt x="4941" y="4629"/>
                    <a:pt x="5313" y="3655"/>
                  </a:cubicBezTo>
                  <a:cubicBezTo>
                    <a:pt x="5828" y="2323"/>
                    <a:pt x="5215" y="795"/>
                    <a:pt x="3883" y="182"/>
                  </a:cubicBezTo>
                  <a:cubicBezTo>
                    <a:pt x="3567" y="59"/>
                    <a:pt x="3239" y="0"/>
                    <a:pt x="2916"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7"/>
            <p:cNvSpPr/>
            <p:nvPr/>
          </p:nvSpPr>
          <p:spPr>
            <a:xfrm>
              <a:off x="1522975" y="798200"/>
              <a:ext cx="130175" cy="79975"/>
            </a:xfrm>
            <a:custGeom>
              <a:avLst/>
              <a:gdLst/>
              <a:ahLst/>
              <a:cxnLst/>
              <a:rect l="l" t="t" r="r" b="b"/>
              <a:pathLst>
                <a:path w="5207" h="3199" extrusionOk="0">
                  <a:moveTo>
                    <a:pt x="5109" y="1"/>
                  </a:moveTo>
                  <a:cubicBezTo>
                    <a:pt x="5109" y="303"/>
                    <a:pt x="5109" y="712"/>
                    <a:pt x="4904" y="1022"/>
                  </a:cubicBezTo>
                  <a:cubicBezTo>
                    <a:pt x="4511" y="2033"/>
                    <a:pt x="3527" y="2630"/>
                    <a:pt x="2491" y="2630"/>
                  </a:cubicBezTo>
                  <a:cubicBezTo>
                    <a:pt x="2170" y="2630"/>
                    <a:pt x="1844" y="2573"/>
                    <a:pt x="1529" y="2453"/>
                  </a:cubicBezTo>
                  <a:cubicBezTo>
                    <a:pt x="711" y="2044"/>
                    <a:pt x="205" y="1325"/>
                    <a:pt x="0" y="614"/>
                  </a:cubicBezTo>
                  <a:lnTo>
                    <a:pt x="0" y="614"/>
                  </a:lnTo>
                  <a:cubicBezTo>
                    <a:pt x="0" y="1635"/>
                    <a:pt x="613" y="2551"/>
                    <a:pt x="1635" y="2959"/>
                  </a:cubicBezTo>
                  <a:cubicBezTo>
                    <a:pt x="1985" y="3122"/>
                    <a:pt x="2351" y="3198"/>
                    <a:pt x="2708" y="3198"/>
                  </a:cubicBezTo>
                  <a:cubicBezTo>
                    <a:pt x="3700" y="3198"/>
                    <a:pt x="4630" y="2609"/>
                    <a:pt x="5002" y="1635"/>
                  </a:cubicBezTo>
                  <a:cubicBezTo>
                    <a:pt x="5207" y="1022"/>
                    <a:pt x="5207" y="507"/>
                    <a:pt x="5109"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7"/>
            <p:cNvSpPr/>
            <p:nvPr/>
          </p:nvSpPr>
          <p:spPr>
            <a:xfrm>
              <a:off x="1525425" y="788000"/>
              <a:ext cx="122625" cy="58650"/>
            </a:xfrm>
            <a:custGeom>
              <a:avLst/>
              <a:gdLst/>
              <a:ahLst/>
              <a:cxnLst/>
              <a:rect l="l" t="t" r="r" b="b"/>
              <a:pathLst>
                <a:path w="4905" h="2346" extrusionOk="0">
                  <a:moveTo>
                    <a:pt x="107" y="0"/>
                  </a:moveTo>
                  <a:lnTo>
                    <a:pt x="107" y="98"/>
                  </a:lnTo>
                  <a:cubicBezTo>
                    <a:pt x="0" y="98"/>
                    <a:pt x="0" y="204"/>
                    <a:pt x="0" y="302"/>
                  </a:cubicBezTo>
                  <a:lnTo>
                    <a:pt x="4700" y="2346"/>
                  </a:lnTo>
                  <a:cubicBezTo>
                    <a:pt x="4806" y="2248"/>
                    <a:pt x="4806" y="2141"/>
                    <a:pt x="4904" y="2043"/>
                  </a:cubicBezTo>
                  <a:lnTo>
                    <a:pt x="107"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7"/>
            <p:cNvSpPr/>
            <p:nvPr/>
          </p:nvSpPr>
          <p:spPr>
            <a:xfrm>
              <a:off x="1525425" y="782875"/>
              <a:ext cx="125275" cy="58675"/>
            </a:xfrm>
            <a:custGeom>
              <a:avLst/>
              <a:gdLst/>
              <a:ahLst/>
              <a:cxnLst/>
              <a:rect l="l" t="t" r="r" b="b"/>
              <a:pathLst>
                <a:path w="5011" h="2347" extrusionOk="0">
                  <a:moveTo>
                    <a:pt x="205" y="1"/>
                  </a:moveTo>
                  <a:cubicBezTo>
                    <a:pt x="107" y="99"/>
                    <a:pt x="107" y="99"/>
                    <a:pt x="107" y="205"/>
                  </a:cubicBezTo>
                  <a:cubicBezTo>
                    <a:pt x="107" y="205"/>
                    <a:pt x="107" y="303"/>
                    <a:pt x="0" y="303"/>
                  </a:cubicBezTo>
                  <a:lnTo>
                    <a:pt x="4806" y="2346"/>
                  </a:lnTo>
                  <a:cubicBezTo>
                    <a:pt x="4904" y="2346"/>
                    <a:pt x="4904" y="2248"/>
                    <a:pt x="4904" y="2248"/>
                  </a:cubicBezTo>
                  <a:cubicBezTo>
                    <a:pt x="4904" y="2142"/>
                    <a:pt x="4904" y="2142"/>
                    <a:pt x="5011" y="2044"/>
                  </a:cubicBezTo>
                  <a:lnTo>
                    <a:pt x="2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7"/>
            <p:cNvSpPr/>
            <p:nvPr/>
          </p:nvSpPr>
          <p:spPr>
            <a:xfrm>
              <a:off x="1691550" y="826850"/>
              <a:ext cx="132850" cy="129750"/>
            </a:xfrm>
            <a:custGeom>
              <a:avLst/>
              <a:gdLst/>
              <a:ahLst/>
              <a:cxnLst/>
              <a:rect l="l" t="t" r="r" b="b"/>
              <a:pathLst>
                <a:path w="5314" h="5190" extrusionOk="0">
                  <a:moveTo>
                    <a:pt x="2628" y="0"/>
                  </a:moveTo>
                  <a:cubicBezTo>
                    <a:pt x="2156" y="0"/>
                    <a:pt x="1671" y="125"/>
                    <a:pt x="1226" y="383"/>
                  </a:cubicBezTo>
                  <a:cubicBezTo>
                    <a:pt x="1226" y="383"/>
                    <a:pt x="1120" y="383"/>
                    <a:pt x="1120" y="489"/>
                  </a:cubicBezTo>
                  <a:lnTo>
                    <a:pt x="1022" y="489"/>
                  </a:lnTo>
                  <a:lnTo>
                    <a:pt x="1022" y="587"/>
                  </a:lnTo>
                  <a:cubicBezTo>
                    <a:pt x="916" y="587"/>
                    <a:pt x="916" y="587"/>
                    <a:pt x="916" y="694"/>
                  </a:cubicBezTo>
                  <a:lnTo>
                    <a:pt x="818" y="694"/>
                  </a:lnTo>
                  <a:cubicBezTo>
                    <a:pt x="711" y="792"/>
                    <a:pt x="507" y="996"/>
                    <a:pt x="409" y="1200"/>
                  </a:cubicBezTo>
                  <a:cubicBezTo>
                    <a:pt x="303" y="1307"/>
                    <a:pt x="303" y="1307"/>
                    <a:pt x="303" y="1405"/>
                  </a:cubicBezTo>
                  <a:cubicBezTo>
                    <a:pt x="205" y="1511"/>
                    <a:pt x="205" y="1511"/>
                    <a:pt x="205" y="1609"/>
                  </a:cubicBezTo>
                  <a:lnTo>
                    <a:pt x="205" y="1715"/>
                  </a:lnTo>
                  <a:cubicBezTo>
                    <a:pt x="98" y="1715"/>
                    <a:pt x="98" y="1813"/>
                    <a:pt x="98" y="1920"/>
                  </a:cubicBezTo>
                  <a:cubicBezTo>
                    <a:pt x="98" y="1920"/>
                    <a:pt x="98" y="2018"/>
                    <a:pt x="0" y="2124"/>
                  </a:cubicBezTo>
                  <a:lnTo>
                    <a:pt x="0" y="2328"/>
                  </a:lnTo>
                  <a:lnTo>
                    <a:pt x="0" y="2426"/>
                  </a:lnTo>
                  <a:lnTo>
                    <a:pt x="0" y="2631"/>
                  </a:lnTo>
                  <a:lnTo>
                    <a:pt x="0" y="2835"/>
                  </a:lnTo>
                  <a:lnTo>
                    <a:pt x="0" y="2941"/>
                  </a:lnTo>
                  <a:lnTo>
                    <a:pt x="0" y="3039"/>
                  </a:lnTo>
                  <a:lnTo>
                    <a:pt x="0" y="3146"/>
                  </a:lnTo>
                  <a:cubicBezTo>
                    <a:pt x="98" y="3244"/>
                    <a:pt x="98" y="3244"/>
                    <a:pt x="98" y="3350"/>
                  </a:cubicBezTo>
                  <a:cubicBezTo>
                    <a:pt x="98" y="3448"/>
                    <a:pt x="98" y="3554"/>
                    <a:pt x="205" y="3554"/>
                  </a:cubicBezTo>
                  <a:lnTo>
                    <a:pt x="205" y="3652"/>
                  </a:lnTo>
                  <a:cubicBezTo>
                    <a:pt x="205" y="3652"/>
                    <a:pt x="205" y="3759"/>
                    <a:pt x="303" y="3759"/>
                  </a:cubicBezTo>
                  <a:lnTo>
                    <a:pt x="303" y="3857"/>
                  </a:lnTo>
                  <a:cubicBezTo>
                    <a:pt x="303" y="3963"/>
                    <a:pt x="409" y="3963"/>
                    <a:pt x="409" y="4061"/>
                  </a:cubicBezTo>
                  <a:cubicBezTo>
                    <a:pt x="711" y="4470"/>
                    <a:pt x="1022" y="4780"/>
                    <a:pt x="1431" y="4878"/>
                  </a:cubicBezTo>
                  <a:cubicBezTo>
                    <a:pt x="1431" y="4985"/>
                    <a:pt x="1529" y="4985"/>
                    <a:pt x="1635" y="4985"/>
                  </a:cubicBezTo>
                  <a:cubicBezTo>
                    <a:pt x="1733" y="5083"/>
                    <a:pt x="1733" y="5083"/>
                    <a:pt x="1839" y="5083"/>
                  </a:cubicBezTo>
                  <a:cubicBezTo>
                    <a:pt x="1937" y="5083"/>
                    <a:pt x="2044" y="5189"/>
                    <a:pt x="2142" y="5189"/>
                  </a:cubicBezTo>
                  <a:lnTo>
                    <a:pt x="2550" y="5189"/>
                  </a:lnTo>
                  <a:cubicBezTo>
                    <a:pt x="2959" y="5189"/>
                    <a:pt x="3368" y="5083"/>
                    <a:pt x="3776" y="4985"/>
                  </a:cubicBezTo>
                  <a:lnTo>
                    <a:pt x="3776" y="4878"/>
                  </a:lnTo>
                  <a:lnTo>
                    <a:pt x="3883" y="4878"/>
                  </a:lnTo>
                  <a:cubicBezTo>
                    <a:pt x="3883" y="4878"/>
                    <a:pt x="3981" y="4878"/>
                    <a:pt x="3981" y="4780"/>
                  </a:cubicBezTo>
                  <a:lnTo>
                    <a:pt x="4087" y="4780"/>
                  </a:lnTo>
                  <a:lnTo>
                    <a:pt x="4185" y="4674"/>
                  </a:lnTo>
                  <a:lnTo>
                    <a:pt x="4291" y="4576"/>
                  </a:lnTo>
                  <a:cubicBezTo>
                    <a:pt x="4389" y="4576"/>
                    <a:pt x="4389" y="4470"/>
                    <a:pt x="4389" y="4470"/>
                  </a:cubicBezTo>
                  <a:cubicBezTo>
                    <a:pt x="4496" y="4470"/>
                    <a:pt x="4496" y="4372"/>
                    <a:pt x="4496" y="4372"/>
                  </a:cubicBezTo>
                  <a:lnTo>
                    <a:pt x="4594" y="4265"/>
                  </a:lnTo>
                  <a:lnTo>
                    <a:pt x="4594" y="4167"/>
                  </a:lnTo>
                  <a:cubicBezTo>
                    <a:pt x="4700" y="4167"/>
                    <a:pt x="4700" y="4061"/>
                    <a:pt x="4798" y="4061"/>
                  </a:cubicBezTo>
                  <a:lnTo>
                    <a:pt x="4798" y="3963"/>
                  </a:lnTo>
                  <a:lnTo>
                    <a:pt x="4904" y="3857"/>
                  </a:lnTo>
                  <a:lnTo>
                    <a:pt x="4904" y="3759"/>
                  </a:lnTo>
                  <a:lnTo>
                    <a:pt x="5002" y="3652"/>
                  </a:lnTo>
                  <a:lnTo>
                    <a:pt x="5002" y="3554"/>
                  </a:lnTo>
                  <a:cubicBezTo>
                    <a:pt x="5313" y="2737"/>
                    <a:pt x="5207" y="1920"/>
                    <a:pt x="4700" y="1102"/>
                  </a:cubicBezTo>
                  <a:cubicBezTo>
                    <a:pt x="4242" y="384"/>
                    <a:pt x="3455" y="0"/>
                    <a:pt x="262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7"/>
            <p:cNvSpPr/>
            <p:nvPr/>
          </p:nvSpPr>
          <p:spPr>
            <a:xfrm>
              <a:off x="1676225" y="814100"/>
              <a:ext cx="148175" cy="130475"/>
            </a:xfrm>
            <a:custGeom>
              <a:avLst/>
              <a:gdLst/>
              <a:ahLst/>
              <a:cxnLst/>
              <a:rect l="l" t="t" r="r" b="b"/>
              <a:pathLst>
                <a:path w="5927" h="5219" extrusionOk="0">
                  <a:moveTo>
                    <a:pt x="3012" y="1"/>
                  </a:moveTo>
                  <a:cubicBezTo>
                    <a:pt x="1976" y="1"/>
                    <a:pt x="974" y="598"/>
                    <a:pt x="507" y="1612"/>
                  </a:cubicBezTo>
                  <a:cubicBezTo>
                    <a:pt x="0" y="2936"/>
                    <a:pt x="613" y="4473"/>
                    <a:pt x="1937" y="4980"/>
                  </a:cubicBezTo>
                  <a:cubicBezTo>
                    <a:pt x="2290" y="5142"/>
                    <a:pt x="2657" y="5218"/>
                    <a:pt x="3014" y="5218"/>
                  </a:cubicBezTo>
                  <a:cubicBezTo>
                    <a:pt x="4008" y="5218"/>
                    <a:pt x="4934" y="4629"/>
                    <a:pt x="5313" y="3656"/>
                  </a:cubicBezTo>
                  <a:cubicBezTo>
                    <a:pt x="5926" y="2323"/>
                    <a:pt x="5313" y="795"/>
                    <a:pt x="3981" y="182"/>
                  </a:cubicBezTo>
                  <a:cubicBezTo>
                    <a:pt x="3665" y="59"/>
                    <a:pt x="3337" y="1"/>
                    <a:pt x="3012"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7"/>
            <p:cNvSpPr/>
            <p:nvPr/>
          </p:nvSpPr>
          <p:spPr>
            <a:xfrm>
              <a:off x="1683775" y="864625"/>
              <a:ext cx="132850" cy="79950"/>
            </a:xfrm>
            <a:custGeom>
              <a:avLst/>
              <a:gdLst/>
              <a:ahLst/>
              <a:cxnLst/>
              <a:rect l="l" t="t" r="r" b="b"/>
              <a:pathLst>
                <a:path w="5314" h="3198" extrusionOk="0">
                  <a:moveTo>
                    <a:pt x="5215" y="0"/>
                  </a:moveTo>
                  <a:cubicBezTo>
                    <a:pt x="5215" y="409"/>
                    <a:pt x="5109" y="711"/>
                    <a:pt x="5011" y="1022"/>
                  </a:cubicBezTo>
                  <a:cubicBezTo>
                    <a:pt x="4543" y="2033"/>
                    <a:pt x="3537" y="2629"/>
                    <a:pt x="2497" y="2629"/>
                  </a:cubicBezTo>
                  <a:cubicBezTo>
                    <a:pt x="2175" y="2629"/>
                    <a:pt x="1850" y="2572"/>
                    <a:pt x="1537" y="2452"/>
                  </a:cubicBezTo>
                  <a:cubicBezTo>
                    <a:pt x="720" y="2043"/>
                    <a:pt x="205" y="1430"/>
                    <a:pt x="1" y="613"/>
                  </a:cubicBezTo>
                  <a:lnTo>
                    <a:pt x="1" y="613"/>
                  </a:lnTo>
                  <a:cubicBezTo>
                    <a:pt x="1" y="1635"/>
                    <a:pt x="614" y="2550"/>
                    <a:pt x="1635" y="2959"/>
                  </a:cubicBezTo>
                  <a:cubicBezTo>
                    <a:pt x="1988" y="3121"/>
                    <a:pt x="2355" y="3197"/>
                    <a:pt x="2712" y="3197"/>
                  </a:cubicBezTo>
                  <a:cubicBezTo>
                    <a:pt x="3706" y="3197"/>
                    <a:pt x="4632" y="2608"/>
                    <a:pt x="5011" y="1635"/>
                  </a:cubicBezTo>
                  <a:cubicBezTo>
                    <a:pt x="5215" y="1120"/>
                    <a:pt x="5313" y="507"/>
                    <a:pt x="5215"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7"/>
            <p:cNvSpPr/>
            <p:nvPr/>
          </p:nvSpPr>
          <p:spPr>
            <a:xfrm>
              <a:off x="1686450" y="854400"/>
              <a:ext cx="122625" cy="58675"/>
            </a:xfrm>
            <a:custGeom>
              <a:avLst/>
              <a:gdLst/>
              <a:ahLst/>
              <a:cxnLst/>
              <a:rect l="l" t="t" r="r" b="b"/>
              <a:pathLst>
                <a:path w="4905" h="2347" extrusionOk="0">
                  <a:moveTo>
                    <a:pt x="98" y="0"/>
                  </a:moveTo>
                  <a:lnTo>
                    <a:pt x="98" y="98"/>
                  </a:lnTo>
                  <a:cubicBezTo>
                    <a:pt x="98" y="205"/>
                    <a:pt x="0" y="205"/>
                    <a:pt x="0" y="303"/>
                  </a:cubicBezTo>
                  <a:lnTo>
                    <a:pt x="4798" y="2346"/>
                  </a:lnTo>
                  <a:cubicBezTo>
                    <a:pt x="4798" y="2248"/>
                    <a:pt x="4904" y="2142"/>
                    <a:pt x="4904" y="2142"/>
                  </a:cubicBezTo>
                  <a:lnTo>
                    <a:pt x="4904" y="2044"/>
                  </a:lnTo>
                  <a:lnTo>
                    <a:pt x="98"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7"/>
            <p:cNvSpPr/>
            <p:nvPr/>
          </p:nvSpPr>
          <p:spPr>
            <a:xfrm>
              <a:off x="1688900" y="851750"/>
              <a:ext cx="122625" cy="56200"/>
            </a:xfrm>
            <a:custGeom>
              <a:avLst/>
              <a:gdLst/>
              <a:ahLst/>
              <a:cxnLst/>
              <a:rect l="l" t="t" r="r" b="b"/>
              <a:pathLst>
                <a:path w="4905" h="2248" extrusionOk="0">
                  <a:moveTo>
                    <a:pt x="106" y="0"/>
                  </a:moveTo>
                  <a:cubicBezTo>
                    <a:pt x="106" y="0"/>
                    <a:pt x="106" y="106"/>
                    <a:pt x="0" y="106"/>
                  </a:cubicBezTo>
                  <a:lnTo>
                    <a:pt x="0" y="311"/>
                  </a:lnTo>
                  <a:lnTo>
                    <a:pt x="4806" y="2248"/>
                  </a:lnTo>
                  <a:lnTo>
                    <a:pt x="4806" y="2150"/>
                  </a:lnTo>
                  <a:cubicBezTo>
                    <a:pt x="4904" y="2043"/>
                    <a:pt x="4904" y="2043"/>
                    <a:pt x="4904" y="1945"/>
                  </a:cubicBezTo>
                  <a:lnTo>
                    <a:pt x="10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7"/>
            <p:cNvSpPr/>
            <p:nvPr/>
          </p:nvSpPr>
          <p:spPr>
            <a:xfrm>
              <a:off x="1852350" y="893375"/>
              <a:ext cx="132850" cy="129625"/>
            </a:xfrm>
            <a:custGeom>
              <a:avLst/>
              <a:gdLst/>
              <a:ahLst/>
              <a:cxnLst/>
              <a:rect l="l" t="t" r="r" b="b"/>
              <a:pathLst>
                <a:path w="5314" h="5185" extrusionOk="0">
                  <a:moveTo>
                    <a:pt x="2638" y="0"/>
                  </a:moveTo>
                  <a:cubicBezTo>
                    <a:pt x="2184" y="0"/>
                    <a:pt x="1732" y="125"/>
                    <a:pt x="1333" y="378"/>
                  </a:cubicBezTo>
                  <a:cubicBezTo>
                    <a:pt x="1227" y="378"/>
                    <a:pt x="1227" y="485"/>
                    <a:pt x="1129" y="485"/>
                  </a:cubicBezTo>
                  <a:lnTo>
                    <a:pt x="1022" y="583"/>
                  </a:lnTo>
                  <a:lnTo>
                    <a:pt x="924" y="689"/>
                  </a:lnTo>
                  <a:lnTo>
                    <a:pt x="409" y="1196"/>
                  </a:lnTo>
                  <a:cubicBezTo>
                    <a:pt x="409" y="1302"/>
                    <a:pt x="409" y="1302"/>
                    <a:pt x="311" y="1400"/>
                  </a:cubicBezTo>
                  <a:lnTo>
                    <a:pt x="311" y="1506"/>
                  </a:lnTo>
                  <a:lnTo>
                    <a:pt x="205" y="1604"/>
                  </a:lnTo>
                  <a:lnTo>
                    <a:pt x="205" y="1711"/>
                  </a:lnTo>
                  <a:cubicBezTo>
                    <a:pt x="205" y="1711"/>
                    <a:pt x="107" y="1809"/>
                    <a:pt x="107" y="1915"/>
                  </a:cubicBezTo>
                  <a:lnTo>
                    <a:pt x="107" y="2119"/>
                  </a:lnTo>
                  <a:lnTo>
                    <a:pt x="107" y="2217"/>
                  </a:lnTo>
                  <a:lnTo>
                    <a:pt x="1" y="2324"/>
                  </a:lnTo>
                  <a:lnTo>
                    <a:pt x="1" y="2422"/>
                  </a:lnTo>
                  <a:lnTo>
                    <a:pt x="1" y="2626"/>
                  </a:lnTo>
                  <a:lnTo>
                    <a:pt x="1" y="2830"/>
                  </a:lnTo>
                  <a:lnTo>
                    <a:pt x="1" y="2937"/>
                  </a:lnTo>
                  <a:cubicBezTo>
                    <a:pt x="1" y="3035"/>
                    <a:pt x="107" y="3035"/>
                    <a:pt x="107" y="3141"/>
                  </a:cubicBezTo>
                  <a:lnTo>
                    <a:pt x="107" y="3345"/>
                  </a:lnTo>
                  <a:cubicBezTo>
                    <a:pt x="205" y="3443"/>
                    <a:pt x="205" y="3550"/>
                    <a:pt x="205" y="3648"/>
                  </a:cubicBezTo>
                  <a:cubicBezTo>
                    <a:pt x="311" y="3754"/>
                    <a:pt x="311" y="3754"/>
                    <a:pt x="311" y="3852"/>
                  </a:cubicBezTo>
                  <a:cubicBezTo>
                    <a:pt x="409" y="3958"/>
                    <a:pt x="409" y="4056"/>
                    <a:pt x="516" y="4056"/>
                  </a:cubicBezTo>
                  <a:cubicBezTo>
                    <a:pt x="720" y="4465"/>
                    <a:pt x="1022" y="4776"/>
                    <a:pt x="1431" y="4980"/>
                  </a:cubicBezTo>
                  <a:cubicBezTo>
                    <a:pt x="1537" y="4980"/>
                    <a:pt x="1635" y="4980"/>
                    <a:pt x="1635" y="5078"/>
                  </a:cubicBezTo>
                  <a:lnTo>
                    <a:pt x="1946" y="5078"/>
                  </a:lnTo>
                  <a:cubicBezTo>
                    <a:pt x="1946" y="5184"/>
                    <a:pt x="2044" y="5184"/>
                    <a:pt x="2150" y="5184"/>
                  </a:cubicBezTo>
                  <a:lnTo>
                    <a:pt x="2657" y="5184"/>
                  </a:lnTo>
                  <a:cubicBezTo>
                    <a:pt x="3066" y="5184"/>
                    <a:pt x="3475" y="5184"/>
                    <a:pt x="3785" y="4980"/>
                  </a:cubicBezTo>
                  <a:cubicBezTo>
                    <a:pt x="3883" y="4874"/>
                    <a:pt x="3883" y="4874"/>
                    <a:pt x="3989" y="4874"/>
                  </a:cubicBezTo>
                  <a:lnTo>
                    <a:pt x="3989" y="4776"/>
                  </a:lnTo>
                  <a:lnTo>
                    <a:pt x="4088" y="4776"/>
                  </a:lnTo>
                  <a:cubicBezTo>
                    <a:pt x="4194" y="4776"/>
                    <a:pt x="4194" y="4669"/>
                    <a:pt x="4194" y="4669"/>
                  </a:cubicBezTo>
                  <a:lnTo>
                    <a:pt x="4292" y="4669"/>
                  </a:lnTo>
                  <a:cubicBezTo>
                    <a:pt x="4292" y="4571"/>
                    <a:pt x="4292" y="4571"/>
                    <a:pt x="4398" y="4571"/>
                  </a:cubicBezTo>
                  <a:cubicBezTo>
                    <a:pt x="4398" y="4571"/>
                    <a:pt x="4398" y="4465"/>
                    <a:pt x="4496" y="4465"/>
                  </a:cubicBezTo>
                  <a:lnTo>
                    <a:pt x="4496" y="4367"/>
                  </a:lnTo>
                  <a:cubicBezTo>
                    <a:pt x="4602" y="4367"/>
                    <a:pt x="4602" y="4367"/>
                    <a:pt x="4602" y="4261"/>
                  </a:cubicBezTo>
                  <a:lnTo>
                    <a:pt x="4701" y="4261"/>
                  </a:lnTo>
                  <a:cubicBezTo>
                    <a:pt x="4701" y="4163"/>
                    <a:pt x="4807" y="4163"/>
                    <a:pt x="4807" y="4056"/>
                  </a:cubicBezTo>
                  <a:lnTo>
                    <a:pt x="4807" y="3958"/>
                  </a:lnTo>
                  <a:cubicBezTo>
                    <a:pt x="4905" y="3958"/>
                    <a:pt x="4905" y="3852"/>
                    <a:pt x="4905" y="3852"/>
                  </a:cubicBezTo>
                  <a:cubicBezTo>
                    <a:pt x="4905" y="3852"/>
                    <a:pt x="4905" y="3754"/>
                    <a:pt x="5011" y="3754"/>
                  </a:cubicBezTo>
                  <a:lnTo>
                    <a:pt x="5011" y="3648"/>
                  </a:lnTo>
                  <a:cubicBezTo>
                    <a:pt x="5011" y="3648"/>
                    <a:pt x="5011" y="3550"/>
                    <a:pt x="5109" y="3550"/>
                  </a:cubicBezTo>
                  <a:cubicBezTo>
                    <a:pt x="5314" y="2732"/>
                    <a:pt x="5314" y="1915"/>
                    <a:pt x="4807" y="1196"/>
                  </a:cubicBezTo>
                  <a:cubicBezTo>
                    <a:pt x="4281" y="407"/>
                    <a:pt x="3457"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7"/>
            <p:cNvSpPr/>
            <p:nvPr/>
          </p:nvSpPr>
          <p:spPr>
            <a:xfrm>
              <a:off x="1837025" y="881525"/>
              <a:ext cx="148175" cy="130575"/>
            </a:xfrm>
            <a:custGeom>
              <a:avLst/>
              <a:gdLst/>
              <a:ahLst/>
              <a:cxnLst/>
              <a:rect l="l" t="t" r="r" b="b"/>
              <a:pathLst>
                <a:path w="5927" h="5223" extrusionOk="0">
                  <a:moveTo>
                    <a:pt x="2914" y="1"/>
                  </a:moveTo>
                  <a:cubicBezTo>
                    <a:pt x="1920" y="1"/>
                    <a:pt x="993" y="592"/>
                    <a:pt x="614" y="1572"/>
                  </a:cubicBezTo>
                  <a:cubicBezTo>
                    <a:pt x="1" y="2896"/>
                    <a:pt x="614" y="4432"/>
                    <a:pt x="1946" y="5045"/>
                  </a:cubicBezTo>
                  <a:cubicBezTo>
                    <a:pt x="2259" y="5165"/>
                    <a:pt x="2584" y="5222"/>
                    <a:pt x="2906" y="5222"/>
                  </a:cubicBezTo>
                  <a:cubicBezTo>
                    <a:pt x="3945" y="5222"/>
                    <a:pt x="4952" y="4626"/>
                    <a:pt x="5420" y="3615"/>
                  </a:cubicBezTo>
                  <a:cubicBezTo>
                    <a:pt x="5927" y="2283"/>
                    <a:pt x="5314" y="754"/>
                    <a:pt x="3989" y="239"/>
                  </a:cubicBezTo>
                  <a:cubicBezTo>
                    <a:pt x="3637" y="77"/>
                    <a:pt x="3271" y="1"/>
                    <a:pt x="2914"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27"/>
            <p:cNvSpPr/>
            <p:nvPr/>
          </p:nvSpPr>
          <p:spPr>
            <a:xfrm>
              <a:off x="1847250" y="931025"/>
              <a:ext cx="130400" cy="81075"/>
            </a:xfrm>
            <a:custGeom>
              <a:avLst/>
              <a:gdLst/>
              <a:ahLst/>
              <a:cxnLst/>
              <a:rect l="l" t="t" r="r" b="b"/>
              <a:pathLst>
                <a:path w="5216" h="3243" extrusionOk="0">
                  <a:moveTo>
                    <a:pt x="5109" y="0"/>
                  </a:moveTo>
                  <a:cubicBezTo>
                    <a:pt x="5109" y="409"/>
                    <a:pt x="5011" y="711"/>
                    <a:pt x="4905" y="1022"/>
                  </a:cubicBezTo>
                  <a:cubicBezTo>
                    <a:pt x="4518" y="2033"/>
                    <a:pt x="3530" y="2629"/>
                    <a:pt x="2496" y="2629"/>
                  </a:cubicBezTo>
                  <a:cubicBezTo>
                    <a:pt x="2175" y="2629"/>
                    <a:pt x="1850" y="2572"/>
                    <a:pt x="1537" y="2452"/>
                  </a:cubicBezTo>
                  <a:cubicBezTo>
                    <a:pt x="720" y="2142"/>
                    <a:pt x="107" y="1431"/>
                    <a:pt x="0" y="613"/>
                  </a:cubicBezTo>
                  <a:lnTo>
                    <a:pt x="0" y="613"/>
                  </a:lnTo>
                  <a:cubicBezTo>
                    <a:pt x="0" y="1635"/>
                    <a:pt x="613" y="2550"/>
                    <a:pt x="1537" y="3065"/>
                  </a:cubicBezTo>
                  <a:cubicBezTo>
                    <a:pt x="1850" y="3185"/>
                    <a:pt x="2175" y="3242"/>
                    <a:pt x="2497" y="3242"/>
                  </a:cubicBezTo>
                  <a:cubicBezTo>
                    <a:pt x="3536" y="3242"/>
                    <a:pt x="4543" y="2646"/>
                    <a:pt x="5011" y="1635"/>
                  </a:cubicBezTo>
                  <a:cubicBezTo>
                    <a:pt x="5215" y="1120"/>
                    <a:pt x="5215" y="507"/>
                    <a:pt x="5109"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7"/>
            <p:cNvSpPr/>
            <p:nvPr/>
          </p:nvSpPr>
          <p:spPr>
            <a:xfrm>
              <a:off x="1849900" y="920800"/>
              <a:ext cx="122625" cy="58675"/>
            </a:xfrm>
            <a:custGeom>
              <a:avLst/>
              <a:gdLst/>
              <a:ahLst/>
              <a:cxnLst/>
              <a:rect l="l" t="t" r="r" b="b"/>
              <a:pathLst>
                <a:path w="4905" h="2347" extrusionOk="0">
                  <a:moveTo>
                    <a:pt x="99" y="1"/>
                  </a:moveTo>
                  <a:cubicBezTo>
                    <a:pt x="99" y="99"/>
                    <a:pt x="1" y="99"/>
                    <a:pt x="1" y="99"/>
                  </a:cubicBezTo>
                  <a:lnTo>
                    <a:pt x="1" y="303"/>
                  </a:lnTo>
                  <a:lnTo>
                    <a:pt x="4700" y="2346"/>
                  </a:lnTo>
                  <a:cubicBezTo>
                    <a:pt x="4799" y="2248"/>
                    <a:pt x="4799" y="2248"/>
                    <a:pt x="4799" y="2142"/>
                  </a:cubicBezTo>
                  <a:lnTo>
                    <a:pt x="4905" y="2044"/>
                  </a:lnTo>
                  <a:lnTo>
                    <a:pt x="99"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7"/>
            <p:cNvSpPr/>
            <p:nvPr/>
          </p:nvSpPr>
          <p:spPr>
            <a:xfrm>
              <a:off x="1849900" y="918150"/>
              <a:ext cx="122625" cy="56225"/>
            </a:xfrm>
            <a:custGeom>
              <a:avLst/>
              <a:gdLst/>
              <a:ahLst/>
              <a:cxnLst/>
              <a:rect l="l" t="t" r="r" b="b"/>
              <a:pathLst>
                <a:path w="4905" h="2249" extrusionOk="0">
                  <a:moveTo>
                    <a:pt x="99" y="0"/>
                  </a:moveTo>
                  <a:lnTo>
                    <a:pt x="99" y="107"/>
                  </a:lnTo>
                  <a:cubicBezTo>
                    <a:pt x="1" y="205"/>
                    <a:pt x="1" y="205"/>
                    <a:pt x="1" y="311"/>
                  </a:cubicBezTo>
                  <a:lnTo>
                    <a:pt x="4799" y="2248"/>
                  </a:lnTo>
                  <a:cubicBezTo>
                    <a:pt x="4799" y="2248"/>
                    <a:pt x="4799" y="2150"/>
                    <a:pt x="4905" y="2150"/>
                  </a:cubicBezTo>
                  <a:lnTo>
                    <a:pt x="4905" y="1946"/>
                  </a:lnTo>
                  <a:lnTo>
                    <a:pt x="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7"/>
            <p:cNvSpPr/>
            <p:nvPr/>
          </p:nvSpPr>
          <p:spPr>
            <a:xfrm>
              <a:off x="2015825" y="960400"/>
              <a:ext cx="132850" cy="131450"/>
            </a:xfrm>
            <a:custGeom>
              <a:avLst/>
              <a:gdLst/>
              <a:ahLst/>
              <a:cxnLst/>
              <a:rect l="l" t="t" r="r" b="b"/>
              <a:pathLst>
                <a:path w="5314" h="5258" extrusionOk="0">
                  <a:moveTo>
                    <a:pt x="2534" y="1"/>
                  </a:moveTo>
                  <a:cubicBezTo>
                    <a:pt x="2092" y="1"/>
                    <a:pt x="1641" y="113"/>
                    <a:pt x="1227" y="354"/>
                  </a:cubicBezTo>
                  <a:cubicBezTo>
                    <a:pt x="1227" y="460"/>
                    <a:pt x="1128" y="460"/>
                    <a:pt x="1128" y="460"/>
                  </a:cubicBezTo>
                  <a:cubicBezTo>
                    <a:pt x="1022" y="460"/>
                    <a:pt x="1022" y="460"/>
                    <a:pt x="1022" y="558"/>
                  </a:cubicBezTo>
                  <a:lnTo>
                    <a:pt x="924" y="558"/>
                  </a:lnTo>
                  <a:cubicBezTo>
                    <a:pt x="924" y="558"/>
                    <a:pt x="924" y="664"/>
                    <a:pt x="818" y="664"/>
                  </a:cubicBezTo>
                  <a:cubicBezTo>
                    <a:pt x="614" y="869"/>
                    <a:pt x="515" y="967"/>
                    <a:pt x="409" y="1171"/>
                  </a:cubicBezTo>
                  <a:lnTo>
                    <a:pt x="409" y="1277"/>
                  </a:lnTo>
                  <a:cubicBezTo>
                    <a:pt x="311" y="1277"/>
                    <a:pt x="311" y="1375"/>
                    <a:pt x="311" y="1375"/>
                  </a:cubicBezTo>
                  <a:cubicBezTo>
                    <a:pt x="205" y="1375"/>
                    <a:pt x="205" y="1482"/>
                    <a:pt x="205" y="1482"/>
                  </a:cubicBezTo>
                  <a:lnTo>
                    <a:pt x="205" y="1580"/>
                  </a:lnTo>
                  <a:cubicBezTo>
                    <a:pt x="205" y="1686"/>
                    <a:pt x="107" y="1686"/>
                    <a:pt x="107" y="1686"/>
                  </a:cubicBezTo>
                  <a:lnTo>
                    <a:pt x="107" y="1890"/>
                  </a:lnTo>
                  <a:cubicBezTo>
                    <a:pt x="1" y="1988"/>
                    <a:pt x="1" y="2095"/>
                    <a:pt x="1" y="2095"/>
                  </a:cubicBezTo>
                  <a:lnTo>
                    <a:pt x="1" y="2193"/>
                  </a:lnTo>
                  <a:lnTo>
                    <a:pt x="1" y="2299"/>
                  </a:lnTo>
                  <a:lnTo>
                    <a:pt x="1" y="2397"/>
                  </a:lnTo>
                  <a:lnTo>
                    <a:pt x="1" y="2601"/>
                  </a:lnTo>
                  <a:lnTo>
                    <a:pt x="1" y="2806"/>
                  </a:lnTo>
                  <a:lnTo>
                    <a:pt x="1" y="2912"/>
                  </a:lnTo>
                  <a:lnTo>
                    <a:pt x="1" y="3116"/>
                  </a:lnTo>
                  <a:cubicBezTo>
                    <a:pt x="1" y="3214"/>
                    <a:pt x="1" y="3321"/>
                    <a:pt x="107" y="3419"/>
                  </a:cubicBezTo>
                  <a:lnTo>
                    <a:pt x="107" y="3623"/>
                  </a:lnTo>
                  <a:lnTo>
                    <a:pt x="205" y="3623"/>
                  </a:lnTo>
                  <a:lnTo>
                    <a:pt x="205" y="3827"/>
                  </a:lnTo>
                  <a:cubicBezTo>
                    <a:pt x="311" y="3827"/>
                    <a:pt x="311" y="3827"/>
                    <a:pt x="311" y="3934"/>
                  </a:cubicBezTo>
                  <a:cubicBezTo>
                    <a:pt x="311" y="3934"/>
                    <a:pt x="409" y="4032"/>
                    <a:pt x="409" y="4138"/>
                  </a:cubicBezTo>
                  <a:cubicBezTo>
                    <a:pt x="614" y="4440"/>
                    <a:pt x="1022" y="4751"/>
                    <a:pt x="1333" y="4955"/>
                  </a:cubicBezTo>
                  <a:cubicBezTo>
                    <a:pt x="1431" y="4955"/>
                    <a:pt x="1537" y="5053"/>
                    <a:pt x="1635" y="5053"/>
                  </a:cubicBezTo>
                  <a:cubicBezTo>
                    <a:pt x="1635" y="5053"/>
                    <a:pt x="1741" y="5053"/>
                    <a:pt x="1840" y="5160"/>
                  </a:cubicBezTo>
                  <a:lnTo>
                    <a:pt x="2044" y="5160"/>
                  </a:lnTo>
                  <a:cubicBezTo>
                    <a:pt x="2248" y="5258"/>
                    <a:pt x="2453" y="5258"/>
                    <a:pt x="2559" y="5258"/>
                  </a:cubicBezTo>
                  <a:cubicBezTo>
                    <a:pt x="2967" y="5258"/>
                    <a:pt x="3376" y="5160"/>
                    <a:pt x="3785" y="4955"/>
                  </a:cubicBezTo>
                  <a:lnTo>
                    <a:pt x="3883" y="4849"/>
                  </a:lnTo>
                  <a:lnTo>
                    <a:pt x="3989" y="4849"/>
                  </a:lnTo>
                  <a:lnTo>
                    <a:pt x="3989" y="4751"/>
                  </a:lnTo>
                  <a:cubicBezTo>
                    <a:pt x="4087" y="4751"/>
                    <a:pt x="4087" y="4751"/>
                    <a:pt x="4193" y="4645"/>
                  </a:cubicBezTo>
                  <a:lnTo>
                    <a:pt x="4292" y="4547"/>
                  </a:lnTo>
                  <a:cubicBezTo>
                    <a:pt x="4292" y="4547"/>
                    <a:pt x="4398" y="4547"/>
                    <a:pt x="4398" y="4440"/>
                  </a:cubicBezTo>
                  <a:lnTo>
                    <a:pt x="4496" y="4440"/>
                  </a:lnTo>
                  <a:cubicBezTo>
                    <a:pt x="4496" y="4342"/>
                    <a:pt x="4496" y="4342"/>
                    <a:pt x="4602" y="4236"/>
                  </a:cubicBezTo>
                  <a:cubicBezTo>
                    <a:pt x="4700" y="4138"/>
                    <a:pt x="4700" y="4138"/>
                    <a:pt x="4700" y="4032"/>
                  </a:cubicBezTo>
                  <a:cubicBezTo>
                    <a:pt x="4806" y="4032"/>
                    <a:pt x="4806" y="4032"/>
                    <a:pt x="4806" y="3934"/>
                  </a:cubicBezTo>
                  <a:lnTo>
                    <a:pt x="4905" y="3827"/>
                  </a:lnTo>
                  <a:lnTo>
                    <a:pt x="4905" y="3729"/>
                  </a:lnTo>
                  <a:lnTo>
                    <a:pt x="4905" y="3623"/>
                  </a:lnTo>
                  <a:cubicBezTo>
                    <a:pt x="5011" y="3623"/>
                    <a:pt x="5011" y="3623"/>
                    <a:pt x="5011" y="3525"/>
                  </a:cubicBezTo>
                  <a:cubicBezTo>
                    <a:pt x="5313" y="2806"/>
                    <a:pt x="5215" y="1890"/>
                    <a:pt x="4700" y="1171"/>
                  </a:cubicBezTo>
                  <a:cubicBezTo>
                    <a:pt x="4230" y="430"/>
                    <a:pt x="3398" y="1"/>
                    <a:pt x="253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7"/>
            <p:cNvSpPr/>
            <p:nvPr/>
          </p:nvSpPr>
          <p:spPr>
            <a:xfrm>
              <a:off x="2000500" y="947950"/>
              <a:ext cx="145725" cy="130550"/>
            </a:xfrm>
            <a:custGeom>
              <a:avLst/>
              <a:gdLst/>
              <a:ahLst/>
              <a:cxnLst/>
              <a:rect l="l" t="t" r="r" b="b"/>
              <a:pathLst>
                <a:path w="5829" h="5222" extrusionOk="0">
                  <a:moveTo>
                    <a:pt x="2811" y="0"/>
                  </a:moveTo>
                  <a:cubicBezTo>
                    <a:pt x="1818" y="0"/>
                    <a:pt x="888" y="591"/>
                    <a:pt x="515" y="1571"/>
                  </a:cubicBezTo>
                  <a:cubicBezTo>
                    <a:pt x="1" y="2895"/>
                    <a:pt x="614" y="4432"/>
                    <a:pt x="1946" y="5045"/>
                  </a:cubicBezTo>
                  <a:cubicBezTo>
                    <a:pt x="2259" y="5165"/>
                    <a:pt x="2584" y="5222"/>
                    <a:pt x="2904" y="5222"/>
                  </a:cubicBezTo>
                  <a:cubicBezTo>
                    <a:pt x="3939" y="5222"/>
                    <a:pt x="4926" y="4625"/>
                    <a:pt x="5313" y="3614"/>
                  </a:cubicBezTo>
                  <a:cubicBezTo>
                    <a:pt x="5828" y="2282"/>
                    <a:pt x="5215" y="754"/>
                    <a:pt x="3883" y="239"/>
                  </a:cubicBezTo>
                  <a:cubicBezTo>
                    <a:pt x="3533" y="77"/>
                    <a:pt x="3168" y="0"/>
                    <a:pt x="2811"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7"/>
            <p:cNvSpPr/>
            <p:nvPr/>
          </p:nvSpPr>
          <p:spPr>
            <a:xfrm>
              <a:off x="2008275" y="999875"/>
              <a:ext cx="132825" cy="78625"/>
            </a:xfrm>
            <a:custGeom>
              <a:avLst/>
              <a:gdLst/>
              <a:ahLst/>
              <a:cxnLst/>
              <a:rect l="l" t="t" r="r" b="b"/>
              <a:pathLst>
                <a:path w="5313" h="3145" extrusionOk="0">
                  <a:moveTo>
                    <a:pt x="5108" y="1"/>
                  </a:moveTo>
                  <a:cubicBezTo>
                    <a:pt x="5108" y="311"/>
                    <a:pt x="5108" y="614"/>
                    <a:pt x="4904" y="1022"/>
                  </a:cubicBezTo>
                  <a:cubicBezTo>
                    <a:pt x="4525" y="2002"/>
                    <a:pt x="3598" y="2593"/>
                    <a:pt x="2604" y="2593"/>
                  </a:cubicBezTo>
                  <a:cubicBezTo>
                    <a:pt x="2247" y="2593"/>
                    <a:pt x="1881" y="2517"/>
                    <a:pt x="1529" y="2355"/>
                  </a:cubicBezTo>
                  <a:cubicBezTo>
                    <a:pt x="711" y="2044"/>
                    <a:pt x="204" y="1333"/>
                    <a:pt x="0" y="516"/>
                  </a:cubicBezTo>
                  <a:lnTo>
                    <a:pt x="0" y="516"/>
                  </a:lnTo>
                  <a:cubicBezTo>
                    <a:pt x="0" y="1537"/>
                    <a:pt x="613" y="2559"/>
                    <a:pt x="1635" y="2968"/>
                  </a:cubicBezTo>
                  <a:cubicBezTo>
                    <a:pt x="1948" y="3088"/>
                    <a:pt x="2273" y="3145"/>
                    <a:pt x="2593" y="3145"/>
                  </a:cubicBezTo>
                  <a:cubicBezTo>
                    <a:pt x="3628" y="3145"/>
                    <a:pt x="4615" y="2548"/>
                    <a:pt x="5002" y="1537"/>
                  </a:cubicBezTo>
                  <a:cubicBezTo>
                    <a:pt x="5207" y="1022"/>
                    <a:pt x="5313" y="516"/>
                    <a:pt x="5108"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7"/>
            <p:cNvSpPr/>
            <p:nvPr/>
          </p:nvSpPr>
          <p:spPr>
            <a:xfrm>
              <a:off x="2010725" y="987225"/>
              <a:ext cx="122625" cy="58650"/>
            </a:xfrm>
            <a:custGeom>
              <a:avLst/>
              <a:gdLst/>
              <a:ahLst/>
              <a:cxnLst/>
              <a:rect l="l" t="t" r="r" b="b"/>
              <a:pathLst>
                <a:path w="4905" h="2346" extrusionOk="0">
                  <a:moveTo>
                    <a:pt x="106" y="0"/>
                  </a:moveTo>
                  <a:lnTo>
                    <a:pt x="106" y="98"/>
                  </a:lnTo>
                  <a:cubicBezTo>
                    <a:pt x="0" y="204"/>
                    <a:pt x="0" y="302"/>
                    <a:pt x="0" y="409"/>
                  </a:cubicBezTo>
                  <a:lnTo>
                    <a:pt x="4806" y="2346"/>
                  </a:lnTo>
                  <a:cubicBezTo>
                    <a:pt x="4806" y="2248"/>
                    <a:pt x="4806" y="2248"/>
                    <a:pt x="4904" y="2141"/>
                  </a:cubicBezTo>
                  <a:lnTo>
                    <a:pt x="4904" y="2043"/>
                  </a:lnTo>
                  <a:lnTo>
                    <a:pt x="106"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7"/>
            <p:cNvSpPr/>
            <p:nvPr/>
          </p:nvSpPr>
          <p:spPr>
            <a:xfrm>
              <a:off x="2010725" y="984550"/>
              <a:ext cx="125275" cy="58875"/>
            </a:xfrm>
            <a:custGeom>
              <a:avLst/>
              <a:gdLst/>
              <a:ahLst/>
              <a:cxnLst/>
              <a:rect l="l" t="t" r="r" b="b"/>
              <a:pathLst>
                <a:path w="5011" h="2355" extrusionOk="0">
                  <a:moveTo>
                    <a:pt x="205" y="1"/>
                  </a:moveTo>
                  <a:cubicBezTo>
                    <a:pt x="106" y="1"/>
                    <a:pt x="106" y="107"/>
                    <a:pt x="106" y="107"/>
                  </a:cubicBezTo>
                  <a:cubicBezTo>
                    <a:pt x="106" y="205"/>
                    <a:pt x="106" y="205"/>
                    <a:pt x="0" y="311"/>
                  </a:cubicBezTo>
                  <a:lnTo>
                    <a:pt x="4806" y="2355"/>
                  </a:lnTo>
                  <a:cubicBezTo>
                    <a:pt x="4904" y="2248"/>
                    <a:pt x="4904" y="2248"/>
                    <a:pt x="4904" y="2150"/>
                  </a:cubicBezTo>
                  <a:cubicBezTo>
                    <a:pt x="4904" y="2150"/>
                    <a:pt x="4904" y="2044"/>
                    <a:pt x="5010" y="2044"/>
                  </a:cubicBezTo>
                  <a:lnTo>
                    <a:pt x="2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7"/>
            <p:cNvSpPr/>
            <p:nvPr/>
          </p:nvSpPr>
          <p:spPr>
            <a:xfrm>
              <a:off x="2176850" y="1027900"/>
              <a:ext cx="132825" cy="130375"/>
            </a:xfrm>
            <a:custGeom>
              <a:avLst/>
              <a:gdLst/>
              <a:ahLst/>
              <a:cxnLst/>
              <a:rect l="l" t="t" r="r" b="b"/>
              <a:pathLst>
                <a:path w="5313" h="5215" extrusionOk="0">
                  <a:moveTo>
                    <a:pt x="2562" y="1"/>
                  </a:moveTo>
                  <a:cubicBezTo>
                    <a:pt x="2135" y="1"/>
                    <a:pt x="1707" y="102"/>
                    <a:pt x="1324" y="310"/>
                  </a:cubicBezTo>
                  <a:lnTo>
                    <a:pt x="1226" y="310"/>
                  </a:lnTo>
                  <a:cubicBezTo>
                    <a:pt x="1226" y="416"/>
                    <a:pt x="1226" y="416"/>
                    <a:pt x="1120" y="416"/>
                  </a:cubicBezTo>
                  <a:cubicBezTo>
                    <a:pt x="1120" y="416"/>
                    <a:pt x="1120" y="514"/>
                    <a:pt x="1022" y="514"/>
                  </a:cubicBezTo>
                  <a:lnTo>
                    <a:pt x="916" y="621"/>
                  </a:lnTo>
                  <a:lnTo>
                    <a:pt x="817" y="621"/>
                  </a:lnTo>
                  <a:cubicBezTo>
                    <a:pt x="711" y="825"/>
                    <a:pt x="507" y="1029"/>
                    <a:pt x="409" y="1234"/>
                  </a:cubicBezTo>
                  <a:lnTo>
                    <a:pt x="303" y="1332"/>
                  </a:lnTo>
                  <a:lnTo>
                    <a:pt x="303" y="1438"/>
                  </a:lnTo>
                  <a:cubicBezTo>
                    <a:pt x="204" y="1536"/>
                    <a:pt x="204" y="1536"/>
                    <a:pt x="204" y="1642"/>
                  </a:cubicBezTo>
                  <a:cubicBezTo>
                    <a:pt x="98" y="1740"/>
                    <a:pt x="98" y="1847"/>
                    <a:pt x="98" y="1847"/>
                  </a:cubicBezTo>
                  <a:cubicBezTo>
                    <a:pt x="98" y="1945"/>
                    <a:pt x="98" y="2051"/>
                    <a:pt x="0" y="2051"/>
                  </a:cubicBezTo>
                  <a:lnTo>
                    <a:pt x="0" y="2149"/>
                  </a:lnTo>
                  <a:lnTo>
                    <a:pt x="0" y="2353"/>
                  </a:lnTo>
                  <a:lnTo>
                    <a:pt x="0" y="2558"/>
                  </a:lnTo>
                  <a:lnTo>
                    <a:pt x="0" y="2664"/>
                  </a:lnTo>
                  <a:lnTo>
                    <a:pt x="0" y="2868"/>
                  </a:lnTo>
                  <a:lnTo>
                    <a:pt x="0" y="3073"/>
                  </a:lnTo>
                  <a:lnTo>
                    <a:pt x="0" y="3171"/>
                  </a:lnTo>
                  <a:cubicBezTo>
                    <a:pt x="98" y="3171"/>
                    <a:pt x="98" y="3277"/>
                    <a:pt x="98" y="3375"/>
                  </a:cubicBezTo>
                  <a:cubicBezTo>
                    <a:pt x="98" y="3481"/>
                    <a:pt x="204" y="3481"/>
                    <a:pt x="204" y="3580"/>
                  </a:cubicBezTo>
                  <a:lnTo>
                    <a:pt x="204" y="3686"/>
                  </a:lnTo>
                  <a:lnTo>
                    <a:pt x="303" y="3784"/>
                  </a:lnTo>
                  <a:lnTo>
                    <a:pt x="303" y="3890"/>
                  </a:lnTo>
                  <a:cubicBezTo>
                    <a:pt x="409" y="3890"/>
                    <a:pt x="409" y="3988"/>
                    <a:pt x="409" y="4094"/>
                  </a:cubicBezTo>
                  <a:cubicBezTo>
                    <a:pt x="711" y="4397"/>
                    <a:pt x="1022" y="4707"/>
                    <a:pt x="1431" y="4912"/>
                  </a:cubicBezTo>
                  <a:cubicBezTo>
                    <a:pt x="1431" y="4912"/>
                    <a:pt x="1529" y="5010"/>
                    <a:pt x="1635" y="5010"/>
                  </a:cubicBezTo>
                  <a:cubicBezTo>
                    <a:pt x="1733" y="5010"/>
                    <a:pt x="1839" y="5116"/>
                    <a:pt x="1839" y="5116"/>
                  </a:cubicBezTo>
                  <a:lnTo>
                    <a:pt x="2142" y="5116"/>
                  </a:lnTo>
                  <a:cubicBezTo>
                    <a:pt x="2248" y="5214"/>
                    <a:pt x="2452" y="5214"/>
                    <a:pt x="2657" y="5214"/>
                  </a:cubicBezTo>
                  <a:cubicBezTo>
                    <a:pt x="2959" y="5214"/>
                    <a:pt x="3368" y="5116"/>
                    <a:pt x="3776" y="4912"/>
                  </a:cubicBezTo>
                  <a:cubicBezTo>
                    <a:pt x="3883" y="4912"/>
                    <a:pt x="3883" y="4912"/>
                    <a:pt x="3883" y="4806"/>
                  </a:cubicBezTo>
                  <a:lnTo>
                    <a:pt x="3981" y="4806"/>
                  </a:lnTo>
                  <a:cubicBezTo>
                    <a:pt x="3981" y="4806"/>
                    <a:pt x="4087" y="4806"/>
                    <a:pt x="4087" y="4707"/>
                  </a:cubicBezTo>
                  <a:cubicBezTo>
                    <a:pt x="4087" y="4707"/>
                    <a:pt x="4185" y="4707"/>
                    <a:pt x="4185" y="4601"/>
                  </a:cubicBezTo>
                  <a:lnTo>
                    <a:pt x="4291" y="4601"/>
                  </a:lnTo>
                  <a:cubicBezTo>
                    <a:pt x="4389" y="4503"/>
                    <a:pt x="4389" y="4503"/>
                    <a:pt x="4389" y="4397"/>
                  </a:cubicBezTo>
                  <a:lnTo>
                    <a:pt x="4496" y="4397"/>
                  </a:lnTo>
                  <a:cubicBezTo>
                    <a:pt x="4496" y="4299"/>
                    <a:pt x="4594" y="4299"/>
                    <a:pt x="4594" y="4299"/>
                  </a:cubicBezTo>
                  <a:cubicBezTo>
                    <a:pt x="4594" y="4193"/>
                    <a:pt x="4594" y="4193"/>
                    <a:pt x="4700" y="4193"/>
                  </a:cubicBezTo>
                  <a:cubicBezTo>
                    <a:pt x="4700" y="4193"/>
                    <a:pt x="4700" y="4094"/>
                    <a:pt x="4798" y="3988"/>
                  </a:cubicBezTo>
                  <a:cubicBezTo>
                    <a:pt x="4798" y="3890"/>
                    <a:pt x="4904" y="3890"/>
                    <a:pt x="4904" y="3784"/>
                  </a:cubicBezTo>
                  <a:cubicBezTo>
                    <a:pt x="5002" y="3686"/>
                    <a:pt x="5002" y="3686"/>
                    <a:pt x="5002" y="3580"/>
                  </a:cubicBezTo>
                  <a:lnTo>
                    <a:pt x="5002" y="3481"/>
                  </a:lnTo>
                  <a:cubicBezTo>
                    <a:pt x="5313" y="2762"/>
                    <a:pt x="5207" y="1847"/>
                    <a:pt x="4700" y="1127"/>
                  </a:cubicBezTo>
                  <a:cubicBezTo>
                    <a:pt x="4224" y="387"/>
                    <a:pt x="3395" y="1"/>
                    <a:pt x="2562"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7"/>
            <p:cNvSpPr/>
            <p:nvPr/>
          </p:nvSpPr>
          <p:spPr>
            <a:xfrm>
              <a:off x="2161525" y="1015900"/>
              <a:ext cx="148150" cy="129025"/>
            </a:xfrm>
            <a:custGeom>
              <a:avLst/>
              <a:gdLst/>
              <a:ahLst/>
              <a:cxnLst/>
              <a:rect l="l" t="t" r="r" b="b"/>
              <a:pathLst>
                <a:path w="5926" h="5161" extrusionOk="0">
                  <a:moveTo>
                    <a:pt x="3021" y="0"/>
                  </a:moveTo>
                  <a:cubicBezTo>
                    <a:pt x="1981" y="0"/>
                    <a:pt x="975" y="597"/>
                    <a:pt x="507" y="1607"/>
                  </a:cubicBezTo>
                  <a:cubicBezTo>
                    <a:pt x="0" y="2940"/>
                    <a:pt x="613" y="4468"/>
                    <a:pt x="1937" y="4983"/>
                  </a:cubicBezTo>
                  <a:cubicBezTo>
                    <a:pt x="2252" y="5103"/>
                    <a:pt x="2578" y="5160"/>
                    <a:pt x="2899" y="5160"/>
                  </a:cubicBezTo>
                  <a:cubicBezTo>
                    <a:pt x="3936" y="5160"/>
                    <a:pt x="4920" y="4564"/>
                    <a:pt x="5313" y="3553"/>
                  </a:cubicBezTo>
                  <a:cubicBezTo>
                    <a:pt x="5926" y="2220"/>
                    <a:pt x="5313" y="692"/>
                    <a:pt x="3981" y="177"/>
                  </a:cubicBezTo>
                  <a:cubicBezTo>
                    <a:pt x="3667" y="57"/>
                    <a:pt x="3342" y="0"/>
                    <a:pt x="3021"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7"/>
            <p:cNvSpPr/>
            <p:nvPr/>
          </p:nvSpPr>
          <p:spPr>
            <a:xfrm>
              <a:off x="2169075" y="1066300"/>
              <a:ext cx="132850" cy="78625"/>
            </a:xfrm>
            <a:custGeom>
              <a:avLst/>
              <a:gdLst/>
              <a:ahLst/>
              <a:cxnLst/>
              <a:rect l="l" t="t" r="r" b="b"/>
              <a:pathLst>
                <a:path w="5314" h="3145" extrusionOk="0">
                  <a:moveTo>
                    <a:pt x="5215" y="0"/>
                  </a:moveTo>
                  <a:cubicBezTo>
                    <a:pt x="5215" y="311"/>
                    <a:pt x="5109" y="719"/>
                    <a:pt x="5011" y="1022"/>
                  </a:cubicBezTo>
                  <a:cubicBezTo>
                    <a:pt x="4560" y="2002"/>
                    <a:pt x="3609" y="2593"/>
                    <a:pt x="2611" y="2593"/>
                  </a:cubicBezTo>
                  <a:cubicBezTo>
                    <a:pt x="2252" y="2593"/>
                    <a:pt x="1887" y="2516"/>
                    <a:pt x="1537" y="2354"/>
                  </a:cubicBezTo>
                  <a:cubicBezTo>
                    <a:pt x="818" y="2044"/>
                    <a:pt x="205" y="1332"/>
                    <a:pt x="1" y="515"/>
                  </a:cubicBezTo>
                  <a:lnTo>
                    <a:pt x="1" y="515"/>
                  </a:lnTo>
                  <a:cubicBezTo>
                    <a:pt x="1" y="1537"/>
                    <a:pt x="614" y="2558"/>
                    <a:pt x="1635" y="2967"/>
                  </a:cubicBezTo>
                  <a:cubicBezTo>
                    <a:pt x="1950" y="3087"/>
                    <a:pt x="2276" y="3144"/>
                    <a:pt x="2597" y="3144"/>
                  </a:cubicBezTo>
                  <a:cubicBezTo>
                    <a:pt x="3634" y="3144"/>
                    <a:pt x="4618" y="2548"/>
                    <a:pt x="5011" y="1537"/>
                  </a:cubicBezTo>
                  <a:cubicBezTo>
                    <a:pt x="5313" y="1022"/>
                    <a:pt x="5313" y="515"/>
                    <a:pt x="5215"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7"/>
            <p:cNvSpPr/>
            <p:nvPr/>
          </p:nvSpPr>
          <p:spPr>
            <a:xfrm>
              <a:off x="2171725" y="1056075"/>
              <a:ext cx="122625" cy="56225"/>
            </a:xfrm>
            <a:custGeom>
              <a:avLst/>
              <a:gdLst/>
              <a:ahLst/>
              <a:cxnLst/>
              <a:rect l="l" t="t" r="r" b="b"/>
              <a:pathLst>
                <a:path w="4905" h="2249" extrusionOk="0">
                  <a:moveTo>
                    <a:pt x="99" y="0"/>
                  </a:moveTo>
                  <a:lnTo>
                    <a:pt x="99" y="107"/>
                  </a:lnTo>
                  <a:cubicBezTo>
                    <a:pt x="99" y="107"/>
                    <a:pt x="99" y="205"/>
                    <a:pt x="1" y="311"/>
                  </a:cubicBezTo>
                  <a:lnTo>
                    <a:pt x="4799" y="2248"/>
                  </a:lnTo>
                  <a:cubicBezTo>
                    <a:pt x="4799" y="2248"/>
                    <a:pt x="4905" y="2150"/>
                    <a:pt x="4905" y="2044"/>
                  </a:cubicBezTo>
                  <a:lnTo>
                    <a:pt x="4905" y="1946"/>
                  </a:lnTo>
                  <a:lnTo>
                    <a:pt x="99"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7"/>
            <p:cNvSpPr/>
            <p:nvPr/>
          </p:nvSpPr>
          <p:spPr>
            <a:xfrm>
              <a:off x="2174175" y="1050975"/>
              <a:ext cx="122625" cy="58875"/>
            </a:xfrm>
            <a:custGeom>
              <a:avLst/>
              <a:gdLst/>
              <a:ahLst/>
              <a:cxnLst/>
              <a:rect l="l" t="t" r="r" b="b"/>
              <a:pathLst>
                <a:path w="4905" h="2355" extrusionOk="0">
                  <a:moveTo>
                    <a:pt x="107" y="0"/>
                  </a:moveTo>
                  <a:cubicBezTo>
                    <a:pt x="107" y="106"/>
                    <a:pt x="107" y="106"/>
                    <a:pt x="1" y="204"/>
                  </a:cubicBezTo>
                  <a:lnTo>
                    <a:pt x="1" y="311"/>
                  </a:lnTo>
                  <a:lnTo>
                    <a:pt x="4807" y="2354"/>
                  </a:lnTo>
                  <a:lnTo>
                    <a:pt x="4807" y="2150"/>
                  </a:lnTo>
                  <a:cubicBezTo>
                    <a:pt x="4905" y="2150"/>
                    <a:pt x="4905" y="2043"/>
                    <a:pt x="4905" y="2043"/>
                  </a:cubicBezTo>
                  <a:lnTo>
                    <a:pt x="10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7"/>
            <p:cNvSpPr/>
            <p:nvPr/>
          </p:nvSpPr>
          <p:spPr>
            <a:xfrm>
              <a:off x="1466775" y="908700"/>
              <a:ext cx="132850" cy="130700"/>
            </a:xfrm>
            <a:custGeom>
              <a:avLst/>
              <a:gdLst/>
              <a:ahLst/>
              <a:cxnLst/>
              <a:rect l="l" t="t" r="r" b="b"/>
              <a:pathLst>
                <a:path w="5314" h="5228" extrusionOk="0">
                  <a:moveTo>
                    <a:pt x="2633" y="0"/>
                  </a:moveTo>
                  <a:cubicBezTo>
                    <a:pt x="2180" y="0"/>
                    <a:pt x="1727" y="125"/>
                    <a:pt x="1325" y="378"/>
                  </a:cubicBezTo>
                  <a:cubicBezTo>
                    <a:pt x="1227" y="378"/>
                    <a:pt x="1227" y="485"/>
                    <a:pt x="1120" y="485"/>
                  </a:cubicBezTo>
                  <a:lnTo>
                    <a:pt x="1120" y="583"/>
                  </a:lnTo>
                  <a:lnTo>
                    <a:pt x="1022" y="583"/>
                  </a:lnTo>
                  <a:lnTo>
                    <a:pt x="916" y="689"/>
                  </a:lnTo>
                  <a:lnTo>
                    <a:pt x="409" y="1196"/>
                  </a:lnTo>
                  <a:cubicBezTo>
                    <a:pt x="409" y="1302"/>
                    <a:pt x="409" y="1400"/>
                    <a:pt x="303" y="1400"/>
                  </a:cubicBezTo>
                  <a:lnTo>
                    <a:pt x="303" y="1506"/>
                  </a:lnTo>
                  <a:cubicBezTo>
                    <a:pt x="303" y="1506"/>
                    <a:pt x="303" y="1604"/>
                    <a:pt x="205" y="1604"/>
                  </a:cubicBezTo>
                  <a:lnTo>
                    <a:pt x="205" y="1711"/>
                  </a:lnTo>
                  <a:cubicBezTo>
                    <a:pt x="205" y="1711"/>
                    <a:pt x="205" y="1809"/>
                    <a:pt x="99" y="1915"/>
                  </a:cubicBezTo>
                  <a:lnTo>
                    <a:pt x="99" y="2119"/>
                  </a:lnTo>
                  <a:lnTo>
                    <a:pt x="99" y="2217"/>
                  </a:lnTo>
                  <a:lnTo>
                    <a:pt x="99" y="2324"/>
                  </a:lnTo>
                  <a:lnTo>
                    <a:pt x="1" y="2422"/>
                  </a:lnTo>
                  <a:lnTo>
                    <a:pt x="1" y="2626"/>
                  </a:lnTo>
                  <a:lnTo>
                    <a:pt x="1" y="2830"/>
                  </a:lnTo>
                  <a:cubicBezTo>
                    <a:pt x="1" y="2937"/>
                    <a:pt x="99" y="2937"/>
                    <a:pt x="99" y="2937"/>
                  </a:cubicBezTo>
                  <a:lnTo>
                    <a:pt x="99" y="3141"/>
                  </a:lnTo>
                  <a:lnTo>
                    <a:pt x="99" y="3345"/>
                  </a:lnTo>
                  <a:lnTo>
                    <a:pt x="99" y="3443"/>
                  </a:lnTo>
                  <a:cubicBezTo>
                    <a:pt x="205" y="3443"/>
                    <a:pt x="205" y="3550"/>
                    <a:pt x="205" y="3648"/>
                  </a:cubicBezTo>
                  <a:cubicBezTo>
                    <a:pt x="303" y="3754"/>
                    <a:pt x="303" y="3754"/>
                    <a:pt x="303" y="3852"/>
                  </a:cubicBezTo>
                  <a:lnTo>
                    <a:pt x="409" y="3852"/>
                  </a:lnTo>
                  <a:cubicBezTo>
                    <a:pt x="409" y="3958"/>
                    <a:pt x="409" y="4056"/>
                    <a:pt x="507" y="4056"/>
                  </a:cubicBezTo>
                  <a:cubicBezTo>
                    <a:pt x="712" y="4465"/>
                    <a:pt x="1120" y="4776"/>
                    <a:pt x="1431" y="4980"/>
                  </a:cubicBezTo>
                  <a:cubicBezTo>
                    <a:pt x="1529" y="4980"/>
                    <a:pt x="1635" y="4980"/>
                    <a:pt x="1635" y="5078"/>
                  </a:cubicBezTo>
                  <a:lnTo>
                    <a:pt x="1938" y="5078"/>
                  </a:lnTo>
                  <a:cubicBezTo>
                    <a:pt x="1938" y="5184"/>
                    <a:pt x="2044" y="5184"/>
                    <a:pt x="2142" y="5184"/>
                  </a:cubicBezTo>
                  <a:cubicBezTo>
                    <a:pt x="2278" y="5184"/>
                    <a:pt x="2371" y="5228"/>
                    <a:pt x="2478" y="5228"/>
                  </a:cubicBezTo>
                  <a:cubicBezTo>
                    <a:pt x="2532" y="5228"/>
                    <a:pt x="2589" y="5217"/>
                    <a:pt x="2657" y="5184"/>
                  </a:cubicBezTo>
                  <a:cubicBezTo>
                    <a:pt x="3066" y="5184"/>
                    <a:pt x="3474" y="5184"/>
                    <a:pt x="3777" y="4980"/>
                  </a:cubicBezTo>
                  <a:lnTo>
                    <a:pt x="3883" y="4980"/>
                  </a:lnTo>
                  <a:cubicBezTo>
                    <a:pt x="3883" y="4874"/>
                    <a:pt x="3883" y="4874"/>
                    <a:pt x="3981" y="4874"/>
                  </a:cubicBezTo>
                  <a:lnTo>
                    <a:pt x="4087" y="4776"/>
                  </a:lnTo>
                  <a:cubicBezTo>
                    <a:pt x="4185" y="4776"/>
                    <a:pt x="4185" y="4669"/>
                    <a:pt x="4292" y="4669"/>
                  </a:cubicBezTo>
                  <a:cubicBezTo>
                    <a:pt x="4292" y="4571"/>
                    <a:pt x="4292" y="4571"/>
                    <a:pt x="4390" y="4571"/>
                  </a:cubicBezTo>
                  <a:cubicBezTo>
                    <a:pt x="4390" y="4571"/>
                    <a:pt x="4390" y="4465"/>
                    <a:pt x="4496" y="4465"/>
                  </a:cubicBezTo>
                  <a:lnTo>
                    <a:pt x="4496" y="4367"/>
                  </a:lnTo>
                  <a:cubicBezTo>
                    <a:pt x="4594" y="4367"/>
                    <a:pt x="4594" y="4367"/>
                    <a:pt x="4594" y="4261"/>
                  </a:cubicBezTo>
                  <a:lnTo>
                    <a:pt x="4700" y="4261"/>
                  </a:lnTo>
                  <a:cubicBezTo>
                    <a:pt x="4700" y="4163"/>
                    <a:pt x="4798" y="4163"/>
                    <a:pt x="4798" y="4056"/>
                  </a:cubicBezTo>
                  <a:cubicBezTo>
                    <a:pt x="4798" y="4056"/>
                    <a:pt x="4798" y="3958"/>
                    <a:pt x="4905" y="3958"/>
                  </a:cubicBezTo>
                  <a:lnTo>
                    <a:pt x="4905" y="3852"/>
                  </a:lnTo>
                  <a:lnTo>
                    <a:pt x="5003" y="3754"/>
                  </a:lnTo>
                  <a:lnTo>
                    <a:pt x="5003" y="3648"/>
                  </a:lnTo>
                  <a:lnTo>
                    <a:pt x="5109" y="3550"/>
                  </a:lnTo>
                  <a:cubicBezTo>
                    <a:pt x="5313" y="2732"/>
                    <a:pt x="5313" y="1915"/>
                    <a:pt x="4798" y="1196"/>
                  </a:cubicBezTo>
                  <a:cubicBezTo>
                    <a:pt x="4272" y="407"/>
                    <a:pt x="3452" y="0"/>
                    <a:pt x="263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7"/>
            <p:cNvSpPr/>
            <p:nvPr/>
          </p:nvSpPr>
          <p:spPr>
            <a:xfrm>
              <a:off x="1451450" y="896850"/>
              <a:ext cx="148175" cy="130575"/>
            </a:xfrm>
            <a:custGeom>
              <a:avLst/>
              <a:gdLst/>
              <a:ahLst/>
              <a:cxnLst/>
              <a:rect l="l" t="t" r="r" b="b"/>
              <a:pathLst>
                <a:path w="5927" h="5223" extrusionOk="0">
                  <a:moveTo>
                    <a:pt x="2909" y="1"/>
                  </a:moveTo>
                  <a:cubicBezTo>
                    <a:pt x="1916" y="1"/>
                    <a:pt x="986" y="592"/>
                    <a:pt x="614" y="1572"/>
                  </a:cubicBezTo>
                  <a:cubicBezTo>
                    <a:pt x="1" y="2896"/>
                    <a:pt x="614" y="4432"/>
                    <a:pt x="1938" y="5045"/>
                  </a:cubicBezTo>
                  <a:cubicBezTo>
                    <a:pt x="2253" y="5165"/>
                    <a:pt x="2579" y="5222"/>
                    <a:pt x="2901" y="5222"/>
                  </a:cubicBezTo>
                  <a:cubicBezTo>
                    <a:pt x="3942" y="5222"/>
                    <a:pt x="4943" y="4626"/>
                    <a:pt x="5411" y="3615"/>
                  </a:cubicBezTo>
                  <a:cubicBezTo>
                    <a:pt x="5926" y="2283"/>
                    <a:pt x="5313" y="754"/>
                    <a:pt x="3981" y="239"/>
                  </a:cubicBezTo>
                  <a:cubicBezTo>
                    <a:pt x="3631" y="77"/>
                    <a:pt x="3266" y="1"/>
                    <a:pt x="2909"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7"/>
            <p:cNvSpPr/>
            <p:nvPr/>
          </p:nvSpPr>
          <p:spPr>
            <a:xfrm>
              <a:off x="1461675" y="948800"/>
              <a:ext cx="130175" cy="78625"/>
            </a:xfrm>
            <a:custGeom>
              <a:avLst/>
              <a:gdLst/>
              <a:ahLst/>
              <a:cxnLst/>
              <a:rect l="l" t="t" r="r" b="b"/>
              <a:pathLst>
                <a:path w="5207" h="3145" extrusionOk="0">
                  <a:moveTo>
                    <a:pt x="5109" y="0"/>
                  </a:moveTo>
                  <a:cubicBezTo>
                    <a:pt x="5109" y="311"/>
                    <a:pt x="5109" y="613"/>
                    <a:pt x="4904" y="924"/>
                  </a:cubicBezTo>
                  <a:cubicBezTo>
                    <a:pt x="4511" y="1935"/>
                    <a:pt x="3527" y="2531"/>
                    <a:pt x="2491" y="2531"/>
                  </a:cubicBezTo>
                  <a:cubicBezTo>
                    <a:pt x="2170" y="2531"/>
                    <a:pt x="1844" y="2474"/>
                    <a:pt x="1529" y="2354"/>
                  </a:cubicBezTo>
                  <a:cubicBezTo>
                    <a:pt x="711" y="2044"/>
                    <a:pt x="205" y="1333"/>
                    <a:pt x="0" y="515"/>
                  </a:cubicBezTo>
                  <a:lnTo>
                    <a:pt x="0" y="515"/>
                  </a:lnTo>
                  <a:cubicBezTo>
                    <a:pt x="0" y="1537"/>
                    <a:pt x="613" y="2559"/>
                    <a:pt x="1529" y="2967"/>
                  </a:cubicBezTo>
                  <a:cubicBezTo>
                    <a:pt x="1844" y="3087"/>
                    <a:pt x="2170" y="3144"/>
                    <a:pt x="2492" y="3144"/>
                  </a:cubicBezTo>
                  <a:cubicBezTo>
                    <a:pt x="3533" y="3144"/>
                    <a:pt x="4534" y="2548"/>
                    <a:pt x="5002" y="1537"/>
                  </a:cubicBezTo>
                  <a:cubicBezTo>
                    <a:pt x="5207" y="1022"/>
                    <a:pt x="5207" y="515"/>
                    <a:pt x="5109"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7"/>
            <p:cNvSpPr/>
            <p:nvPr/>
          </p:nvSpPr>
          <p:spPr>
            <a:xfrm>
              <a:off x="1464125" y="936125"/>
              <a:ext cx="122625" cy="58675"/>
            </a:xfrm>
            <a:custGeom>
              <a:avLst/>
              <a:gdLst/>
              <a:ahLst/>
              <a:cxnLst/>
              <a:rect l="l" t="t" r="r" b="b"/>
              <a:pathLst>
                <a:path w="4905" h="2347" extrusionOk="0">
                  <a:moveTo>
                    <a:pt x="107" y="1"/>
                  </a:moveTo>
                  <a:cubicBezTo>
                    <a:pt x="107" y="99"/>
                    <a:pt x="107" y="99"/>
                    <a:pt x="0" y="99"/>
                  </a:cubicBezTo>
                  <a:lnTo>
                    <a:pt x="0" y="303"/>
                  </a:lnTo>
                  <a:lnTo>
                    <a:pt x="4700" y="2346"/>
                  </a:lnTo>
                  <a:cubicBezTo>
                    <a:pt x="4806" y="2248"/>
                    <a:pt x="4806" y="2248"/>
                    <a:pt x="4806" y="2142"/>
                  </a:cubicBezTo>
                  <a:cubicBezTo>
                    <a:pt x="4904" y="2142"/>
                    <a:pt x="4904" y="2044"/>
                    <a:pt x="4904" y="2044"/>
                  </a:cubicBezTo>
                  <a:lnTo>
                    <a:pt x="107"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7"/>
            <p:cNvSpPr/>
            <p:nvPr/>
          </p:nvSpPr>
          <p:spPr>
            <a:xfrm>
              <a:off x="1464125" y="933475"/>
              <a:ext cx="122625" cy="56225"/>
            </a:xfrm>
            <a:custGeom>
              <a:avLst/>
              <a:gdLst/>
              <a:ahLst/>
              <a:cxnLst/>
              <a:rect l="l" t="t" r="r" b="b"/>
              <a:pathLst>
                <a:path w="4905" h="2249" extrusionOk="0">
                  <a:moveTo>
                    <a:pt x="205" y="0"/>
                  </a:moveTo>
                  <a:cubicBezTo>
                    <a:pt x="107" y="0"/>
                    <a:pt x="107" y="107"/>
                    <a:pt x="107" y="107"/>
                  </a:cubicBezTo>
                  <a:cubicBezTo>
                    <a:pt x="107" y="205"/>
                    <a:pt x="0" y="205"/>
                    <a:pt x="0" y="311"/>
                  </a:cubicBezTo>
                  <a:lnTo>
                    <a:pt x="4806" y="2248"/>
                  </a:lnTo>
                  <a:cubicBezTo>
                    <a:pt x="4806" y="2248"/>
                    <a:pt x="4904" y="2248"/>
                    <a:pt x="4904" y="2150"/>
                  </a:cubicBezTo>
                  <a:lnTo>
                    <a:pt x="4904" y="1946"/>
                  </a:lnTo>
                  <a:lnTo>
                    <a:pt x="20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7"/>
            <p:cNvSpPr/>
            <p:nvPr/>
          </p:nvSpPr>
          <p:spPr>
            <a:xfrm>
              <a:off x="1630250" y="976825"/>
              <a:ext cx="132850" cy="130350"/>
            </a:xfrm>
            <a:custGeom>
              <a:avLst/>
              <a:gdLst/>
              <a:ahLst/>
              <a:cxnLst/>
              <a:rect l="l" t="t" r="r" b="b"/>
              <a:pathLst>
                <a:path w="5314" h="5214" extrusionOk="0">
                  <a:moveTo>
                    <a:pt x="2534" y="0"/>
                  </a:moveTo>
                  <a:cubicBezTo>
                    <a:pt x="2092" y="0"/>
                    <a:pt x="1642" y="102"/>
                    <a:pt x="1226" y="310"/>
                  </a:cubicBezTo>
                  <a:cubicBezTo>
                    <a:pt x="1226" y="416"/>
                    <a:pt x="1120" y="416"/>
                    <a:pt x="1120" y="416"/>
                  </a:cubicBezTo>
                  <a:cubicBezTo>
                    <a:pt x="1120" y="416"/>
                    <a:pt x="1022" y="416"/>
                    <a:pt x="1022" y="514"/>
                  </a:cubicBezTo>
                  <a:lnTo>
                    <a:pt x="916" y="514"/>
                  </a:lnTo>
                  <a:cubicBezTo>
                    <a:pt x="916" y="514"/>
                    <a:pt x="916" y="620"/>
                    <a:pt x="818" y="620"/>
                  </a:cubicBezTo>
                  <a:cubicBezTo>
                    <a:pt x="711" y="825"/>
                    <a:pt x="507" y="923"/>
                    <a:pt x="409" y="1127"/>
                  </a:cubicBezTo>
                  <a:lnTo>
                    <a:pt x="409" y="1233"/>
                  </a:lnTo>
                  <a:cubicBezTo>
                    <a:pt x="303" y="1233"/>
                    <a:pt x="303" y="1331"/>
                    <a:pt x="303" y="1331"/>
                  </a:cubicBezTo>
                  <a:lnTo>
                    <a:pt x="205" y="1438"/>
                  </a:lnTo>
                  <a:lnTo>
                    <a:pt x="205" y="1536"/>
                  </a:lnTo>
                  <a:cubicBezTo>
                    <a:pt x="205" y="1642"/>
                    <a:pt x="205" y="1642"/>
                    <a:pt x="98" y="1642"/>
                  </a:cubicBezTo>
                  <a:lnTo>
                    <a:pt x="98" y="1846"/>
                  </a:lnTo>
                  <a:cubicBezTo>
                    <a:pt x="98" y="1944"/>
                    <a:pt x="0" y="2051"/>
                    <a:pt x="0" y="2051"/>
                  </a:cubicBezTo>
                  <a:lnTo>
                    <a:pt x="0" y="2149"/>
                  </a:lnTo>
                  <a:lnTo>
                    <a:pt x="0" y="2255"/>
                  </a:lnTo>
                  <a:lnTo>
                    <a:pt x="0" y="2353"/>
                  </a:lnTo>
                  <a:lnTo>
                    <a:pt x="0" y="2557"/>
                  </a:lnTo>
                  <a:lnTo>
                    <a:pt x="0" y="2868"/>
                  </a:lnTo>
                  <a:lnTo>
                    <a:pt x="0" y="3072"/>
                  </a:lnTo>
                  <a:cubicBezTo>
                    <a:pt x="0" y="3170"/>
                    <a:pt x="98" y="3277"/>
                    <a:pt x="98" y="3375"/>
                  </a:cubicBezTo>
                  <a:cubicBezTo>
                    <a:pt x="98" y="3375"/>
                    <a:pt x="98" y="3481"/>
                    <a:pt x="205" y="3579"/>
                  </a:cubicBezTo>
                  <a:cubicBezTo>
                    <a:pt x="205" y="3685"/>
                    <a:pt x="205" y="3685"/>
                    <a:pt x="303" y="3783"/>
                  </a:cubicBezTo>
                  <a:lnTo>
                    <a:pt x="303" y="3890"/>
                  </a:lnTo>
                  <a:cubicBezTo>
                    <a:pt x="303" y="3890"/>
                    <a:pt x="409" y="3988"/>
                    <a:pt x="409" y="4094"/>
                  </a:cubicBezTo>
                  <a:cubicBezTo>
                    <a:pt x="711" y="4396"/>
                    <a:pt x="1022" y="4707"/>
                    <a:pt x="1431" y="4911"/>
                  </a:cubicBezTo>
                  <a:cubicBezTo>
                    <a:pt x="1431" y="4911"/>
                    <a:pt x="1529" y="5009"/>
                    <a:pt x="1635" y="5009"/>
                  </a:cubicBezTo>
                  <a:cubicBezTo>
                    <a:pt x="1733" y="5009"/>
                    <a:pt x="1733" y="5009"/>
                    <a:pt x="1839" y="5116"/>
                  </a:cubicBezTo>
                  <a:lnTo>
                    <a:pt x="2044" y="5116"/>
                  </a:lnTo>
                  <a:cubicBezTo>
                    <a:pt x="2248" y="5214"/>
                    <a:pt x="2452" y="5214"/>
                    <a:pt x="2550" y="5214"/>
                  </a:cubicBezTo>
                  <a:cubicBezTo>
                    <a:pt x="2959" y="5214"/>
                    <a:pt x="3368" y="5116"/>
                    <a:pt x="3776" y="4911"/>
                  </a:cubicBezTo>
                  <a:lnTo>
                    <a:pt x="3883" y="4805"/>
                  </a:lnTo>
                  <a:lnTo>
                    <a:pt x="3981" y="4805"/>
                  </a:lnTo>
                  <a:cubicBezTo>
                    <a:pt x="3981" y="4805"/>
                    <a:pt x="3981" y="4707"/>
                    <a:pt x="4087" y="4707"/>
                  </a:cubicBezTo>
                  <a:lnTo>
                    <a:pt x="4185" y="4601"/>
                  </a:lnTo>
                  <a:cubicBezTo>
                    <a:pt x="4291" y="4601"/>
                    <a:pt x="4291" y="4601"/>
                    <a:pt x="4291" y="4503"/>
                  </a:cubicBezTo>
                  <a:cubicBezTo>
                    <a:pt x="4291" y="4503"/>
                    <a:pt x="4389" y="4503"/>
                    <a:pt x="4389" y="4396"/>
                  </a:cubicBezTo>
                  <a:lnTo>
                    <a:pt x="4496" y="4396"/>
                  </a:lnTo>
                  <a:cubicBezTo>
                    <a:pt x="4496" y="4298"/>
                    <a:pt x="4496" y="4298"/>
                    <a:pt x="4594" y="4192"/>
                  </a:cubicBezTo>
                  <a:lnTo>
                    <a:pt x="4798" y="3988"/>
                  </a:lnTo>
                  <a:lnTo>
                    <a:pt x="4798" y="3890"/>
                  </a:lnTo>
                  <a:lnTo>
                    <a:pt x="4904" y="3783"/>
                  </a:lnTo>
                  <a:lnTo>
                    <a:pt x="4904" y="3685"/>
                  </a:lnTo>
                  <a:lnTo>
                    <a:pt x="5002" y="3579"/>
                  </a:lnTo>
                  <a:lnTo>
                    <a:pt x="5002" y="3481"/>
                  </a:lnTo>
                  <a:cubicBezTo>
                    <a:pt x="5313" y="2762"/>
                    <a:pt x="5207" y="1846"/>
                    <a:pt x="4700" y="1127"/>
                  </a:cubicBezTo>
                  <a:cubicBezTo>
                    <a:pt x="4225" y="387"/>
                    <a:pt x="3396" y="0"/>
                    <a:pt x="2534"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7"/>
            <p:cNvSpPr/>
            <p:nvPr/>
          </p:nvSpPr>
          <p:spPr>
            <a:xfrm>
              <a:off x="1614925" y="963275"/>
              <a:ext cx="148175" cy="130550"/>
            </a:xfrm>
            <a:custGeom>
              <a:avLst/>
              <a:gdLst/>
              <a:ahLst/>
              <a:cxnLst/>
              <a:rect l="l" t="t" r="r" b="b"/>
              <a:pathLst>
                <a:path w="5927" h="5222" extrusionOk="0">
                  <a:moveTo>
                    <a:pt x="2907" y="0"/>
                  </a:moveTo>
                  <a:cubicBezTo>
                    <a:pt x="1909" y="0"/>
                    <a:pt x="958" y="591"/>
                    <a:pt x="507" y="1571"/>
                  </a:cubicBezTo>
                  <a:cubicBezTo>
                    <a:pt x="0" y="2895"/>
                    <a:pt x="613" y="4432"/>
                    <a:pt x="1937" y="5045"/>
                  </a:cubicBezTo>
                  <a:cubicBezTo>
                    <a:pt x="2252" y="5165"/>
                    <a:pt x="2579" y="5222"/>
                    <a:pt x="2900" y="5222"/>
                  </a:cubicBezTo>
                  <a:cubicBezTo>
                    <a:pt x="3936" y="5222"/>
                    <a:pt x="4920" y="4625"/>
                    <a:pt x="5313" y="3614"/>
                  </a:cubicBezTo>
                  <a:cubicBezTo>
                    <a:pt x="5926" y="2282"/>
                    <a:pt x="5207" y="754"/>
                    <a:pt x="3981" y="239"/>
                  </a:cubicBezTo>
                  <a:cubicBezTo>
                    <a:pt x="3631" y="77"/>
                    <a:pt x="3266" y="0"/>
                    <a:pt x="2907"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7"/>
            <p:cNvSpPr/>
            <p:nvPr/>
          </p:nvSpPr>
          <p:spPr>
            <a:xfrm>
              <a:off x="1622475" y="1015200"/>
              <a:ext cx="132850" cy="78625"/>
            </a:xfrm>
            <a:custGeom>
              <a:avLst/>
              <a:gdLst/>
              <a:ahLst/>
              <a:cxnLst/>
              <a:rect l="l" t="t" r="r" b="b"/>
              <a:pathLst>
                <a:path w="5314" h="3145" extrusionOk="0">
                  <a:moveTo>
                    <a:pt x="5215" y="1"/>
                  </a:moveTo>
                  <a:cubicBezTo>
                    <a:pt x="5215" y="311"/>
                    <a:pt x="5109" y="614"/>
                    <a:pt x="5011" y="1022"/>
                  </a:cubicBezTo>
                  <a:cubicBezTo>
                    <a:pt x="4560" y="2002"/>
                    <a:pt x="3610" y="2593"/>
                    <a:pt x="2611" y="2593"/>
                  </a:cubicBezTo>
                  <a:cubicBezTo>
                    <a:pt x="2253" y="2593"/>
                    <a:pt x="1888" y="2517"/>
                    <a:pt x="1537" y="2355"/>
                  </a:cubicBezTo>
                  <a:cubicBezTo>
                    <a:pt x="720" y="2044"/>
                    <a:pt x="205" y="1333"/>
                    <a:pt x="1" y="516"/>
                  </a:cubicBezTo>
                  <a:lnTo>
                    <a:pt x="1" y="516"/>
                  </a:lnTo>
                  <a:cubicBezTo>
                    <a:pt x="1" y="1537"/>
                    <a:pt x="614" y="2559"/>
                    <a:pt x="1635" y="2968"/>
                  </a:cubicBezTo>
                  <a:cubicBezTo>
                    <a:pt x="1950" y="3088"/>
                    <a:pt x="2277" y="3145"/>
                    <a:pt x="2598" y="3145"/>
                  </a:cubicBezTo>
                  <a:cubicBezTo>
                    <a:pt x="3634" y="3145"/>
                    <a:pt x="4618" y="2548"/>
                    <a:pt x="5011" y="1537"/>
                  </a:cubicBezTo>
                  <a:cubicBezTo>
                    <a:pt x="5215" y="1022"/>
                    <a:pt x="5313" y="516"/>
                    <a:pt x="5215"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7"/>
            <p:cNvSpPr/>
            <p:nvPr/>
          </p:nvSpPr>
          <p:spPr>
            <a:xfrm>
              <a:off x="1625125" y="1002550"/>
              <a:ext cx="122650" cy="58650"/>
            </a:xfrm>
            <a:custGeom>
              <a:avLst/>
              <a:gdLst/>
              <a:ahLst/>
              <a:cxnLst/>
              <a:rect l="l" t="t" r="r" b="b"/>
              <a:pathLst>
                <a:path w="4906" h="2346" extrusionOk="0">
                  <a:moveTo>
                    <a:pt x="99" y="0"/>
                  </a:moveTo>
                  <a:lnTo>
                    <a:pt x="99" y="98"/>
                  </a:lnTo>
                  <a:cubicBezTo>
                    <a:pt x="99" y="204"/>
                    <a:pt x="1" y="302"/>
                    <a:pt x="1" y="409"/>
                  </a:cubicBezTo>
                  <a:lnTo>
                    <a:pt x="4799" y="2346"/>
                  </a:lnTo>
                  <a:cubicBezTo>
                    <a:pt x="4799" y="2248"/>
                    <a:pt x="4799" y="2248"/>
                    <a:pt x="4905" y="2141"/>
                  </a:cubicBezTo>
                  <a:lnTo>
                    <a:pt x="4905" y="2043"/>
                  </a:lnTo>
                  <a:lnTo>
                    <a:pt x="99"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7"/>
            <p:cNvSpPr/>
            <p:nvPr/>
          </p:nvSpPr>
          <p:spPr>
            <a:xfrm>
              <a:off x="1627600" y="999875"/>
              <a:ext cx="122625" cy="58875"/>
            </a:xfrm>
            <a:custGeom>
              <a:avLst/>
              <a:gdLst/>
              <a:ahLst/>
              <a:cxnLst/>
              <a:rect l="l" t="t" r="r" b="b"/>
              <a:pathLst>
                <a:path w="4905" h="2355" extrusionOk="0">
                  <a:moveTo>
                    <a:pt x="106" y="1"/>
                  </a:moveTo>
                  <a:lnTo>
                    <a:pt x="0" y="107"/>
                  </a:lnTo>
                  <a:lnTo>
                    <a:pt x="0" y="311"/>
                  </a:lnTo>
                  <a:lnTo>
                    <a:pt x="4700" y="2355"/>
                  </a:lnTo>
                  <a:cubicBezTo>
                    <a:pt x="4806" y="2248"/>
                    <a:pt x="4806" y="2248"/>
                    <a:pt x="4806" y="2150"/>
                  </a:cubicBezTo>
                  <a:lnTo>
                    <a:pt x="4904" y="2044"/>
                  </a:lnTo>
                  <a:lnTo>
                    <a:pt x="10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7"/>
            <p:cNvSpPr/>
            <p:nvPr/>
          </p:nvSpPr>
          <p:spPr>
            <a:xfrm>
              <a:off x="1791050" y="1043225"/>
              <a:ext cx="132850" cy="130375"/>
            </a:xfrm>
            <a:custGeom>
              <a:avLst/>
              <a:gdLst/>
              <a:ahLst/>
              <a:cxnLst/>
              <a:rect l="l" t="t" r="r" b="b"/>
              <a:pathLst>
                <a:path w="5314" h="5215" extrusionOk="0">
                  <a:moveTo>
                    <a:pt x="2571" y="1"/>
                  </a:moveTo>
                  <a:cubicBezTo>
                    <a:pt x="2140" y="1"/>
                    <a:pt x="1713" y="102"/>
                    <a:pt x="1333" y="310"/>
                  </a:cubicBezTo>
                  <a:cubicBezTo>
                    <a:pt x="1227" y="416"/>
                    <a:pt x="1227" y="416"/>
                    <a:pt x="1129" y="416"/>
                  </a:cubicBezTo>
                  <a:lnTo>
                    <a:pt x="1129" y="514"/>
                  </a:lnTo>
                  <a:lnTo>
                    <a:pt x="1022" y="514"/>
                  </a:lnTo>
                  <a:lnTo>
                    <a:pt x="924" y="621"/>
                  </a:lnTo>
                  <a:cubicBezTo>
                    <a:pt x="720" y="825"/>
                    <a:pt x="516" y="1029"/>
                    <a:pt x="409" y="1234"/>
                  </a:cubicBezTo>
                  <a:lnTo>
                    <a:pt x="311" y="1332"/>
                  </a:lnTo>
                  <a:lnTo>
                    <a:pt x="311" y="1438"/>
                  </a:lnTo>
                  <a:cubicBezTo>
                    <a:pt x="205" y="1536"/>
                    <a:pt x="205" y="1536"/>
                    <a:pt x="205" y="1642"/>
                  </a:cubicBezTo>
                  <a:cubicBezTo>
                    <a:pt x="205" y="1740"/>
                    <a:pt x="107" y="1847"/>
                    <a:pt x="107" y="1847"/>
                  </a:cubicBezTo>
                  <a:lnTo>
                    <a:pt x="107" y="1945"/>
                  </a:lnTo>
                  <a:lnTo>
                    <a:pt x="107" y="2051"/>
                  </a:lnTo>
                  <a:cubicBezTo>
                    <a:pt x="107" y="2149"/>
                    <a:pt x="1" y="2149"/>
                    <a:pt x="1" y="2149"/>
                  </a:cubicBezTo>
                  <a:lnTo>
                    <a:pt x="1" y="2353"/>
                  </a:lnTo>
                  <a:lnTo>
                    <a:pt x="1" y="2664"/>
                  </a:lnTo>
                  <a:lnTo>
                    <a:pt x="1" y="2868"/>
                  </a:lnTo>
                  <a:lnTo>
                    <a:pt x="1" y="3073"/>
                  </a:lnTo>
                  <a:cubicBezTo>
                    <a:pt x="107" y="3073"/>
                    <a:pt x="107" y="3073"/>
                    <a:pt x="107" y="3171"/>
                  </a:cubicBezTo>
                  <a:lnTo>
                    <a:pt x="107" y="3375"/>
                  </a:lnTo>
                  <a:cubicBezTo>
                    <a:pt x="107" y="3481"/>
                    <a:pt x="205" y="3481"/>
                    <a:pt x="205" y="3580"/>
                  </a:cubicBezTo>
                  <a:lnTo>
                    <a:pt x="205" y="3686"/>
                  </a:lnTo>
                  <a:lnTo>
                    <a:pt x="311" y="3784"/>
                  </a:lnTo>
                  <a:lnTo>
                    <a:pt x="311" y="3890"/>
                  </a:lnTo>
                  <a:cubicBezTo>
                    <a:pt x="409" y="3890"/>
                    <a:pt x="409" y="3988"/>
                    <a:pt x="409" y="4094"/>
                  </a:cubicBezTo>
                  <a:cubicBezTo>
                    <a:pt x="720" y="4397"/>
                    <a:pt x="1022" y="4707"/>
                    <a:pt x="1431" y="4912"/>
                  </a:cubicBezTo>
                  <a:cubicBezTo>
                    <a:pt x="1537" y="4912"/>
                    <a:pt x="1537" y="5010"/>
                    <a:pt x="1635" y="5010"/>
                  </a:cubicBezTo>
                  <a:cubicBezTo>
                    <a:pt x="1742" y="5010"/>
                    <a:pt x="1840" y="5116"/>
                    <a:pt x="1840" y="5116"/>
                  </a:cubicBezTo>
                  <a:lnTo>
                    <a:pt x="2150" y="5116"/>
                  </a:lnTo>
                  <a:cubicBezTo>
                    <a:pt x="2248" y="5214"/>
                    <a:pt x="2453" y="5214"/>
                    <a:pt x="2657" y="5214"/>
                  </a:cubicBezTo>
                  <a:cubicBezTo>
                    <a:pt x="3066" y="5214"/>
                    <a:pt x="3376" y="5116"/>
                    <a:pt x="3785" y="4912"/>
                  </a:cubicBezTo>
                  <a:cubicBezTo>
                    <a:pt x="3883" y="4912"/>
                    <a:pt x="3883" y="4912"/>
                    <a:pt x="3883" y="4806"/>
                  </a:cubicBezTo>
                  <a:lnTo>
                    <a:pt x="3989" y="4806"/>
                  </a:lnTo>
                  <a:cubicBezTo>
                    <a:pt x="3989" y="4806"/>
                    <a:pt x="4087" y="4806"/>
                    <a:pt x="4087" y="4707"/>
                  </a:cubicBezTo>
                  <a:cubicBezTo>
                    <a:pt x="4087" y="4707"/>
                    <a:pt x="4194" y="4707"/>
                    <a:pt x="4194" y="4601"/>
                  </a:cubicBezTo>
                  <a:lnTo>
                    <a:pt x="4292" y="4601"/>
                  </a:lnTo>
                  <a:lnTo>
                    <a:pt x="4496" y="4397"/>
                  </a:lnTo>
                  <a:cubicBezTo>
                    <a:pt x="4496" y="4299"/>
                    <a:pt x="4602" y="4299"/>
                    <a:pt x="4602" y="4299"/>
                  </a:cubicBezTo>
                  <a:cubicBezTo>
                    <a:pt x="4602" y="4299"/>
                    <a:pt x="4602" y="4193"/>
                    <a:pt x="4700" y="4193"/>
                  </a:cubicBezTo>
                  <a:cubicBezTo>
                    <a:pt x="4700" y="4193"/>
                    <a:pt x="4700" y="4094"/>
                    <a:pt x="4807" y="3988"/>
                  </a:cubicBezTo>
                  <a:cubicBezTo>
                    <a:pt x="4905" y="3890"/>
                    <a:pt x="4905" y="3890"/>
                    <a:pt x="4905" y="3784"/>
                  </a:cubicBezTo>
                  <a:cubicBezTo>
                    <a:pt x="5011" y="3686"/>
                    <a:pt x="5011" y="3686"/>
                    <a:pt x="5011" y="3580"/>
                  </a:cubicBezTo>
                  <a:lnTo>
                    <a:pt x="5011" y="3481"/>
                  </a:lnTo>
                  <a:cubicBezTo>
                    <a:pt x="5313" y="2762"/>
                    <a:pt x="5215" y="1847"/>
                    <a:pt x="4807" y="1127"/>
                  </a:cubicBezTo>
                  <a:cubicBezTo>
                    <a:pt x="4266" y="387"/>
                    <a:pt x="3412" y="1"/>
                    <a:pt x="2571"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7"/>
            <p:cNvSpPr/>
            <p:nvPr/>
          </p:nvSpPr>
          <p:spPr>
            <a:xfrm>
              <a:off x="1775725" y="1031225"/>
              <a:ext cx="148175" cy="129025"/>
            </a:xfrm>
            <a:custGeom>
              <a:avLst/>
              <a:gdLst/>
              <a:ahLst/>
              <a:cxnLst/>
              <a:rect l="l" t="t" r="r" b="b"/>
              <a:pathLst>
                <a:path w="5927" h="5161" extrusionOk="0">
                  <a:moveTo>
                    <a:pt x="3027" y="0"/>
                  </a:moveTo>
                  <a:cubicBezTo>
                    <a:pt x="1991" y="0"/>
                    <a:pt x="1007" y="597"/>
                    <a:pt x="614" y="1607"/>
                  </a:cubicBezTo>
                  <a:cubicBezTo>
                    <a:pt x="1" y="2940"/>
                    <a:pt x="614" y="4468"/>
                    <a:pt x="1946" y="4983"/>
                  </a:cubicBezTo>
                  <a:cubicBezTo>
                    <a:pt x="2259" y="5103"/>
                    <a:pt x="2584" y="5160"/>
                    <a:pt x="2906" y="5160"/>
                  </a:cubicBezTo>
                  <a:cubicBezTo>
                    <a:pt x="3945" y="5160"/>
                    <a:pt x="4952" y="4564"/>
                    <a:pt x="5420" y="3553"/>
                  </a:cubicBezTo>
                  <a:cubicBezTo>
                    <a:pt x="5926" y="2220"/>
                    <a:pt x="5313" y="692"/>
                    <a:pt x="3989" y="177"/>
                  </a:cubicBezTo>
                  <a:cubicBezTo>
                    <a:pt x="3674" y="57"/>
                    <a:pt x="3348" y="0"/>
                    <a:pt x="3027"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7"/>
            <p:cNvSpPr/>
            <p:nvPr/>
          </p:nvSpPr>
          <p:spPr>
            <a:xfrm>
              <a:off x="1785950" y="1081625"/>
              <a:ext cx="130400" cy="78625"/>
            </a:xfrm>
            <a:custGeom>
              <a:avLst/>
              <a:gdLst/>
              <a:ahLst/>
              <a:cxnLst/>
              <a:rect l="l" t="t" r="r" b="b"/>
              <a:pathLst>
                <a:path w="5216" h="3145" extrusionOk="0">
                  <a:moveTo>
                    <a:pt x="5109" y="0"/>
                  </a:moveTo>
                  <a:cubicBezTo>
                    <a:pt x="5109" y="311"/>
                    <a:pt x="5011" y="719"/>
                    <a:pt x="4904" y="1022"/>
                  </a:cubicBezTo>
                  <a:cubicBezTo>
                    <a:pt x="4454" y="2002"/>
                    <a:pt x="3507" y="2593"/>
                    <a:pt x="2551" y="2593"/>
                  </a:cubicBezTo>
                  <a:cubicBezTo>
                    <a:pt x="2207" y="2593"/>
                    <a:pt x="1861" y="2516"/>
                    <a:pt x="1537" y="2354"/>
                  </a:cubicBezTo>
                  <a:cubicBezTo>
                    <a:pt x="720" y="2044"/>
                    <a:pt x="107" y="1332"/>
                    <a:pt x="0" y="613"/>
                  </a:cubicBezTo>
                  <a:lnTo>
                    <a:pt x="0" y="613"/>
                  </a:lnTo>
                  <a:cubicBezTo>
                    <a:pt x="0" y="1537"/>
                    <a:pt x="515" y="2558"/>
                    <a:pt x="1537" y="2967"/>
                  </a:cubicBezTo>
                  <a:cubicBezTo>
                    <a:pt x="1850" y="3087"/>
                    <a:pt x="2175" y="3144"/>
                    <a:pt x="2497" y="3144"/>
                  </a:cubicBezTo>
                  <a:cubicBezTo>
                    <a:pt x="3536" y="3144"/>
                    <a:pt x="4543" y="2548"/>
                    <a:pt x="5011" y="1537"/>
                  </a:cubicBezTo>
                  <a:cubicBezTo>
                    <a:pt x="5215" y="1022"/>
                    <a:pt x="5215" y="515"/>
                    <a:pt x="5109"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7"/>
            <p:cNvSpPr/>
            <p:nvPr/>
          </p:nvSpPr>
          <p:spPr>
            <a:xfrm>
              <a:off x="1785950" y="1071400"/>
              <a:ext cx="122625" cy="56225"/>
            </a:xfrm>
            <a:custGeom>
              <a:avLst/>
              <a:gdLst/>
              <a:ahLst/>
              <a:cxnLst/>
              <a:rect l="l" t="t" r="r" b="b"/>
              <a:pathLst>
                <a:path w="4905" h="2249" extrusionOk="0">
                  <a:moveTo>
                    <a:pt x="205" y="0"/>
                  </a:moveTo>
                  <a:cubicBezTo>
                    <a:pt x="107" y="0"/>
                    <a:pt x="107" y="0"/>
                    <a:pt x="107" y="107"/>
                  </a:cubicBezTo>
                  <a:cubicBezTo>
                    <a:pt x="107" y="107"/>
                    <a:pt x="107" y="205"/>
                    <a:pt x="0" y="311"/>
                  </a:cubicBezTo>
                  <a:lnTo>
                    <a:pt x="4806" y="2248"/>
                  </a:lnTo>
                  <a:cubicBezTo>
                    <a:pt x="4806" y="2248"/>
                    <a:pt x="4904" y="2150"/>
                    <a:pt x="4904" y="2044"/>
                  </a:cubicBezTo>
                  <a:lnTo>
                    <a:pt x="4904" y="1946"/>
                  </a:lnTo>
                  <a:lnTo>
                    <a:pt x="205"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7"/>
            <p:cNvSpPr/>
            <p:nvPr/>
          </p:nvSpPr>
          <p:spPr>
            <a:xfrm>
              <a:off x="1788600" y="1066300"/>
              <a:ext cx="122625" cy="58875"/>
            </a:xfrm>
            <a:custGeom>
              <a:avLst/>
              <a:gdLst/>
              <a:ahLst/>
              <a:cxnLst/>
              <a:rect l="l" t="t" r="r" b="b"/>
              <a:pathLst>
                <a:path w="4905" h="2355" extrusionOk="0">
                  <a:moveTo>
                    <a:pt x="99" y="0"/>
                  </a:moveTo>
                  <a:lnTo>
                    <a:pt x="99" y="204"/>
                  </a:lnTo>
                  <a:cubicBezTo>
                    <a:pt x="1" y="204"/>
                    <a:pt x="1" y="311"/>
                    <a:pt x="1" y="311"/>
                  </a:cubicBezTo>
                  <a:lnTo>
                    <a:pt x="4798" y="2354"/>
                  </a:lnTo>
                  <a:cubicBezTo>
                    <a:pt x="4798" y="2248"/>
                    <a:pt x="4798" y="2248"/>
                    <a:pt x="4905" y="2150"/>
                  </a:cubicBezTo>
                  <a:lnTo>
                    <a:pt x="4905" y="2044"/>
                  </a:lnTo>
                  <a:lnTo>
                    <a:pt x="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7"/>
            <p:cNvSpPr/>
            <p:nvPr/>
          </p:nvSpPr>
          <p:spPr>
            <a:xfrm>
              <a:off x="1952075" y="1110375"/>
              <a:ext cx="135300" cy="129625"/>
            </a:xfrm>
            <a:custGeom>
              <a:avLst/>
              <a:gdLst/>
              <a:ahLst/>
              <a:cxnLst/>
              <a:rect l="l" t="t" r="r" b="b"/>
              <a:pathLst>
                <a:path w="5412" h="5185" extrusionOk="0">
                  <a:moveTo>
                    <a:pt x="2659" y="0"/>
                  </a:moveTo>
                  <a:cubicBezTo>
                    <a:pt x="2197" y="0"/>
                    <a:pt x="1734" y="125"/>
                    <a:pt x="1325" y="387"/>
                  </a:cubicBezTo>
                  <a:cubicBezTo>
                    <a:pt x="1226" y="387"/>
                    <a:pt x="1226" y="387"/>
                    <a:pt x="1226" y="485"/>
                  </a:cubicBezTo>
                  <a:lnTo>
                    <a:pt x="1120" y="485"/>
                  </a:lnTo>
                  <a:cubicBezTo>
                    <a:pt x="1022" y="485"/>
                    <a:pt x="1022" y="485"/>
                    <a:pt x="1022" y="591"/>
                  </a:cubicBezTo>
                  <a:lnTo>
                    <a:pt x="916" y="591"/>
                  </a:lnTo>
                  <a:lnTo>
                    <a:pt x="916" y="689"/>
                  </a:lnTo>
                  <a:cubicBezTo>
                    <a:pt x="712" y="795"/>
                    <a:pt x="613" y="1000"/>
                    <a:pt x="507" y="1204"/>
                  </a:cubicBezTo>
                  <a:lnTo>
                    <a:pt x="409" y="1204"/>
                  </a:lnTo>
                  <a:cubicBezTo>
                    <a:pt x="409" y="1302"/>
                    <a:pt x="409" y="1302"/>
                    <a:pt x="303" y="1408"/>
                  </a:cubicBezTo>
                  <a:cubicBezTo>
                    <a:pt x="303" y="1507"/>
                    <a:pt x="303" y="1507"/>
                    <a:pt x="205" y="1613"/>
                  </a:cubicBezTo>
                  <a:cubicBezTo>
                    <a:pt x="205" y="1711"/>
                    <a:pt x="205" y="1817"/>
                    <a:pt x="99" y="1817"/>
                  </a:cubicBezTo>
                  <a:lnTo>
                    <a:pt x="99" y="1915"/>
                  </a:lnTo>
                  <a:lnTo>
                    <a:pt x="99" y="2120"/>
                  </a:lnTo>
                  <a:lnTo>
                    <a:pt x="99" y="2324"/>
                  </a:lnTo>
                  <a:lnTo>
                    <a:pt x="99" y="2430"/>
                  </a:lnTo>
                  <a:cubicBezTo>
                    <a:pt x="0" y="2430"/>
                    <a:pt x="0" y="2528"/>
                    <a:pt x="0" y="2634"/>
                  </a:cubicBezTo>
                  <a:cubicBezTo>
                    <a:pt x="0" y="2733"/>
                    <a:pt x="0" y="2733"/>
                    <a:pt x="99" y="2839"/>
                  </a:cubicBezTo>
                  <a:lnTo>
                    <a:pt x="99" y="2937"/>
                  </a:lnTo>
                  <a:lnTo>
                    <a:pt x="99" y="3043"/>
                  </a:lnTo>
                  <a:lnTo>
                    <a:pt x="99" y="3141"/>
                  </a:lnTo>
                  <a:cubicBezTo>
                    <a:pt x="99" y="3247"/>
                    <a:pt x="99" y="3247"/>
                    <a:pt x="205" y="3346"/>
                  </a:cubicBezTo>
                  <a:lnTo>
                    <a:pt x="205" y="3550"/>
                  </a:lnTo>
                  <a:cubicBezTo>
                    <a:pt x="205" y="3550"/>
                    <a:pt x="205" y="3656"/>
                    <a:pt x="303" y="3656"/>
                  </a:cubicBezTo>
                  <a:lnTo>
                    <a:pt x="303" y="3754"/>
                  </a:lnTo>
                  <a:cubicBezTo>
                    <a:pt x="303" y="3860"/>
                    <a:pt x="409" y="3860"/>
                    <a:pt x="409" y="3860"/>
                  </a:cubicBezTo>
                  <a:cubicBezTo>
                    <a:pt x="409" y="3959"/>
                    <a:pt x="409" y="3959"/>
                    <a:pt x="507" y="4065"/>
                  </a:cubicBezTo>
                  <a:cubicBezTo>
                    <a:pt x="712" y="4473"/>
                    <a:pt x="1120" y="4678"/>
                    <a:pt x="1431" y="4882"/>
                  </a:cubicBezTo>
                  <a:cubicBezTo>
                    <a:pt x="1529" y="4980"/>
                    <a:pt x="1635" y="4980"/>
                    <a:pt x="1635" y="4980"/>
                  </a:cubicBezTo>
                  <a:cubicBezTo>
                    <a:pt x="1733" y="5086"/>
                    <a:pt x="1839" y="5086"/>
                    <a:pt x="1938" y="5086"/>
                  </a:cubicBezTo>
                  <a:cubicBezTo>
                    <a:pt x="2044" y="5086"/>
                    <a:pt x="2044" y="5185"/>
                    <a:pt x="2142" y="5185"/>
                  </a:cubicBezTo>
                  <a:lnTo>
                    <a:pt x="2657" y="5185"/>
                  </a:lnTo>
                  <a:cubicBezTo>
                    <a:pt x="3065" y="5185"/>
                    <a:pt x="3474" y="5086"/>
                    <a:pt x="3777" y="4882"/>
                  </a:cubicBezTo>
                  <a:lnTo>
                    <a:pt x="3981" y="4882"/>
                  </a:lnTo>
                  <a:lnTo>
                    <a:pt x="3981" y="4776"/>
                  </a:lnTo>
                  <a:lnTo>
                    <a:pt x="4087" y="4776"/>
                  </a:lnTo>
                  <a:cubicBezTo>
                    <a:pt x="4185" y="4678"/>
                    <a:pt x="4185" y="4678"/>
                    <a:pt x="4291" y="4678"/>
                  </a:cubicBezTo>
                  <a:lnTo>
                    <a:pt x="4291" y="4572"/>
                  </a:lnTo>
                  <a:lnTo>
                    <a:pt x="4390" y="4572"/>
                  </a:lnTo>
                  <a:cubicBezTo>
                    <a:pt x="4390" y="4473"/>
                    <a:pt x="4390" y="4473"/>
                    <a:pt x="4496" y="4473"/>
                  </a:cubicBezTo>
                  <a:lnTo>
                    <a:pt x="4496" y="4367"/>
                  </a:lnTo>
                  <a:cubicBezTo>
                    <a:pt x="4594" y="4367"/>
                    <a:pt x="4594" y="4269"/>
                    <a:pt x="4594" y="4269"/>
                  </a:cubicBezTo>
                  <a:cubicBezTo>
                    <a:pt x="4700" y="4269"/>
                    <a:pt x="4700" y="4269"/>
                    <a:pt x="4700" y="4163"/>
                  </a:cubicBezTo>
                  <a:lnTo>
                    <a:pt x="4798" y="4065"/>
                  </a:lnTo>
                  <a:cubicBezTo>
                    <a:pt x="4798" y="3959"/>
                    <a:pt x="4904" y="3959"/>
                    <a:pt x="4904" y="3959"/>
                  </a:cubicBezTo>
                  <a:lnTo>
                    <a:pt x="4904" y="3860"/>
                  </a:lnTo>
                  <a:lnTo>
                    <a:pt x="5003" y="3754"/>
                  </a:lnTo>
                  <a:lnTo>
                    <a:pt x="5003" y="3656"/>
                  </a:lnTo>
                  <a:cubicBezTo>
                    <a:pt x="5003" y="3550"/>
                    <a:pt x="5109" y="3550"/>
                    <a:pt x="5109" y="3550"/>
                  </a:cubicBezTo>
                  <a:lnTo>
                    <a:pt x="5109" y="3452"/>
                  </a:lnTo>
                  <a:cubicBezTo>
                    <a:pt x="5411" y="2733"/>
                    <a:pt x="5313" y="1817"/>
                    <a:pt x="4798" y="1098"/>
                  </a:cubicBezTo>
                  <a:cubicBezTo>
                    <a:pt x="4278" y="385"/>
                    <a:pt x="3469" y="0"/>
                    <a:pt x="2659"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7"/>
            <p:cNvSpPr/>
            <p:nvPr/>
          </p:nvSpPr>
          <p:spPr>
            <a:xfrm>
              <a:off x="1936750" y="1097625"/>
              <a:ext cx="148175" cy="130550"/>
            </a:xfrm>
            <a:custGeom>
              <a:avLst/>
              <a:gdLst/>
              <a:ahLst/>
              <a:cxnLst/>
              <a:rect l="l" t="t" r="r" b="b"/>
              <a:pathLst>
                <a:path w="5927" h="5222" extrusionOk="0">
                  <a:moveTo>
                    <a:pt x="3022" y="0"/>
                  </a:moveTo>
                  <a:cubicBezTo>
                    <a:pt x="1988" y="0"/>
                    <a:pt x="1000" y="597"/>
                    <a:pt x="613" y="1608"/>
                  </a:cubicBezTo>
                  <a:cubicBezTo>
                    <a:pt x="0" y="2940"/>
                    <a:pt x="712" y="4469"/>
                    <a:pt x="1938" y="4983"/>
                  </a:cubicBezTo>
                  <a:cubicBezTo>
                    <a:pt x="2290" y="5146"/>
                    <a:pt x="2656" y="5222"/>
                    <a:pt x="3015" y="5222"/>
                  </a:cubicBezTo>
                  <a:cubicBezTo>
                    <a:pt x="4014" y="5222"/>
                    <a:pt x="4960" y="4631"/>
                    <a:pt x="5411" y="3651"/>
                  </a:cubicBezTo>
                  <a:cubicBezTo>
                    <a:pt x="5926" y="2327"/>
                    <a:pt x="5313" y="791"/>
                    <a:pt x="3981" y="177"/>
                  </a:cubicBezTo>
                  <a:cubicBezTo>
                    <a:pt x="3668" y="58"/>
                    <a:pt x="3343" y="0"/>
                    <a:pt x="3022"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7"/>
            <p:cNvSpPr/>
            <p:nvPr/>
          </p:nvSpPr>
          <p:spPr>
            <a:xfrm>
              <a:off x="1946975" y="1148025"/>
              <a:ext cx="130175" cy="80150"/>
            </a:xfrm>
            <a:custGeom>
              <a:avLst/>
              <a:gdLst/>
              <a:ahLst/>
              <a:cxnLst/>
              <a:rect l="l" t="t" r="r" b="b"/>
              <a:pathLst>
                <a:path w="5207" h="3206" extrusionOk="0">
                  <a:moveTo>
                    <a:pt x="5108" y="1"/>
                  </a:moveTo>
                  <a:cubicBezTo>
                    <a:pt x="5108" y="311"/>
                    <a:pt x="5108" y="720"/>
                    <a:pt x="4904" y="1022"/>
                  </a:cubicBezTo>
                  <a:cubicBezTo>
                    <a:pt x="4512" y="2037"/>
                    <a:pt x="3532" y="2634"/>
                    <a:pt x="2499" y="2634"/>
                  </a:cubicBezTo>
                  <a:cubicBezTo>
                    <a:pt x="2175" y="2634"/>
                    <a:pt x="1846" y="2575"/>
                    <a:pt x="1529" y="2453"/>
                  </a:cubicBezTo>
                  <a:cubicBezTo>
                    <a:pt x="711" y="2044"/>
                    <a:pt x="204" y="1333"/>
                    <a:pt x="0" y="614"/>
                  </a:cubicBezTo>
                  <a:lnTo>
                    <a:pt x="0" y="614"/>
                  </a:lnTo>
                  <a:cubicBezTo>
                    <a:pt x="0" y="1635"/>
                    <a:pt x="613" y="2559"/>
                    <a:pt x="1529" y="2967"/>
                  </a:cubicBezTo>
                  <a:cubicBezTo>
                    <a:pt x="1881" y="3130"/>
                    <a:pt x="2247" y="3206"/>
                    <a:pt x="2606" y="3206"/>
                  </a:cubicBezTo>
                  <a:cubicBezTo>
                    <a:pt x="3605" y="3206"/>
                    <a:pt x="4551" y="2615"/>
                    <a:pt x="5002" y="1635"/>
                  </a:cubicBezTo>
                  <a:cubicBezTo>
                    <a:pt x="5207" y="1128"/>
                    <a:pt x="5207" y="515"/>
                    <a:pt x="5108"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7"/>
            <p:cNvSpPr/>
            <p:nvPr/>
          </p:nvSpPr>
          <p:spPr>
            <a:xfrm>
              <a:off x="1949425" y="1137800"/>
              <a:ext cx="122625" cy="58875"/>
            </a:xfrm>
            <a:custGeom>
              <a:avLst/>
              <a:gdLst/>
              <a:ahLst/>
              <a:cxnLst/>
              <a:rect l="l" t="t" r="r" b="b"/>
              <a:pathLst>
                <a:path w="4905" h="2355" extrusionOk="0">
                  <a:moveTo>
                    <a:pt x="106" y="1"/>
                  </a:moveTo>
                  <a:lnTo>
                    <a:pt x="106" y="107"/>
                  </a:lnTo>
                  <a:cubicBezTo>
                    <a:pt x="0" y="205"/>
                    <a:pt x="0" y="205"/>
                    <a:pt x="0" y="311"/>
                  </a:cubicBezTo>
                  <a:lnTo>
                    <a:pt x="4700" y="2355"/>
                  </a:lnTo>
                  <a:cubicBezTo>
                    <a:pt x="4806" y="2249"/>
                    <a:pt x="4806" y="2150"/>
                    <a:pt x="4806" y="2044"/>
                  </a:cubicBezTo>
                  <a:lnTo>
                    <a:pt x="4904" y="2044"/>
                  </a:lnTo>
                  <a:lnTo>
                    <a:pt x="106"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7"/>
            <p:cNvSpPr/>
            <p:nvPr/>
          </p:nvSpPr>
          <p:spPr>
            <a:xfrm>
              <a:off x="1949425" y="1132700"/>
              <a:ext cx="122625" cy="58875"/>
            </a:xfrm>
            <a:custGeom>
              <a:avLst/>
              <a:gdLst/>
              <a:ahLst/>
              <a:cxnLst/>
              <a:rect l="l" t="t" r="r" b="b"/>
              <a:pathLst>
                <a:path w="4905" h="2355" extrusionOk="0">
                  <a:moveTo>
                    <a:pt x="205" y="1"/>
                  </a:moveTo>
                  <a:cubicBezTo>
                    <a:pt x="106" y="107"/>
                    <a:pt x="106" y="107"/>
                    <a:pt x="106" y="205"/>
                  </a:cubicBezTo>
                  <a:lnTo>
                    <a:pt x="0" y="311"/>
                  </a:lnTo>
                  <a:lnTo>
                    <a:pt x="4806" y="2354"/>
                  </a:lnTo>
                  <a:lnTo>
                    <a:pt x="4904" y="2248"/>
                  </a:lnTo>
                  <a:lnTo>
                    <a:pt x="4904" y="2044"/>
                  </a:lnTo>
                  <a:lnTo>
                    <a:pt x="2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7"/>
            <p:cNvSpPr/>
            <p:nvPr/>
          </p:nvSpPr>
          <p:spPr>
            <a:xfrm>
              <a:off x="2115550" y="1176775"/>
              <a:ext cx="132825" cy="129625"/>
            </a:xfrm>
            <a:custGeom>
              <a:avLst/>
              <a:gdLst/>
              <a:ahLst/>
              <a:cxnLst/>
              <a:rect l="l" t="t" r="r" b="b"/>
              <a:pathLst>
                <a:path w="5313" h="5185" extrusionOk="0">
                  <a:moveTo>
                    <a:pt x="2629" y="0"/>
                  </a:moveTo>
                  <a:cubicBezTo>
                    <a:pt x="2157" y="0"/>
                    <a:pt x="1672" y="126"/>
                    <a:pt x="1226" y="387"/>
                  </a:cubicBezTo>
                  <a:cubicBezTo>
                    <a:pt x="1226" y="387"/>
                    <a:pt x="1120" y="387"/>
                    <a:pt x="1120" y="485"/>
                  </a:cubicBezTo>
                  <a:lnTo>
                    <a:pt x="1022" y="485"/>
                  </a:lnTo>
                  <a:lnTo>
                    <a:pt x="1022" y="591"/>
                  </a:lnTo>
                  <a:cubicBezTo>
                    <a:pt x="916" y="591"/>
                    <a:pt x="916" y="591"/>
                    <a:pt x="916" y="690"/>
                  </a:cubicBezTo>
                  <a:lnTo>
                    <a:pt x="817" y="690"/>
                  </a:lnTo>
                  <a:cubicBezTo>
                    <a:pt x="711" y="796"/>
                    <a:pt x="507" y="1000"/>
                    <a:pt x="409" y="1204"/>
                  </a:cubicBezTo>
                  <a:cubicBezTo>
                    <a:pt x="303" y="1303"/>
                    <a:pt x="303" y="1303"/>
                    <a:pt x="303" y="1409"/>
                  </a:cubicBezTo>
                  <a:lnTo>
                    <a:pt x="204" y="1507"/>
                  </a:lnTo>
                  <a:lnTo>
                    <a:pt x="204" y="1613"/>
                  </a:lnTo>
                  <a:lnTo>
                    <a:pt x="204" y="1711"/>
                  </a:lnTo>
                  <a:cubicBezTo>
                    <a:pt x="98" y="1711"/>
                    <a:pt x="98" y="1817"/>
                    <a:pt x="98" y="1916"/>
                  </a:cubicBezTo>
                  <a:cubicBezTo>
                    <a:pt x="98" y="2022"/>
                    <a:pt x="0" y="2022"/>
                    <a:pt x="0" y="2120"/>
                  </a:cubicBezTo>
                  <a:lnTo>
                    <a:pt x="0" y="2226"/>
                  </a:lnTo>
                  <a:lnTo>
                    <a:pt x="0" y="2324"/>
                  </a:lnTo>
                  <a:lnTo>
                    <a:pt x="0" y="2430"/>
                  </a:lnTo>
                  <a:lnTo>
                    <a:pt x="0" y="2635"/>
                  </a:lnTo>
                  <a:lnTo>
                    <a:pt x="0" y="2839"/>
                  </a:lnTo>
                  <a:lnTo>
                    <a:pt x="0" y="2937"/>
                  </a:lnTo>
                  <a:lnTo>
                    <a:pt x="0" y="3043"/>
                  </a:lnTo>
                  <a:lnTo>
                    <a:pt x="0" y="3142"/>
                  </a:lnTo>
                  <a:cubicBezTo>
                    <a:pt x="0" y="3248"/>
                    <a:pt x="98" y="3346"/>
                    <a:pt x="98" y="3346"/>
                  </a:cubicBezTo>
                  <a:cubicBezTo>
                    <a:pt x="98" y="3452"/>
                    <a:pt x="98" y="3550"/>
                    <a:pt x="204" y="3550"/>
                  </a:cubicBezTo>
                  <a:lnTo>
                    <a:pt x="204" y="3656"/>
                  </a:lnTo>
                  <a:cubicBezTo>
                    <a:pt x="204" y="3755"/>
                    <a:pt x="204" y="3755"/>
                    <a:pt x="303" y="3861"/>
                  </a:cubicBezTo>
                  <a:cubicBezTo>
                    <a:pt x="303" y="3959"/>
                    <a:pt x="409" y="4065"/>
                    <a:pt x="409" y="4065"/>
                  </a:cubicBezTo>
                  <a:cubicBezTo>
                    <a:pt x="711" y="4474"/>
                    <a:pt x="1022" y="4776"/>
                    <a:pt x="1430" y="4882"/>
                  </a:cubicBezTo>
                  <a:cubicBezTo>
                    <a:pt x="1430" y="4981"/>
                    <a:pt x="1529" y="4981"/>
                    <a:pt x="1635" y="4981"/>
                  </a:cubicBezTo>
                  <a:cubicBezTo>
                    <a:pt x="1733" y="5087"/>
                    <a:pt x="1733" y="5087"/>
                    <a:pt x="1839" y="5087"/>
                  </a:cubicBezTo>
                  <a:cubicBezTo>
                    <a:pt x="1937" y="5185"/>
                    <a:pt x="2043" y="5185"/>
                    <a:pt x="2142" y="5185"/>
                  </a:cubicBezTo>
                  <a:lnTo>
                    <a:pt x="2550" y="5185"/>
                  </a:lnTo>
                  <a:cubicBezTo>
                    <a:pt x="2959" y="5185"/>
                    <a:pt x="3368" y="5087"/>
                    <a:pt x="3776" y="4981"/>
                  </a:cubicBezTo>
                  <a:lnTo>
                    <a:pt x="3776" y="4882"/>
                  </a:lnTo>
                  <a:lnTo>
                    <a:pt x="3981" y="4882"/>
                  </a:lnTo>
                  <a:lnTo>
                    <a:pt x="3981" y="4776"/>
                  </a:lnTo>
                  <a:lnTo>
                    <a:pt x="4087" y="4776"/>
                  </a:lnTo>
                  <a:lnTo>
                    <a:pt x="4185" y="4678"/>
                  </a:lnTo>
                  <a:lnTo>
                    <a:pt x="4185" y="4572"/>
                  </a:lnTo>
                  <a:lnTo>
                    <a:pt x="4291" y="4572"/>
                  </a:lnTo>
                  <a:lnTo>
                    <a:pt x="4389" y="4474"/>
                  </a:lnTo>
                  <a:lnTo>
                    <a:pt x="4496" y="4368"/>
                  </a:lnTo>
                  <a:cubicBezTo>
                    <a:pt x="4496" y="4368"/>
                    <a:pt x="4594" y="4368"/>
                    <a:pt x="4594" y="4269"/>
                  </a:cubicBezTo>
                  <a:cubicBezTo>
                    <a:pt x="4700" y="4163"/>
                    <a:pt x="4700" y="4065"/>
                    <a:pt x="4798" y="4065"/>
                  </a:cubicBezTo>
                  <a:lnTo>
                    <a:pt x="4798" y="3959"/>
                  </a:lnTo>
                  <a:cubicBezTo>
                    <a:pt x="4798" y="3959"/>
                    <a:pt x="4798" y="3861"/>
                    <a:pt x="4904" y="3861"/>
                  </a:cubicBezTo>
                  <a:lnTo>
                    <a:pt x="4904" y="3755"/>
                  </a:lnTo>
                  <a:lnTo>
                    <a:pt x="5002" y="3656"/>
                  </a:lnTo>
                  <a:lnTo>
                    <a:pt x="5002" y="3550"/>
                  </a:lnTo>
                  <a:cubicBezTo>
                    <a:pt x="5313" y="2733"/>
                    <a:pt x="5207" y="1916"/>
                    <a:pt x="4700" y="1098"/>
                  </a:cubicBezTo>
                  <a:cubicBezTo>
                    <a:pt x="4242" y="385"/>
                    <a:pt x="3456" y="0"/>
                    <a:pt x="2629"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7"/>
            <p:cNvSpPr/>
            <p:nvPr/>
          </p:nvSpPr>
          <p:spPr>
            <a:xfrm>
              <a:off x="2100225" y="1164025"/>
              <a:ext cx="148150" cy="130575"/>
            </a:xfrm>
            <a:custGeom>
              <a:avLst/>
              <a:gdLst/>
              <a:ahLst/>
              <a:cxnLst/>
              <a:rect l="l" t="t" r="r" b="b"/>
              <a:pathLst>
                <a:path w="5926" h="5223" extrusionOk="0">
                  <a:moveTo>
                    <a:pt x="3021" y="1"/>
                  </a:moveTo>
                  <a:cubicBezTo>
                    <a:pt x="1981" y="1"/>
                    <a:pt x="975" y="597"/>
                    <a:pt x="507" y="1608"/>
                  </a:cubicBezTo>
                  <a:cubicBezTo>
                    <a:pt x="0" y="2940"/>
                    <a:pt x="613" y="4469"/>
                    <a:pt x="1937" y="4984"/>
                  </a:cubicBezTo>
                  <a:cubicBezTo>
                    <a:pt x="2290" y="5146"/>
                    <a:pt x="2656" y="5222"/>
                    <a:pt x="3013" y="5222"/>
                  </a:cubicBezTo>
                  <a:cubicBezTo>
                    <a:pt x="4007" y="5222"/>
                    <a:pt x="4934" y="4631"/>
                    <a:pt x="5313" y="3652"/>
                  </a:cubicBezTo>
                  <a:cubicBezTo>
                    <a:pt x="5926" y="2327"/>
                    <a:pt x="5313" y="791"/>
                    <a:pt x="3981" y="178"/>
                  </a:cubicBezTo>
                  <a:cubicBezTo>
                    <a:pt x="3667" y="58"/>
                    <a:pt x="3342" y="1"/>
                    <a:pt x="3021"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7"/>
            <p:cNvSpPr/>
            <p:nvPr/>
          </p:nvSpPr>
          <p:spPr>
            <a:xfrm>
              <a:off x="2107775" y="1214425"/>
              <a:ext cx="132850" cy="80175"/>
            </a:xfrm>
            <a:custGeom>
              <a:avLst/>
              <a:gdLst/>
              <a:ahLst/>
              <a:cxnLst/>
              <a:rect l="l" t="t" r="r" b="b"/>
              <a:pathLst>
                <a:path w="5314" h="3207" extrusionOk="0">
                  <a:moveTo>
                    <a:pt x="5215" y="1"/>
                  </a:moveTo>
                  <a:cubicBezTo>
                    <a:pt x="5215" y="410"/>
                    <a:pt x="5109" y="720"/>
                    <a:pt x="5011" y="1023"/>
                  </a:cubicBezTo>
                  <a:cubicBezTo>
                    <a:pt x="4544" y="2037"/>
                    <a:pt x="3542" y="2634"/>
                    <a:pt x="2506" y="2634"/>
                  </a:cubicBezTo>
                  <a:cubicBezTo>
                    <a:pt x="2181" y="2634"/>
                    <a:pt x="1853" y="2576"/>
                    <a:pt x="1537" y="2453"/>
                  </a:cubicBezTo>
                  <a:cubicBezTo>
                    <a:pt x="720" y="2044"/>
                    <a:pt x="205" y="1431"/>
                    <a:pt x="1" y="614"/>
                  </a:cubicBezTo>
                  <a:lnTo>
                    <a:pt x="1" y="614"/>
                  </a:lnTo>
                  <a:cubicBezTo>
                    <a:pt x="1" y="1636"/>
                    <a:pt x="614" y="2559"/>
                    <a:pt x="1635" y="2968"/>
                  </a:cubicBezTo>
                  <a:cubicBezTo>
                    <a:pt x="1988" y="3130"/>
                    <a:pt x="2354" y="3206"/>
                    <a:pt x="2711" y="3206"/>
                  </a:cubicBezTo>
                  <a:cubicBezTo>
                    <a:pt x="3705" y="3206"/>
                    <a:pt x="4632" y="2615"/>
                    <a:pt x="5011" y="1636"/>
                  </a:cubicBezTo>
                  <a:cubicBezTo>
                    <a:pt x="5215" y="1129"/>
                    <a:pt x="5313" y="516"/>
                    <a:pt x="5215"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7"/>
            <p:cNvSpPr/>
            <p:nvPr/>
          </p:nvSpPr>
          <p:spPr>
            <a:xfrm>
              <a:off x="2110425" y="1204225"/>
              <a:ext cx="122625" cy="58875"/>
            </a:xfrm>
            <a:custGeom>
              <a:avLst/>
              <a:gdLst/>
              <a:ahLst/>
              <a:cxnLst/>
              <a:rect l="l" t="t" r="r" b="b"/>
              <a:pathLst>
                <a:path w="4905" h="2355" extrusionOk="0">
                  <a:moveTo>
                    <a:pt x="99" y="0"/>
                  </a:moveTo>
                  <a:lnTo>
                    <a:pt x="99" y="106"/>
                  </a:lnTo>
                  <a:cubicBezTo>
                    <a:pt x="99" y="205"/>
                    <a:pt x="1" y="205"/>
                    <a:pt x="1" y="311"/>
                  </a:cubicBezTo>
                  <a:lnTo>
                    <a:pt x="4799" y="2354"/>
                  </a:lnTo>
                  <a:cubicBezTo>
                    <a:pt x="4799" y="2248"/>
                    <a:pt x="4799" y="2150"/>
                    <a:pt x="4905" y="2150"/>
                  </a:cubicBezTo>
                  <a:lnTo>
                    <a:pt x="4905" y="2044"/>
                  </a:lnTo>
                  <a:lnTo>
                    <a:pt x="99"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7"/>
            <p:cNvSpPr/>
            <p:nvPr/>
          </p:nvSpPr>
          <p:spPr>
            <a:xfrm>
              <a:off x="2112875" y="1201775"/>
              <a:ext cx="122625" cy="56200"/>
            </a:xfrm>
            <a:custGeom>
              <a:avLst/>
              <a:gdLst/>
              <a:ahLst/>
              <a:cxnLst/>
              <a:rect l="l" t="t" r="r" b="b"/>
              <a:pathLst>
                <a:path w="4905" h="2248" extrusionOk="0">
                  <a:moveTo>
                    <a:pt x="107" y="0"/>
                  </a:moveTo>
                  <a:lnTo>
                    <a:pt x="1" y="98"/>
                  </a:lnTo>
                  <a:lnTo>
                    <a:pt x="1" y="303"/>
                  </a:lnTo>
                  <a:lnTo>
                    <a:pt x="4807" y="2248"/>
                  </a:lnTo>
                  <a:lnTo>
                    <a:pt x="4807" y="2142"/>
                  </a:lnTo>
                  <a:cubicBezTo>
                    <a:pt x="4807" y="2043"/>
                    <a:pt x="4905" y="2043"/>
                    <a:pt x="4905" y="1937"/>
                  </a:cubicBezTo>
                  <a:lnTo>
                    <a:pt x="10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7" name="Google Shape;1407;p27"/>
          <p:cNvGrpSpPr/>
          <p:nvPr/>
        </p:nvGrpSpPr>
        <p:grpSpPr>
          <a:xfrm flipH="1">
            <a:off x="8541303" y="2390750"/>
            <a:ext cx="480225" cy="615300"/>
            <a:chOff x="912850" y="4743425"/>
            <a:chExt cx="480225" cy="615300"/>
          </a:xfrm>
        </p:grpSpPr>
        <p:sp>
          <p:nvSpPr>
            <p:cNvPr id="1408" name="Google Shape;1408;p27"/>
            <p:cNvSpPr/>
            <p:nvPr/>
          </p:nvSpPr>
          <p:spPr>
            <a:xfrm>
              <a:off x="912850" y="4825175"/>
              <a:ext cx="480225" cy="533550"/>
            </a:xfrm>
            <a:custGeom>
              <a:avLst/>
              <a:gdLst/>
              <a:ahLst/>
              <a:cxnLst/>
              <a:rect l="l" t="t" r="r" b="b"/>
              <a:pathLst>
                <a:path w="19209" h="21342" extrusionOk="0">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7"/>
            <p:cNvSpPr/>
            <p:nvPr/>
          </p:nvSpPr>
          <p:spPr>
            <a:xfrm>
              <a:off x="1055900" y="4825175"/>
              <a:ext cx="291200" cy="71525"/>
            </a:xfrm>
            <a:custGeom>
              <a:avLst/>
              <a:gdLst/>
              <a:ahLst/>
              <a:cxnLst/>
              <a:rect l="l" t="t" r="r" b="b"/>
              <a:pathLst>
                <a:path w="11648" h="2861" extrusionOk="0">
                  <a:moveTo>
                    <a:pt x="205" y="0"/>
                  </a:moveTo>
                  <a:lnTo>
                    <a:pt x="0" y="613"/>
                  </a:lnTo>
                  <a:lnTo>
                    <a:pt x="11549" y="2861"/>
                  </a:lnTo>
                  <a:lnTo>
                    <a:pt x="11647" y="2248"/>
                  </a:lnTo>
                  <a:lnTo>
                    <a:pt x="205"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7"/>
            <p:cNvSpPr/>
            <p:nvPr/>
          </p:nvSpPr>
          <p:spPr>
            <a:xfrm>
              <a:off x="1038125" y="4743425"/>
              <a:ext cx="344725" cy="143075"/>
            </a:xfrm>
            <a:custGeom>
              <a:avLst/>
              <a:gdLst/>
              <a:ahLst/>
              <a:cxnLst/>
              <a:rect l="l" t="t" r="r" b="b"/>
              <a:pathLst>
                <a:path w="13789" h="5723" extrusionOk="0">
                  <a:moveTo>
                    <a:pt x="613" y="1"/>
                  </a:moveTo>
                  <a:lnTo>
                    <a:pt x="0" y="3066"/>
                  </a:lnTo>
                  <a:lnTo>
                    <a:pt x="13176" y="5722"/>
                  </a:lnTo>
                  <a:lnTo>
                    <a:pt x="13789" y="2657"/>
                  </a:lnTo>
                  <a:lnTo>
                    <a:pt x="6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7"/>
            <p:cNvSpPr/>
            <p:nvPr/>
          </p:nvSpPr>
          <p:spPr>
            <a:xfrm>
              <a:off x="1050775" y="4745900"/>
              <a:ext cx="28225" cy="79300"/>
            </a:xfrm>
            <a:custGeom>
              <a:avLst/>
              <a:gdLst/>
              <a:ahLst/>
              <a:cxnLst/>
              <a:rect l="l" t="t" r="r" b="b"/>
              <a:pathLst>
                <a:path w="1129" h="3172" extrusionOk="0">
                  <a:moveTo>
                    <a:pt x="614" y="0"/>
                  </a:moveTo>
                  <a:lnTo>
                    <a:pt x="1" y="3065"/>
                  </a:lnTo>
                  <a:lnTo>
                    <a:pt x="516" y="3171"/>
                  </a:lnTo>
                  <a:lnTo>
                    <a:pt x="1129" y="106"/>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7"/>
            <p:cNvSpPr/>
            <p:nvPr/>
          </p:nvSpPr>
          <p:spPr>
            <a:xfrm>
              <a:off x="1078975" y="4751000"/>
              <a:ext cx="30675" cy="81750"/>
            </a:xfrm>
            <a:custGeom>
              <a:avLst/>
              <a:gdLst/>
              <a:ahLst/>
              <a:cxnLst/>
              <a:rect l="l" t="t" r="r" b="b"/>
              <a:pathLst>
                <a:path w="1227" h="3270" extrusionOk="0">
                  <a:moveTo>
                    <a:pt x="614" y="0"/>
                  </a:moveTo>
                  <a:lnTo>
                    <a:pt x="1" y="3172"/>
                  </a:lnTo>
                  <a:lnTo>
                    <a:pt x="614" y="3270"/>
                  </a:lnTo>
                  <a:lnTo>
                    <a:pt x="1227" y="107"/>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7"/>
            <p:cNvSpPr/>
            <p:nvPr/>
          </p:nvSpPr>
          <p:spPr>
            <a:xfrm>
              <a:off x="1109625" y="4756100"/>
              <a:ext cx="28025" cy="81775"/>
            </a:xfrm>
            <a:custGeom>
              <a:avLst/>
              <a:gdLst/>
              <a:ahLst/>
              <a:cxnLst/>
              <a:rect l="l" t="t" r="r" b="b"/>
              <a:pathLst>
                <a:path w="1121" h="3271" extrusionOk="0">
                  <a:moveTo>
                    <a:pt x="614" y="1"/>
                  </a:moveTo>
                  <a:lnTo>
                    <a:pt x="1" y="3172"/>
                  </a:lnTo>
                  <a:lnTo>
                    <a:pt x="508" y="3270"/>
                  </a:lnTo>
                  <a:lnTo>
                    <a:pt x="1121" y="107"/>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7"/>
            <p:cNvSpPr/>
            <p:nvPr/>
          </p:nvSpPr>
          <p:spPr>
            <a:xfrm>
              <a:off x="1137625" y="4763875"/>
              <a:ext cx="30675" cy="79100"/>
            </a:xfrm>
            <a:custGeom>
              <a:avLst/>
              <a:gdLst/>
              <a:ahLst/>
              <a:cxnLst/>
              <a:rect l="l" t="t" r="r" b="b"/>
              <a:pathLst>
                <a:path w="1227" h="3164" extrusionOk="0">
                  <a:moveTo>
                    <a:pt x="614" y="0"/>
                  </a:moveTo>
                  <a:lnTo>
                    <a:pt x="1" y="3065"/>
                  </a:lnTo>
                  <a:lnTo>
                    <a:pt x="516" y="3163"/>
                  </a:lnTo>
                  <a:lnTo>
                    <a:pt x="1227" y="98"/>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7"/>
            <p:cNvSpPr/>
            <p:nvPr/>
          </p:nvSpPr>
          <p:spPr>
            <a:xfrm>
              <a:off x="1165825" y="4768975"/>
              <a:ext cx="30675" cy="79100"/>
            </a:xfrm>
            <a:custGeom>
              <a:avLst/>
              <a:gdLst/>
              <a:ahLst/>
              <a:cxnLst/>
              <a:rect l="l" t="t" r="r" b="b"/>
              <a:pathLst>
                <a:path w="1227" h="3164" extrusionOk="0">
                  <a:moveTo>
                    <a:pt x="712" y="1"/>
                  </a:moveTo>
                  <a:lnTo>
                    <a:pt x="1" y="3066"/>
                  </a:lnTo>
                  <a:lnTo>
                    <a:pt x="614" y="3164"/>
                  </a:lnTo>
                  <a:lnTo>
                    <a:pt x="1227" y="99"/>
                  </a:lnTo>
                  <a:lnTo>
                    <a:pt x="712"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7"/>
            <p:cNvSpPr/>
            <p:nvPr/>
          </p:nvSpPr>
          <p:spPr>
            <a:xfrm>
              <a:off x="1196475" y="4774075"/>
              <a:ext cx="28025" cy="81775"/>
            </a:xfrm>
            <a:custGeom>
              <a:avLst/>
              <a:gdLst/>
              <a:ahLst/>
              <a:cxnLst/>
              <a:rect l="l" t="t" r="r" b="b"/>
              <a:pathLst>
                <a:path w="1121" h="3271" extrusionOk="0">
                  <a:moveTo>
                    <a:pt x="614" y="1"/>
                  </a:moveTo>
                  <a:lnTo>
                    <a:pt x="1" y="3164"/>
                  </a:lnTo>
                  <a:lnTo>
                    <a:pt x="507" y="3270"/>
                  </a:lnTo>
                  <a:lnTo>
                    <a:pt x="1120"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7"/>
            <p:cNvSpPr/>
            <p:nvPr/>
          </p:nvSpPr>
          <p:spPr>
            <a:xfrm>
              <a:off x="1224475" y="4779200"/>
              <a:ext cx="30675" cy="81750"/>
            </a:xfrm>
            <a:custGeom>
              <a:avLst/>
              <a:gdLst/>
              <a:ahLst/>
              <a:cxnLst/>
              <a:rect l="l" t="t" r="r" b="b"/>
              <a:pathLst>
                <a:path w="1227" h="3270" extrusionOk="0">
                  <a:moveTo>
                    <a:pt x="613" y="0"/>
                  </a:moveTo>
                  <a:lnTo>
                    <a:pt x="0" y="3163"/>
                  </a:lnTo>
                  <a:lnTo>
                    <a:pt x="613" y="3270"/>
                  </a:lnTo>
                  <a:lnTo>
                    <a:pt x="1226" y="98"/>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7"/>
            <p:cNvSpPr/>
            <p:nvPr/>
          </p:nvSpPr>
          <p:spPr>
            <a:xfrm>
              <a:off x="1255125" y="4786750"/>
              <a:ext cx="28225" cy="79300"/>
            </a:xfrm>
            <a:custGeom>
              <a:avLst/>
              <a:gdLst/>
              <a:ahLst/>
              <a:cxnLst/>
              <a:rect l="l" t="t" r="r" b="b"/>
              <a:pathLst>
                <a:path w="1129" h="3172" extrusionOk="0">
                  <a:moveTo>
                    <a:pt x="613" y="1"/>
                  </a:moveTo>
                  <a:lnTo>
                    <a:pt x="0" y="3066"/>
                  </a:lnTo>
                  <a:lnTo>
                    <a:pt x="515" y="3172"/>
                  </a:lnTo>
                  <a:lnTo>
                    <a:pt x="1128" y="107"/>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7"/>
            <p:cNvSpPr/>
            <p:nvPr/>
          </p:nvSpPr>
          <p:spPr>
            <a:xfrm>
              <a:off x="1283325" y="4791875"/>
              <a:ext cx="30675" cy="81750"/>
            </a:xfrm>
            <a:custGeom>
              <a:avLst/>
              <a:gdLst/>
              <a:ahLst/>
              <a:cxnLst/>
              <a:rect l="l" t="t" r="r" b="b"/>
              <a:pathLst>
                <a:path w="1227" h="3270" extrusionOk="0">
                  <a:moveTo>
                    <a:pt x="613" y="0"/>
                  </a:moveTo>
                  <a:lnTo>
                    <a:pt x="0" y="3171"/>
                  </a:lnTo>
                  <a:lnTo>
                    <a:pt x="613" y="3269"/>
                  </a:lnTo>
                  <a:lnTo>
                    <a:pt x="1226" y="106"/>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7"/>
            <p:cNvSpPr/>
            <p:nvPr/>
          </p:nvSpPr>
          <p:spPr>
            <a:xfrm>
              <a:off x="1313975" y="4796975"/>
              <a:ext cx="28000" cy="81750"/>
            </a:xfrm>
            <a:custGeom>
              <a:avLst/>
              <a:gdLst/>
              <a:ahLst/>
              <a:cxnLst/>
              <a:rect l="l" t="t" r="r" b="b"/>
              <a:pathLst>
                <a:path w="1120" h="3270" extrusionOk="0">
                  <a:moveTo>
                    <a:pt x="613" y="0"/>
                  </a:moveTo>
                  <a:lnTo>
                    <a:pt x="0" y="3172"/>
                  </a:lnTo>
                  <a:lnTo>
                    <a:pt x="507" y="3270"/>
                  </a:lnTo>
                  <a:lnTo>
                    <a:pt x="1120" y="107"/>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7"/>
            <p:cNvSpPr/>
            <p:nvPr/>
          </p:nvSpPr>
          <p:spPr>
            <a:xfrm>
              <a:off x="1341950" y="4804725"/>
              <a:ext cx="30675" cy="79125"/>
            </a:xfrm>
            <a:custGeom>
              <a:avLst/>
              <a:gdLst/>
              <a:ahLst/>
              <a:cxnLst/>
              <a:rect l="l" t="t" r="r" b="b"/>
              <a:pathLst>
                <a:path w="1227" h="3165" extrusionOk="0">
                  <a:moveTo>
                    <a:pt x="614" y="1"/>
                  </a:moveTo>
                  <a:lnTo>
                    <a:pt x="1" y="3066"/>
                  </a:lnTo>
                  <a:lnTo>
                    <a:pt x="516" y="3164"/>
                  </a:lnTo>
                  <a:lnTo>
                    <a:pt x="1227"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7"/>
            <p:cNvSpPr/>
            <p:nvPr/>
          </p:nvSpPr>
          <p:spPr>
            <a:xfrm>
              <a:off x="935950" y="4963100"/>
              <a:ext cx="441800" cy="260550"/>
            </a:xfrm>
            <a:custGeom>
              <a:avLst/>
              <a:gdLst/>
              <a:ahLst/>
              <a:cxnLst/>
              <a:rect l="l" t="t" r="r" b="b"/>
              <a:pathLst>
                <a:path w="17672" h="10422" extrusionOk="0">
                  <a:moveTo>
                    <a:pt x="1431" y="0"/>
                  </a:moveTo>
                  <a:lnTo>
                    <a:pt x="0" y="7250"/>
                  </a:lnTo>
                  <a:lnTo>
                    <a:pt x="16241" y="10421"/>
                  </a:lnTo>
                  <a:lnTo>
                    <a:pt x="17671" y="3163"/>
                  </a:lnTo>
                  <a:lnTo>
                    <a:pt x="14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7"/>
            <p:cNvSpPr/>
            <p:nvPr/>
          </p:nvSpPr>
          <p:spPr>
            <a:xfrm>
              <a:off x="912850" y="5169875"/>
              <a:ext cx="424025" cy="188850"/>
            </a:xfrm>
            <a:custGeom>
              <a:avLst/>
              <a:gdLst/>
              <a:ahLst/>
              <a:cxnLst/>
              <a:rect l="l" t="t" r="r" b="b"/>
              <a:pathLst>
                <a:path w="16961" h="7554" extrusionOk="0">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7"/>
            <p:cNvSpPr/>
            <p:nvPr/>
          </p:nvSpPr>
          <p:spPr>
            <a:xfrm>
              <a:off x="963950" y="4963100"/>
              <a:ext cx="413800" cy="112400"/>
            </a:xfrm>
            <a:custGeom>
              <a:avLst/>
              <a:gdLst/>
              <a:ahLst/>
              <a:cxnLst/>
              <a:rect l="l" t="t" r="r" b="b"/>
              <a:pathLst>
                <a:path w="16552" h="4496" extrusionOk="0">
                  <a:moveTo>
                    <a:pt x="311" y="0"/>
                  </a:moveTo>
                  <a:lnTo>
                    <a:pt x="0" y="1324"/>
                  </a:lnTo>
                  <a:lnTo>
                    <a:pt x="16249" y="4496"/>
                  </a:lnTo>
                  <a:lnTo>
                    <a:pt x="16551" y="3163"/>
                  </a:lnTo>
                  <a:lnTo>
                    <a:pt x="311"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7"/>
            <p:cNvSpPr/>
            <p:nvPr/>
          </p:nvSpPr>
          <p:spPr>
            <a:xfrm>
              <a:off x="984375" y="5034625"/>
              <a:ext cx="94625" cy="94425"/>
            </a:xfrm>
            <a:custGeom>
              <a:avLst/>
              <a:gdLst/>
              <a:ahLst/>
              <a:cxnLst/>
              <a:rect l="l" t="t" r="r" b="b"/>
              <a:pathLst>
                <a:path w="3785" h="3777" extrusionOk="0">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7"/>
            <p:cNvSpPr/>
            <p:nvPr/>
          </p:nvSpPr>
          <p:spPr>
            <a:xfrm>
              <a:off x="1178500" y="5075475"/>
              <a:ext cx="145700" cy="43350"/>
            </a:xfrm>
            <a:custGeom>
              <a:avLst/>
              <a:gdLst/>
              <a:ahLst/>
              <a:cxnLst/>
              <a:rect l="l" t="t" r="r" b="b"/>
              <a:pathLst>
                <a:path w="5828" h="1734" extrusionOk="0">
                  <a:moveTo>
                    <a:pt x="205" y="1"/>
                  </a:moveTo>
                  <a:lnTo>
                    <a:pt x="0" y="614"/>
                  </a:lnTo>
                  <a:lnTo>
                    <a:pt x="5722" y="1733"/>
                  </a:lnTo>
                  <a:lnTo>
                    <a:pt x="5828" y="1120"/>
                  </a:lnTo>
                  <a:lnTo>
                    <a:pt x="205"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7"/>
            <p:cNvSpPr/>
            <p:nvPr/>
          </p:nvSpPr>
          <p:spPr>
            <a:xfrm>
              <a:off x="1170925" y="5113700"/>
              <a:ext cx="145525" cy="43550"/>
            </a:xfrm>
            <a:custGeom>
              <a:avLst/>
              <a:gdLst/>
              <a:ahLst/>
              <a:cxnLst/>
              <a:rect l="l" t="t" r="r" b="b"/>
              <a:pathLst>
                <a:path w="5821" h="1742" extrusionOk="0">
                  <a:moveTo>
                    <a:pt x="205" y="0"/>
                  </a:moveTo>
                  <a:lnTo>
                    <a:pt x="1" y="719"/>
                  </a:lnTo>
                  <a:lnTo>
                    <a:pt x="5722" y="1741"/>
                  </a:lnTo>
                  <a:lnTo>
                    <a:pt x="5820" y="1128"/>
                  </a:lnTo>
                  <a:lnTo>
                    <a:pt x="205"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28" name="Google Shape;1428;p27"/>
          <p:cNvSpPr/>
          <p:nvPr/>
        </p:nvSpPr>
        <p:spPr>
          <a:xfrm>
            <a:off x="8764217" y="324221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27"/>
          <p:cNvSpPr/>
          <p:nvPr/>
        </p:nvSpPr>
        <p:spPr>
          <a:xfrm>
            <a:off x="8541304" y="9249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7"/>
          <p:cNvSpPr/>
          <p:nvPr/>
        </p:nvSpPr>
        <p:spPr>
          <a:xfrm>
            <a:off x="8946564" y="12744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7"/>
          <p:cNvSpPr/>
          <p:nvPr/>
        </p:nvSpPr>
        <p:spPr>
          <a:xfrm>
            <a:off x="8484800" y="5764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7"/>
          <p:cNvSpPr/>
          <p:nvPr/>
        </p:nvSpPr>
        <p:spPr>
          <a:xfrm>
            <a:off x="8386109" y="1604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7"/>
          <p:cNvSpPr/>
          <p:nvPr/>
        </p:nvSpPr>
        <p:spPr>
          <a:xfrm>
            <a:off x="6732284" y="2698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7"/>
          <p:cNvSpPr/>
          <p:nvPr/>
        </p:nvSpPr>
        <p:spPr>
          <a:xfrm flipH="1">
            <a:off x="486165" y="36797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7"/>
          <p:cNvSpPr/>
          <p:nvPr/>
        </p:nvSpPr>
        <p:spPr>
          <a:xfrm flipH="1">
            <a:off x="556668" y="8229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7"/>
          <p:cNvSpPr/>
          <p:nvPr/>
        </p:nvSpPr>
        <p:spPr>
          <a:xfrm flipH="1">
            <a:off x="398167" y="101670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7"/>
          <p:cNvSpPr/>
          <p:nvPr/>
        </p:nvSpPr>
        <p:spPr>
          <a:xfrm flipH="1">
            <a:off x="157915" y="41706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7"/>
          <p:cNvSpPr/>
          <p:nvPr/>
        </p:nvSpPr>
        <p:spPr>
          <a:xfrm rot="10800000" flipH="1">
            <a:off x="7459953" y="36"/>
            <a:ext cx="1695422" cy="2497239"/>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4">
  <p:cSld name="CUSTOM_1_1_1_1_3_1_1">
    <p:spTree>
      <p:nvGrpSpPr>
        <p:cNvPr id="1" name="Shape 1439"/>
        <p:cNvGrpSpPr/>
        <p:nvPr/>
      </p:nvGrpSpPr>
      <p:grpSpPr>
        <a:xfrm>
          <a:off x="0" y="0"/>
          <a:ext cx="0" cy="0"/>
          <a:chOff x="0" y="0"/>
          <a:chExt cx="0" cy="0"/>
        </a:xfrm>
      </p:grpSpPr>
      <p:sp>
        <p:nvSpPr>
          <p:cNvPr id="1440" name="Google Shape;1440;p28"/>
          <p:cNvSpPr/>
          <p:nvPr/>
        </p:nvSpPr>
        <p:spPr>
          <a:xfrm>
            <a:off x="6531425" y="3186075"/>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8"/>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grpSp>
        <p:nvGrpSpPr>
          <p:cNvPr id="1442" name="Google Shape;1442;p28"/>
          <p:cNvGrpSpPr/>
          <p:nvPr/>
        </p:nvGrpSpPr>
        <p:grpSpPr>
          <a:xfrm>
            <a:off x="215138" y="4345425"/>
            <a:ext cx="996175" cy="685800"/>
            <a:chOff x="1379925" y="685000"/>
            <a:chExt cx="996175" cy="685800"/>
          </a:xfrm>
        </p:grpSpPr>
        <p:sp>
          <p:nvSpPr>
            <p:cNvPr id="1443" name="Google Shape;1443;p28"/>
            <p:cNvSpPr/>
            <p:nvPr/>
          </p:nvSpPr>
          <p:spPr>
            <a:xfrm>
              <a:off x="1379925" y="685000"/>
              <a:ext cx="996175" cy="685800"/>
            </a:xfrm>
            <a:custGeom>
              <a:avLst/>
              <a:gdLst/>
              <a:ahLst/>
              <a:cxnLst/>
              <a:rect l="l" t="t" r="r" b="b"/>
              <a:pathLst>
                <a:path w="39847" h="27432" extrusionOk="0">
                  <a:moveTo>
                    <a:pt x="7049" y="1"/>
                  </a:moveTo>
                  <a:cubicBezTo>
                    <a:pt x="6004" y="1"/>
                    <a:pt x="5047" y="612"/>
                    <a:pt x="4594" y="1668"/>
                  </a:cubicBezTo>
                  <a:lnTo>
                    <a:pt x="614" y="11370"/>
                  </a:lnTo>
                  <a:cubicBezTo>
                    <a:pt x="1" y="12800"/>
                    <a:pt x="712" y="14435"/>
                    <a:pt x="2044" y="14950"/>
                  </a:cubicBezTo>
                  <a:lnTo>
                    <a:pt x="31673" y="27210"/>
                  </a:lnTo>
                  <a:cubicBezTo>
                    <a:pt x="32026" y="27361"/>
                    <a:pt x="32384" y="27431"/>
                    <a:pt x="32734" y="27431"/>
                  </a:cubicBezTo>
                  <a:cubicBezTo>
                    <a:pt x="33802" y="27431"/>
                    <a:pt x="34783" y="26777"/>
                    <a:pt x="35245" y="25779"/>
                  </a:cubicBezTo>
                  <a:lnTo>
                    <a:pt x="39233" y="15971"/>
                  </a:lnTo>
                  <a:cubicBezTo>
                    <a:pt x="39846" y="14639"/>
                    <a:pt x="39127" y="13004"/>
                    <a:pt x="37803" y="12391"/>
                  </a:cubicBezTo>
                  <a:lnTo>
                    <a:pt x="8174" y="238"/>
                  </a:lnTo>
                  <a:cubicBezTo>
                    <a:pt x="7800" y="77"/>
                    <a:pt x="7419" y="1"/>
                    <a:pt x="7049" y="1"/>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8"/>
            <p:cNvSpPr/>
            <p:nvPr/>
          </p:nvSpPr>
          <p:spPr>
            <a:xfrm>
              <a:off x="1530525" y="760450"/>
              <a:ext cx="132850" cy="129725"/>
            </a:xfrm>
            <a:custGeom>
              <a:avLst/>
              <a:gdLst/>
              <a:ahLst/>
              <a:cxnLst/>
              <a:rect l="l" t="t" r="r" b="b"/>
              <a:pathLst>
                <a:path w="5314" h="5189" extrusionOk="0">
                  <a:moveTo>
                    <a:pt x="2604" y="0"/>
                  </a:moveTo>
                  <a:cubicBezTo>
                    <a:pt x="2144" y="0"/>
                    <a:pt x="1672" y="125"/>
                    <a:pt x="1227" y="383"/>
                  </a:cubicBezTo>
                  <a:cubicBezTo>
                    <a:pt x="1227" y="383"/>
                    <a:pt x="1129" y="383"/>
                    <a:pt x="1129" y="489"/>
                  </a:cubicBezTo>
                  <a:lnTo>
                    <a:pt x="924" y="489"/>
                  </a:lnTo>
                  <a:lnTo>
                    <a:pt x="924" y="587"/>
                  </a:lnTo>
                  <a:lnTo>
                    <a:pt x="818" y="587"/>
                  </a:lnTo>
                  <a:lnTo>
                    <a:pt x="818" y="693"/>
                  </a:lnTo>
                  <a:cubicBezTo>
                    <a:pt x="614" y="791"/>
                    <a:pt x="516" y="996"/>
                    <a:pt x="409" y="1200"/>
                  </a:cubicBezTo>
                  <a:lnTo>
                    <a:pt x="311" y="1200"/>
                  </a:lnTo>
                  <a:lnTo>
                    <a:pt x="311" y="1404"/>
                  </a:lnTo>
                  <a:lnTo>
                    <a:pt x="205" y="1404"/>
                  </a:lnTo>
                  <a:lnTo>
                    <a:pt x="205" y="1609"/>
                  </a:lnTo>
                  <a:lnTo>
                    <a:pt x="107" y="1609"/>
                  </a:lnTo>
                  <a:lnTo>
                    <a:pt x="107" y="1813"/>
                  </a:lnTo>
                  <a:lnTo>
                    <a:pt x="1" y="1919"/>
                  </a:lnTo>
                  <a:lnTo>
                    <a:pt x="1" y="2124"/>
                  </a:lnTo>
                  <a:lnTo>
                    <a:pt x="1" y="2328"/>
                  </a:lnTo>
                  <a:lnTo>
                    <a:pt x="1" y="2630"/>
                  </a:lnTo>
                  <a:lnTo>
                    <a:pt x="1" y="2835"/>
                  </a:lnTo>
                  <a:lnTo>
                    <a:pt x="1" y="2941"/>
                  </a:lnTo>
                  <a:lnTo>
                    <a:pt x="1" y="3039"/>
                  </a:lnTo>
                  <a:lnTo>
                    <a:pt x="1" y="3145"/>
                  </a:lnTo>
                  <a:cubicBezTo>
                    <a:pt x="1" y="3243"/>
                    <a:pt x="1" y="3243"/>
                    <a:pt x="107" y="3350"/>
                  </a:cubicBezTo>
                  <a:lnTo>
                    <a:pt x="107" y="3554"/>
                  </a:lnTo>
                  <a:lnTo>
                    <a:pt x="205" y="3652"/>
                  </a:lnTo>
                  <a:lnTo>
                    <a:pt x="205" y="3758"/>
                  </a:lnTo>
                  <a:cubicBezTo>
                    <a:pt x="311" y="3758"/>
                    <a:pt x="311" y="3856"/>
                    <a:pt x="311" y="3856"/>
                  </a:cubicBezTo>
                  <a:cubicBezTo>
                    <a:pt x="311" y="3963"/>
                    <a:pt x="409" y="3963"/>
                    <a:pt x="409" y="4061"/>
                  </a:cubicBezTo>
                  <a:cubicBezTo>
                    <a:pt x="614" y="4469"/>
                    <a:pt x="1022" y="4674"/>
                    <a:pt x="1333" y="4878"/>
                  </a:cubicBezTo>
                  <a:cubicBezTo>
                    <a:pt x="1431" y="4984"/>
                    <a:pt x="1537" y="4984"/>
                    <a:pt x="1635" y="4984"/>
                  </a:cubicBezTo>
                  <a:cubicBezTo>
                    <a:pt x="1635" y="5082"/>
                    <a:pt x="1742" y="5082"/>
                    <a:pt x="1840" y="5082"/>
                  </a:cubicBezTo>
                  <a:cubicBezTo>
                    <a:pt x="1946" y="5082"/>
                    <a:pt x="1946" y="5082"/>
                    <a:pt x="2044" y="5189"/>
                  </a:cubicBezTo>
                  <a:lnTo>
                    <a:pt x="2559" y="5189"/>
                  </a:lnTo>
                  <a:cubicBezTo>
                    <a:pt x="2968" y="5189"/>
                    <a:pt x="3376" y="5082"/>
                    <a:pt x="3679" y="4878"/>
                  </a:cubicBezTo>
                  <a:lnTo>
                    <a:pt x="3883" y="4878"/>
                  </a:lnTo>
                  <a:lnTo>
                    <a:pt x="3883" y="4780"/>
                  </a:lnTo>
                  <a:lnTo>
                    <a:pt x="3989" y="4780"/>
                  </a:lnTo>
                  <a:cubicBezTo>
                    <a:pt x="4087" y="4674"/>
                    <a:pt x="4087" y="4674"/>
                    <a:pt x="4194" y="4674"/>
                  </a:cubicBezTo>
                  <a:lnTo>
                    <a:pt x="4194" y="4576"/>
                  </a:lnTo>
                  <a:lnTo>
                    <a:pt x="4292" y="4576"/>
                  </a:lnTo>
                  <a:cubicBezTo>
                    <a:pt x="4292" y="4469"/>
                    <a:pt x="4398" y="4469"/>
                    <a:pt x="4398" y="4469"/>
                  </a:cubicBezTo>
                  <a:cubicBezTo>
                    <a:pt x="4398" y="4371"/>
                    <a:pt x="4398" y="4371"/>
                    <a:pt x="4496" y="4371"/>
                  </a:cubicBezTo>
                  <a:cubicBezTo>
                    <a:pt x="4496" y="4371"/>
                    <a:pt x="4496" y="4265"/>
                    <a:pt x="4602" y="4265"/>
                  </a:cubicBezTo>
                  <a:lnTo>
                    <a:pt x="4602" y="4167"/>
                  </a:lnTo>
                  <a:cubicBezTo>
                    <a:pt x="4700" y="4167"/>
                    <a:pt x="4700" y="4061"/>
                    <a:pt x="4700" y="4061"/>
                  </a:cubicBezTo>
                  <a:cubicBezTo>
                    <a:pt x="4700" y="3963"/>
                    <a:pt x="4807" y="3963"/>
                    <a:pt x="4807" y="3963"/>
                  </a:cubicBezTo>
                  <a:lnTo>
                    <a:pt x="4807" y="3856"/>
                  </a:lnTo>
                  <a:lnTo>
                    <a:pt x="4905" y="3758"/>
                  </a:lnTo>
                  <a:lnTo>
                    <a:pt x="4905" y="3652"/>
                  </a:lnTo>
                  <a:lnTo>
                    <a:pt x="5011" y="3554"/>
                  </a:lnTo>
                  <a:lnTo>
                    <a:pt x="5011" y="3448"/>
                  </a:lnTo>
                  <a:cubicBezTo>
                    <a:pt x="5313" y="2737"/>
                    <a:pt x="5215" y="1813"/>
                    <a:pt x="4700" y="1102"/>
                  </a:cubicBezTo>
                  <a:cubicBezTo>
                    <a:pt x="4180" y="384"/>
                    <a:pt x="3410" y="0"/>
                    <a:pt x="2604"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8"/>
            <p:cNvSpPr/>
            <p:nvPr/>
          </p:nvSpPr>
          <p:spPr>
            <a:xfrm>
              <a:off x="1515200" y="747700"/>
              <a:ext cx="145725" cy="130475"/>
            </a:xfrm>
            <a:custGeom>
              <a:avLst/>
              <a:gdLst/>
              <a:ahLst/>
              <a:cxnLst/>
              <a:rect l="l" t="t" r="r" b="b"/>
              <a:pathLst>
                <a:path w="5829" h="5219" extrusionOk="0">
                  <a:moveTo>
                    <a:pt x="2916" y="0"/>
                  </a:moveTo>
                  <a:cubicBezTo>
                    <a:pt x="1884" y="0"/>
                    <a:pt x="901" y="598"/>
                    <a:pt x="516" y="1612"/>
                  </a:cubicBezTo>
                  <a:cubicBezTo>
                    <a:pt x="1" y="2936"/>
                    <a:pt x="614" y="4473"/>
                    <a:pt x="1946" y="4979"/>
                  </a:cubicBezTo>
                  <a:cubicBezTo>
                    <a:pt x="2296" y="5142"/>
                    <a:pt x="2662" y="5218"/>
                    <a:pt x="3019" y="5218"/>
                  </a:cubicBezTo>
                  <a:cubicBezTo>
                    <a:pt x="4011" y="5218"/>
                    <a:pt x="4941" y="4629"/>
                    <a:pt x="5313" y="3655"/>
                  </a:cubicBezTo>
                  <a:cubicBezTo>
                    <a:pt x="5828" y="2323"/>
                    <a:pt x="5215" y="795"/>
                    <a:pt x="3883" y="182"/>
                  </a:cubicBezTo>
                  <a:cubicBezTo>
                    <a:pt x="3567" y="59"/>
                    <a:pt x="3239" y="0"/>
                    <a:pt x="2916"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8"/>
            <p:cNvSpPr/>
            <p:nvPr/>
          </p:nvSpPr>
          <p:spPr>
            <a:xfrm>
              <a:off x="1522975" y="798200"/>
              <a:ext cx="130175" cy="79975"/>
            </a:xfrm>
            <a:custGeom>
              <a:avLst/>
              <a:gdLst/>
              <a:ahLst/>
              <a:cxnLst/>
              <a:rect l="l" t="t" r="r" b="b"/>
              <a:pathLst>
                <a:path w="5207" h="3199" extrusionOk="0">
                  <a:moveTo>
                    <a:pt x="5109" y="1"/>
                  </a:moveTo>
                  <a:cubicBezTo>
                    <a:pt x="5109" y="303"/>
                    <a:pt x="5109" y="712"/>
                    <a:pt x="4904" y="1022"/>
                  </a:cubicBezTo>
                  <a:cubicBezTo>
                    <a:pt x="4511" y="2033"/>
                    <a:pt x="3527" y="2630"/>
                    <a:pt x="2491" y="2630"/>
                  </a:cubicBezTo>
                  <a:cubicBezTo>
                    <a:pt x="2170" y="2630"/>
                    <a:pt x="1844" y="2573"/>
                    <a:pt x="1529" y="2453"/>
                  </a:cubicBezTo>
                  <a:cubicBezTo>
                    <a:pt x="711" y="2044"/>
                    <a:pt x="205" y="1325"/>
                    <a:pt x="0" y="614"/>
                  </a:cubicBezTo>
                  <a:lnTo>
                    <a:pt x="0" y="614"/>
                  </a:lnTo>
                  <a:cubicBezTo>
                    <a:pt x="0" y="1635"/>
                    <a:pt x="613" y="2551"/>
                    <a:pt x="1635" y="2959"/>
                  </a:cubicBezTo>
                  <a:cubicBezTo>
                    <a:pt x="1985" y="3122"/>
                    <a:pt x="2351" y="3198"/>
                    <a:pt x="2708" y="3198"/>
                  </a:cubicBezTo>
                  <a:cubicBezTo>
                    <a:pt x="3700" y="3198"/>
                    <a:pt x="4630" y="2609"/>
                    <a:pt x="5002" y="1635"/>
                  </a:cubicBezTo>
                  <a:cubicBezTo>
                    <a:pt x="5207" y="1022"/>
                    <a:pt x="5207" y="507"/>
                    <a:pt x="5109"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8"/>
            <p:cNvSpPr/>
            <p:nvPr/>
          </p:nvSpPr>
          <p:spPr>
            <a:xfrm>
              <a:off x="1525425" y="788000"/>
              <a:ext cx="122625" cy="58650"/>
            </a:xfrm>
            <a:custGeom>
              <a:avLst/>
              <a:gdLst/>
              <a:ahLst/>
              <a:cxnLst/>
              <a:rect l="l" t="t" r="r" b="b"/>
              <a:pathLst>
                <a:path w="4905" h="2346" extrusionOk="0">
                  <a:moveTo>
                    <a:pt x="107" y="0"/>
                  </a:moveTo>
                  <a:lnTo>
                    <a:pt x="107" y="98"/>
                  </a:lnTo>
                  <a:cubicBezTo>
                    <a:pt x="0" y="98"/>
                    <a:pt x="0" y="204"/>
                    <a:pt x="0" y="302"/>
                  </a:cubicBezTo>
                  <a:lnTo>
                    <a:pt x="4700" y="2346"/>
                  </a:lnTo>
                  <a:cubicBezTo>
                    <a:pt x="4806" y="2248"/>
                    <a:pt x="4806" y="2141"/>
                    <a:pt x="4904" y="2043"/>
                  </a:cubicBezTo>
                  <a:lnTo>
                    <a:pt x="107"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8"/>
            <p:cNvSpPr/>
            <p:nvPr/>
          </p:nvSpPr>
          <p:spPr>
            <a:xfrm>
              <a:off x="1525425" y="782875"/>
              <a:ext cx="125275" cy="58675"/>
            </a:xfrm>
            <a:custGeom>
              <a:avLst/>
              <a:gdLst/>
              <a:ahLst/>
              <a:cxnLst/>
              <a:rect l="l" t="t" r="r" b="b"/>
              <a:pathLst>
                <a:path w="5011" h="2347" extrusionOk="0">
                  <a:moveTo>
                    <a:pt x="205" y="1"/>
                  </a:moveTo>
                  <a:cubicBezTo>
                    <a:pt x="107" y="99"/>
                    <a:pt x="107" y="99"/>
                    <a:pt x="107" y="205"/>
                  </a:cubicBezTo>
                  <a:cubicBezTo>
                    <a:pt x="107" y="205"/>
                    <a:pt x="107" y="303"/>
                    <a:pt x="0" y="303"/>
                  </a:cubicBezTo>
                  <a:lnTo>
                    <a:pt x="4806" y="2346"/>
                  </a:lnTo>
                  <a:cubicBezTo>
                    <a:pt x="4904" y="2346"/>
                    <a:pt x="4904" y="2248"/>
                    <a:pt x="4904" y="2248"/>
                  </a:cubicBezTo>
                  <a:cubicBezTo>
                    <a:pt x="4904" y="2142"/>
                    <a:pt x="4904" y="2142"/>
                    <a:pt x="5011" y="2044"/>
                  </a:cubicBezTo>
                  <a:lnTo>
                    <a:pt x="2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8"/>
            <p:cNvSpPr/>
            <p:nvPr/>
          </p:nvSpPr>
          <p:spPr>
            <a:xfrm>
              <a:off x="1691550" y="826850"/>
              <a:ext cx="132850" cy="129750"/>
            </a:xfrm>
            <a:custGeom>
              <a:avLst/>
              <a:gdLst/>
              <a:ahLst/>
              <a:cxnLst/>
              <a:rect l="l" t="t" r="r" b="b"/>
              <a:pathLst>
                <a:path w="5314" h="5190" extrusionOk="0">
                  <a:moveTo>
                    <a:pt x="2628" y="0"/>
                  </a:moveTo>
                  <a:cubicBezTo>
                    <a:pt x="2156" y="0"/>
                    <a:pt x="1671" y="125"/>
                    <a:pt x="1226" y="383"/>
                  </a:cubicBezTo>
                  <a:cubicBezTo>
                    <a:pt x="1226" y="383"/>
                    <a:pt x="1120" y="383"/>
                    <a:pt x="1120" y="489"/>
                  </a:cubicBezTo>
                  <a:lnTo>
                    <a:pt x="1022" y="489"/>
                  </a:lnTo>
                  <a:lnTo>
                    <a:pt x="1022" y="587"/>
                  </a:lnTo>
                  <a:cubicBezTo>
                    <a:pt x="916" y="587"/>
                    <a:pt x="916" y="587"/>
                    <a:pt x="916" y="694"/>
                  </a:cubicBezTo>
                  <a:lnTo>
                    <a:pt x="818" y="694"/>
                  </a:lnTo>
                  <a:cubicBezTo>
                    <a:pt x="711" y="792"/>
                    <a:pt x="507" y="996"/>
                    <a:pt x="409" y="1200"/>
                  </a:cubicBezTo>
                  <a:cubicBezTo>
                    <a:pt x="303" y="1307"/>
                    <a:pt x="303" y="1307"/>
                    <a:pt x="303" y="1405"/>
                  </a:cubicBezTo>
                  <a:cubicBezTo>
                    <a:pt x="205" y="1511"/>
                    <a:pt x="205" y="1511"/>
                    <a:pt x="205" y="1609"/>
                  </a:cubicBezTo>
                  <a:lnTo>
                    <a:pt x="205" y="1715"/>
                  </a:lnTo>
                  <a:cubicBezTo>
                    <a:pt x="98" y="1715"/>
                    <a:pt x="98" y="1813"/>
                    <a:pt x="98" y="1920"/>
                  </a:cubicBezTo>
                  <a:cubicBezTo>
                    <a:pt x="98" y="1920"/>
                    <a:pt x="98" y="2018"/>
                    <a:pt x="0" y="2124"/>
                  </a:cubicBezTo>
                  <a:lnTo>
                    <a:pt x="0" y="2328"/>
                  </a:lnTo>
                  <a:lnTo>
                    <a:pt x="0" y="2426"/>
                  </a:lnTo>
                  <a:lnTo>
                    <a:pt x="0" y="2631"/>
                  </a:lnTo>
                  <a:lnTo>
                    <a:pt x="0" y="2835"/>
                  </a:lnTo>
                  <a:lnTo>
                    <a:pt x="0" y="2941"/>
                  </a:lnTo>
                  <a:lnTo>
                    <a:pt x="0" y="3039"/>
                  </a:lnTo>
                  <a:lnTo>
                    <a:pt x="0" y="3146"/>
                  </a:lnTo>
                  <a:cubicBezTo>
                    <a:pt x="98" y="3244"/>
                    <a:pt x="98" y="3244"/>
                    <a:pt x="98" y="3350"/>
                  </a:cubicBezTo>
                  <a:cubicBezTo>
                    <a:pt x="98" y="3448"/>
                    <a:pt x="98" y="3554"/>
                    <a:pt x="205" y="3554"/>
                  </a:cubicBezTo>
                  <a:lnTo>
                    <a:pt x="205" y="3652"/>
                  </a:lnTo>
                  <a:cubicBezTo>
                    <a:pt x="205" y="3652"/>
                    <a:pt x="205" y="3759"/>
                    <a:pt x="303" y="3759"/>
                  </a:cubicBezTo>
                  <a:lnTo>
                    <a:pt x="303" y="3857"/>
                  </a:lnTo>
                  <a:cubicBezTo>
                    <a:pt x="303" y="3963"/>
                    <a:pt x="409" y="3963"/>
                    <a:pt x="409" y="4061"/>
                  </a:cubicBezTo>
                  <a:cubicBezTo>
                    <a:pt x="711" y="4470"/>
                    <a:pt x="1022" y="4780"/>
                    <a:pt x="1431" y="4878"/>
                  </a:cubicBezTo>
                  <a:cubicBezTo>
                    <a:pt x="1431" y="4985"/>
                    <a:pt x="1529" y="4985"/>
                    <a:pt x="1635" y="4985"/>
                  </a:cubicBezTo>
                  <a:cubicBezTo>
                    <a:pt x="1733" y="5083"/>
                    <a:pt x="1733" y="5083"/>
                    <a:pt x="1839" y="5083"/>
                  </a:cubicBezTo>
                  <a:cubicBezTo>
                    <a:pt x="1937" y="5083"/>
                    <a:pt x="2044" y="5189"/>
                    <a:pt x="2142" y="5189"/>
                  </a:cubicBezTo>
                  <a:lnTo>
                    <a:pt x="2550" y="5189"/>
                  </a:lnTo>
                  <a:cubicBezTo>
                    <a:pt x="2959" y="5189"/>
                    <a:pt x="3368" y="5083"/>
                    <a:pt x="3776" y="4985"/>
                  </a:cubicBezTo>
                  <a:lnTo>
                    <a:pt x="3776" y="4878"/>
                  </a:lnTo>
                  <a:lnTo>
                    <a:pt x="3883" y="4878"/>
                  </a:lnTo>
                  <a:cubicBezTo>
                    <a:pt x="3883" y="4878"/>
                    <a:pt x="3981" y="4878"/>
                    <a:pt x="3981" y="4780"/>
                  </a:cubicBezTo>
                  <a:lnTo>
                    <a:pt x="4087" y="4780"/>
                  </a:lnTo>
                  <a:lnTo>
                    <a:pt x="4185" y="4674"/>
                  </a:lnTo>
                  <a:lnTo>
                    <a:pt x="4291" y="4576"/>
                  </a:lnTo>
                  <a:cubicBezTo>
                    <a:pt x="4389" y="4576"/>
                    <a:pt x="4389" y="4470"/>
                    <a:pt x="4389" y="4470"/>
                  </a:cubicBezTo>
                  <a:cubicBezTo>
                    <a:pt x="4496" y="4470"/>
                    <a:pt x="4496" y="4372"/>
                    <a:pt x="4496" y="4372"/>
                  </a:cubicBezTo>
                  <a:lnTo>
                    <a:pt x="4594" y="4265"/>
                  </a:lnTo>
                  <a:lnTo>
                    <a:pt x="4594" y="4167"/>
                  </a:lnTo>
                  <a:cubicBezTo>
                    <a:pt x="4700" y="4167"/>
                    <a:pt x="4700" y="4061"/>
                    <a:pt x="4798" y="4061"/>
                  </a:cubicBezTo>
                  <a:lnTo>
                    <a:pt x="4798" y="3963"/>
                  </a:lnTo>
                  <a:lnTo>
                    <a:pt x="4904" y="3857"/>
                  </a:lnTo>
                  <a:lnTo>
                    <a:pt x="4904" y="3759"/>
                  </a:lnTo>
                  <a:lnTo>
                    <a:pt x="5002" y="3652"/>
                  </a:lnTo>
                  <a:lnTo>
                    <a:pt x="5002" y="3554"/>
                  </a:lnTo>
                  <a:cubicBezTo>
                    <a:pt x="5313" y="2737"/>
                    <a:pt x="5207" y="1920"/>
                    <a:pt x="4700" y="1102"/>
                  </a:cubicBezTo>
                  <a:cubicBezTo>
                    <a:pt x="4242" y="384"/>
                    <a:pt x="3455" y="0"/>
                    <a:pt x="262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8"/>
            <p:cNvSpPr/>
            <p:nvPr/>
          </p:nvSpPr>
          <p:spPr>
            <a:xfrm>
              <a:off x="1676225" y="814100"/>
              <a:ext cx="148175" cy="130475"/>
            </a:xfrm>
            <a:custGeom>
              <a:avLst/>
              <a:gdLst/>
              <a:ahLst/>
              <a:cxnLst/>
              <a:rect l="l" t="t" r="r" b="b"/>
              <a:pathLst>
                <a:path w="5927" h="5219" extrusionOk="0">
                  <a:moveTo>
                    <a:pt x="3012" y="1"/>
                  </a:moveTo>
                  <a:cubicBezTo>
                    <a:pt x="1976" y="1"/>
                    <a:pt x="974" y="598"/>
                    <a:pt x="507" y="1612"/>
                  </a:cubicBezTo>
                  <a:cubicBezTo>
                    <a:pt x="0" y="2936"/>
                    <a:pt x="613" y="4473"/>
                    <a:pt x="1937" y="4980"/>
                  </a:cubicBezTo>
                  <a:cubicBezTo>
                    <a:pt x="2290" y="5142"/>
                    <a:pt x="2657" y="5218"/>
                    <a:pt x="3014" y="5218"/>
                  </a:cubicBezTo>
                  <a:cubicBezTo>
                    <a:pt x="4008" y="5218"/>
                    <a:pt x="4934" y="4629"/>
                    <a:pt x="5313" y="3656"/>
                  </a:cubicBezTo>
                  <a:cubicBezTo>
                    <a:pt x="5926" y="2323"/>
                    <a:pt x="5313" y="795"/>
                    <a:pt x="3981" y="182"/>
                  </a:cubicBezTo>
                  <a:cubicBezTo>
                    <a:pt x="3665" y="59"/>
                    <a:pt x="3337" y="1"/>
                    <a:pt x="3012"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28"/>
            <p:cNvSpPr/>
            <p:nvPr/>
          </p:nvSpPr>
          <p:spPr>
            <a:xfrm>
              <a:off x="1683775" y="864625"/>
              <a:ext cx="132850" cy="79950"/>
            </a:xfrm>
            <a:custGeom>
              <a:avLst/>
              <a:gdLst/>
              <a:ahLst/>
              <a:cxnLst/>
              <a:rect l="l" t="t" r="r" b="b"/>
              <a:pathLst>
                <a:path w="5314" h="3198" extrusionOk="0">
                  <a:moveTo>
                    <a:pt x="5215" y="0"/>
                  </a:moveTo>
                  <a:cubicBezTo>
                    <a:pt x="5215" y="409"/>
                    <a:pt x="5109" y="711"/>
                    <a:pt x="5011" y="1022"/>
                  </a:cubicBezTo>
                  <a:cubicBezTo>
                    <a:pt x="4543" y="2033"/>
                    <a:pt x="3537" y="2629"/>
                    <a:pt x="2497" y="2629"/>
                  </a:cubicBezTo>
                  <a:cubicBezTo>
                    <a:pt x="2175" y="2629"/>
                    <a:pt x="1850" y="2572"/>
                    <a:pt x="1537" y="2452"/>
                  </a:cubicBezTo>
                  <a:cubicBezTo>
                    <a:pt x="720" y="2043"/>
                    <a:pt x="205" y="1430"/>
                    <a:pt x="1" y="613"/>
                  </a:cubicBezTo>
                  <a:lnTo>
                    <a:pt x="1" y="613"/>
                  </a:lnTo>
                  <a:cubicBezTo>
                    <a:pt x="1" y="1635"/>
                    <a:pt x="614" y="2550"/>
                    <a:pt x="1635" y="2959"/>
                  </a:cubicBezTo>
                  <a:cubicBezTo>
                    <a:pt x="1988" y="3121"/>
                    <a:pt x="2355" y="3197"/>
                    <a:pt x="2712" y="3197"/>
                  </a:cubicBezTo>
                  <a:cubicBezTo>
                    <a:pt x="3706" y="3197"/>
                    <a:pt x="4632" y="2608"/>
                    <a:pt x="5011" y="1635"/>
                  </a:cubicBezTo>
                  <a:cubicBezTo>
                    <a:pt x="5215" y="1120"/>
                    <a:pt x="5313" y="507"/>
                    <a:pt x="5215"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8"/>
            <p:cNvSpPr/>
            <p:nvPr/>
          </p:nvSpPr>
          <p:spPr>
            <a:xfrm>
              <a:off x="1686450" y="854400"/>
              <a:ext cx="122625" cy="58675"/>
            </a:xfrm>
            <a:custGeom>
              <a:avLst/>
              <a:gdLst/>
              <a:ahLst/>
              <a:cxnLst/>
              <a:rect l="l" t="t" r="r" b="b"/>
              <a:pathLst>
                <a:path w="4905" h="2347" extrusionOk="0">
                  <a:moveTo>
                    <a:pt x="98" y="0"/>
                  </a:moveTo>
                  <a:lnTo>
                    <a:pt x="98" y="98"/>
                  </a:lnTo>
                  <a:cubicBezTo>
                    <a:pt x="98" y="205"/>
                    <a:pt x="0" y="205"/>
                    <a:pt x="0" y="303"/>
                  </a:cubicBezTo>
                  <a:lnTo>
                    <a:pt x="4798" y="2346"/>
                  </a:lnTo>
                  <a:cubicBezTo>
                    <a:pt x="4798" y="2248"/>
                    <a:pt x="4904" y="2142"/>
                    <a:pt x="4904" y="2142"/>
                  </a:cubicBezTo>
                  <a:lnTo>
                    <a:pt x="4904" y="2044"/>
                  </a:lnTo>
                  <a:lnTo>
                    <a:pt x="98"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8"/>
            <p:cNvSpPr/>
            <p:nvPr/>
          </p:nvSpPr>
          <p:spPr>
            <a:xfrm>
              <a:off x="1688900" y="851750"/>
              <a:ext cx="122625" cy="56200"/>
            </a:xfrm>
            <a:custGeom>
              <a:avLst/>
              <a:gdLst/>
              <a:ahLst/>
              <a:cxnLst/>
              <a:rect l="l" t="t" r="r" b="b"/>
              <a:pathLst>
                <a:path w="4905" h="2248" extrusionOk="0">
                  <a:moveTo>
                    <a:pt x="106" y="0"/>
                  </a:moveTo>
                  <a:cubicBezTo>
                    <a:pt x="106" y="0"/>
                    <a:pt x="106" y="106"/>
                    <a:pt x="0" y="106"/>
                  </a:cubicBezTo>
                  <a:lnTo>
                    <a:pt x="0" y="311"/>
                  </a:lnTo>
                  <a:lnTo>
                    <a:pt x="4806" y="2248"/>
                  </a:lnTo>
                  <a:lnTo>
                    <a:pt x="4806" y="2150"/>
                  </a:lnTo>
                  <a:cubicBezTo>
                    <a:pt x="4904" y="2043"/>
                    <a:pt x="4904" y="2043"/>
                    <a:pt x="4904" y="1945"/>
                  </a:cubicBezTo>
                  <a:lnTo>
                    <a:pt x="10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8"/>
            <p:cNvSpPr/>
            <p:nvPr/>
          </p:nvSpPr>
          <p:spPr>
            <a:xfrm>
              <a:off x="1852350" y="893375"/>
              <a:ext cx="132850" cy="129625"/>
            </a:xfrm>
            <a:custGeom>
              <a:avLst/>
              <a:gdLst/>
              <a:ahLst/>
              <a:cxnLst/>
              <a:rect l="l" t="t" r="r" b="b"/>
              <a:pathLst>
                <a:path w="5314" h="5185" extrusionOk="0">
                  <a:moveTo>
                    <a:pt x="2638" y="0"/>
                  </a:moveTo>
                  <a:cubicBezTo>
                    <a:pt x="2184" y="0"/>
                    <a:pt x="1732" y="125"/>
                    <a:pt x="1333" y="378"/>
                  </a:cubicBezTo>
                  <a:cubicBezTo>
                    <a:pt x="1227" y="378"/>
                    <a:pt x="1227" y="485"/>
                    <a:pt x="1129" y="485"/>
                  </a:cubicBezTo>
                  <a:lnTo>
                    <a:pt x="1022" y="583"/>
                  </a:lnTo>
                  <a:lnTo>
                    <a:pt x="924" y="689"/>
                  </a:lnTo>
                  <a:lnTo>
                    <a:pt x="409" y="1196"/>
                  </a:lnTo>
                  <a:cubicBezTo>
                    <a:pt x="409" y="1302"/>
                    <a:pt x="409" y="1302"/>
                    <a:pt x="311" y="1400"/>
                  </a:cubicBezTo>
                  <a:lnTo>
                    <a:pt x="311" y="1506"/>
                  </a:lnTo>
                  <a:lnTo>
                    <a:pt x="205" y="1604"/>
                  </a:lnTo>
                  <a:lnTo>
                    <a:pt x="205" y="1711"/>
                  </a:lnTo>
                  <a:cubicBezTo>
                    <a:pt x="205" y="1711"/>
                    <a:pt x="107" y="1809"/>
                    <a:pt x="107" y="1915"/>
                  </a:cubicBezTo>
                  <a:lnTo>
                    <a:pt x="107" y="2119"/>
                  </a:lnTo>
                  <a:lnTo>
                    <a:pt x="107" y="2217"/>
                  </a:lnTo>
                  <a:lnTo>
                    <a:pt x="1" y="2324"/>
                  </a:lnTo>
                  <a:lnTo>
                    <a:pt x="1" y="2422"/>
                  </a:lnTo>
                  <a:lnTo>
                    <a:pt x="1" y="2626"/>
                  </a:lnTo>
                  <a:lnTo>
                    <a:pt x="1" y="2830"/>
                  </a:lnTo>
                  <a:lnTo>
                    <a:pt x="1" y="2937"/>
                  </a:lnTo>
                  <a:cubicBezTo>
                    <a:pt x="1" y="3035"/>
                    <a:pt x="107" y="3035"/>
                    <a:pt x="107" y="3141"/>
                  </a:cubicBezTo>
                  <a:lnTo>
                    <a:pt x="107" y="3345"/>
                  </a:lnTo>
                  <a:cubicBezTo>
                    <a:pt x="205" y="3443"/>
                    <a:pt x="205" y="3550"/>
                    <a:pt x="205" y="3648"/>
                  </a:cubicBezTo>
                  <a:cubicBezTo>
                    <a:pt x="311" y="3754"/>
                    <a:pt x="311" y="3754"/>
                    <a:pt x="311" y="3852"/>
                  </a:cubicBezTo>
                  <a:cubicBezTo>
                    <a:pt x="409" y="3958"/>
                    <a:pt x="409" y="4056"/>
                    <a:pt x="516" y="4056"/>
                  </a:cubicBezTo>
                  <a:cubicBezTo>
                    <a:pt x="720" y="4465"/>
                    <a:pt x="1022" y="4776"/>
                    <a:pt x="1431" y="4980"/>
                  </a:cubicBezTo>
                  <a:cubicBezTo>
                    <a:pt x="1537" y="4980"/>
                    <a:pt x="1635" y="4980"/>
                    <a:pt x="1635" y="5078"/>
                  </a:cubicBezTo>
                  <a:lnTo>
                    <a:pt x="1946" y="5078"/>
                  </a:lnTo>
                  <a:cubicBezTo>
                    <a:pt x="1946" y="5184"/>
                    <a:pt x="2044" y="5184"/>
                    <a:pt x="2150" y="5184"/>
                  </a:cubicBezTo>
                  <a:lnTo>
                    <a:pt x="2657" y="5184"/>
                  </a:lnTo>
                  <a:cubicBezTo>
                    <a:pt x="3066" y="5184"/>
                    <a:pt x="3475" y="5184"/>
                    <a:pt x="3785" y="4980"/>
                  </a:cubicBezTo>
                  <a:cubicBezTo>
                    <a:pt x="3883" y="4874"/>
                    <a:pt x="3883" y="4874"/>
                    <a:pt x="3989" y="4874"/>
                  </a:cubicBezTo>
                  <a:lnTo>
                    <a:pt x="3989" y="4776"/>
                  </a:lnTo>
                  <a:lnTo>
                    <a:pt x="4088" y="4776"/>
                  </a:lnTo>
                  <a:cubicBezTo>
                    <a:pt x="4194" y="4776"/>
                    <a:pt x="4194" y="4669"/>
                    <a:pt x="4194" y="4669"/>
                  </a:cubicBezTo>
                  <a:lnTo>
                    <a:pt x="4292" y="4669"/>
                  </a:lnTo>
                  <a:cubicBezTo>
                    <a:pt x="4292" y="4571"/>
                    <a:pt x="4292" y="4571"/>
                    <a:pt x="4398" y="4571"/>
                  </a:cubicBezTo>
                  <a:cubicBezTo>
                    <a:pt x="4398" y="4571"/>
                    <a:pt x="4398" y="4465"/>
                    <a:pt x="4496" y="4465"/>
                  </a:cubicBezTo>
                  <a:lnTo>
                    <a:pt x="4496" y="4367"/>
                  </a:lnTo>
                  <a:cubicBezTo>
                    <a:pt x="4602" y="4367"/>
                    <a:pt x="4602" y="4367"/>
                    <a:pt x="4602" y="4261"/>
                  </a:cubicBezTo>
                  <a:lnTo>
                    <a:pt x="4701" y="4261"/>
                  </a:lnTo>
                  <a:cubicBezTo>
                    <a:pt x="4701" y="4163"/>
                    <a:pt x="4807" y="4163"/>
                    <a:pt x="4807" y="4056"/>
                  </a:cubicBezTo>
                  <a:lnTo>
                    <a:pt x="4807" y="3958"/>
                  </a:lnTo>
                  <a:cubicBezTo>
                    <a:pt x="4905" y="3958"/>
                    <a:pt x="4905" y="3852"/>
                    <a:pt x="4905" y="3852"/>
                  </a:cubicBezTo>
                  <a:cubicBezTo>
                    <a:pt x="4905" y="3852"/>
                    <a:pt x="4905" y="3754"/>
                    <a:pt x="5011" y="3754"/>
                  </a:cubicBezTo>
                  <a:lnTo>
                    <a:pt x="5011" y="3648"/>
                  </a:lnTo>
                  <a:cubicBezTo>
                    <a:pt x="5011" y="3648"/>
                    <a:pt x="5011" y="3550"/>
                    <a:pt x="5109" y="3550"/>
                  </a:cubicBezTo>
                  <a:cubicBezTo>
                    <a:pt x="5314" y="2732"/>
                    <a:pt x="5314" y="1915"/>
                    <a:pt x="4807" y="1196"/>
                  </a:cubicBezTo>
                  <a:cubicBezTo>
                    <a:pt x="4281" y="407"/>
                    <a:pt x="3457"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8"/>
            <p:cNvSpPr/>
            <p:nvPr/>
          </p:nvSpPr>
          <p:spPr>
            <a:xfrm>
              <a:off x="1837025" y="881525"/>
              <a:ext cx="148175" cy="130575"/>
            </a:xfrm>
            <a:custGeom>
              <a:avLst/>
              <a:gdLst/>
              <a:ahLst/>
              <a:cxnLst/>
              <a:rect l="l" t="t" r="r" b="b"/>
              <a:pathLst>
                <a:path w="5927" h="5223" extrusionOk="0">
                  <a:moveTo>
                    <a:pt x="2914" y="1"/>
                  </a:moveTo>
                  <a:cubicBezTo>
                    <a:pt x="1920" y="1"/>
                    <a:pt x="993" y="592"/>
                    <a:pt x="614" y="1572"/>
                  </a:cubicBezTo>
                  <a:cubicBezTo>
                    <a:pt x="1" y="2896"/>
                    <a:pt x="614" y="4432"/>
                    <a:pt x="1946" y="5045"/>
                  </a:cubicBezTo>
                  <a:cubicBezTo>
                    <a:pt x="2259" y="5165"/>
                    <a:pt x="2584" y="5222"/>
                    <a:pt x="2906" y="5222"/>
                  </a:cubicBezTo>
                  <a:cubicBezTo>
                    <a:pt x="3945" y="5222"/>
                    <a:pt x="4952" y="4626"/>
                    <a:pt x="5420" y="3615"/>
                  </a:cubicBezTo>
                  <a:cubicBezTo>
                    <a:pt x="5927" y="2283"/>
                    <a:pt x="5314" y="754"/>
                    <a:pt x="3989" y="239"/>
                  </a:cubicBezTo>
                  <a:cubicBezTo>
                    <a:pt x="3637" y="77"/>
                    <a:pt x="3271" y="1"/>
                    <a:pt x="2914"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8"/>
            <p:cNvSpPr/>
            <p:nvPr/>
          </p:nvSpPr>
          <p:spPr>
            <a:xfrm>
              <a:off x="1847250" y="931025"/>
              <a:ext cx="130400" cy="81075"/>
            </a:xfrm>
            <a:custGeom>
              <a:avLst/>
              <a:gdLst/>
              <a:ahLst/>
              <a:cxnLst/>
              <a:rect l="l" t="t" r="r" b="b"/>
              <a:pathLst>
                <a:path w="5216" h="3243" extrusionOk="0">
                  <a:moveTo>
                    <a:pt x="5109" y="0"/>
                  </a:moveTo>
                  <a:cubicBezTo>
                    <a:pt x="5109" y="409"/>
                    <a:pt x="5011" y="711"/>
                    <a:pt x="4905" y="1022"/>
                  </a:cubicBezTo>
                  <a:cubicBezTo>
                    <a:pt x="4518" y="2033"/>
                    <a:pt x="3530" y="2629"/>
                    <a:pt x="2496" y="2629"/>
                  </a:cubicBezTo>
                  <a:cubicBezTo>
                    <a:pt x="2175" y="2629"/>
                    <a:pt x="1850" y="2572"/>
                    <a:pt x="1537" y="2452"/>
                  </a:cubicBezTo>
                  <a:cubicBezTo>
                    <a:pt x="720" y="2142"/>
                    <a:pt x="107" y="1431"/>
                    <a:pt x="0" y="613"/>
                  </a:cubicBezTo>
                  <a:lnTo>
                    <a:pt x="0" y="613"/>
                  </a:lnTo>
                  <a:cubicBezTo>
                    <a:pt x="0" y="1635"/>
                    <a:pt x="613" y="2550"/>
                    <a:pt x="1537" y="3065"/>
                  </a:cubicBezTo>
                  <a:cubicBezTo>
                    <a:pt x="1850" y="3185"/>
                    <a:pt x="2175" y="3242"/>
                    <a:pt x="2497" y="3242"/>
                  </a:cubicBezTo>
                  <a:cubicBezTo>
                    <a:pt x="3536" y="3242"/>
                    <a:pt x="4543" y="2646"/>
                    <a:pt x="5011" y="1635"/>
                  </a:cubicBezTo>
                  <a:cubicBezTo>
                    <a:pt x="5215" y="1120"/>
                    <a:pt x="5215" y="507"/>
                    <a:pt x="5109"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8"/>
            <p:cNvSpPr/>
            <p:nvPr/>
          </p:nvSpPr>
          <p:spPr>
            <a:xfrm>
              <a:off x="1849900" y="920800"/>
              <a:ext cx="122625" cy="58675"/>
            </a:xfrm>
            <a:custGeom>
              <a:avLst/>
              <a:gdLst/>
              <a:ahLst/>
              <a:cxnLst/>
              <a:rect l="l" t="t" r="r" b="b"/>
              <a:pathLst>
                <a:path w="4905" h="2347" extrusionOk="0">
                  <a:moveTo>
                    <a:pt x="99" y="1"/>
                  </a:moveTo>
                  <a:cubicBezTo>
                    <a:pt x="99" y="99"/>
                    <a:pt x="1" y="99"/>
                    <a:pt x="1" y="99"/>
                  </a:cubicBezTo>
                  <a:lnTo>
                    <a:pt x="1" y="303"/>
                  </a:lnTo>
                  <a:lnTo>
                    <a:pt x="4700" y="2346"/>
                  </a:lnTo>
                  <a:cubicBezTo>
                    <a:pt x="4799" y="2248"/>
                    <a:pt x="4799" y="2248"/>
                    <a:pt x="4799" y="2142"/>
                  </a:cubicBezTo>
                  <a:lnTo>
                    <a:pt x="4905" y="2044"/>
                  </a:lnTo>
                  <a:lnTo>
                    <a:pt x="99"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8"/>
            <p:cNvSpPr/>
            <p:nvPr/>
          </p:nvSpPr>
          <p:spPr>
            <a:xfrm>
              <a:off x="1849900" y="918150"/>
              <a:ext cx="122625" cy="56225"/>
            </a:xfrm>
            <a:custGeom>
              <a:avLst/>
              <a:gdLst/>
              <a:ahLst/>
              <a:cxnLst/>
              <a:rect l="l" t="t" r="r" b="b"/>
              <a:pathLst>
                <a:path w="4905" h="2249" extrusionOk="0">
                  <a:moveTo>
                    <a:pt x="99" y="0"/>
                  </a:moveTo>
                  <a:lnTo>
                    <a:pt x="99" y="107"/>
                  </a:lnTo>
                  <a:cubicBezTo>
                    <a:pt x="1" y="205"/>
                    <a:pt x="1" y="205"/>
                    <a:pt x="1" y="311"/>
                  </a:cubicBezTo>
                  <a:lnTo>
                    <a:pt x="4799" y="2248"/>
                  </a:lnTo>
                  <a:cubicBezTo>
                    <a:pt x="4799" y="2248"/>
                    <a:pt x="4799" y="2150"/>
                    <a:pt x="4905" y="2150"/>
                  </a:cubicBezTo>
                  <a:lnTo>
                    <a:pt x="4905" y="1946"/>
                  </a:lnTo>
                  <a:lnTo>
                    <a:pt x="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8"/>
            <p:cNvSpPr/>
            <p:nvPr/>
          </p:nvSpPr>
          <p:spPr>
            <a:xfrm>
              <a:off x="2015825" y="960400"/>
              <a:ext cx="132850" cy="131450"/>
            </a:xfrm>
            <a:custGeom>
              <a:avLst/>
              <a:gdLst/>
              <a:ahLst/>
              <a:cxnLst/>
              <a:rect l="l" t="t" r="r" b="b"/>
              <a:pathLst>
                <a:path w="5314" h="5258" extrusionOk="0">
                  <a:moveTo>
                    <a:pt x="2534" y="1"/>
                  </a:moveTo>
                  <a:cubicBezTo>
                    <a:pt x="2092" y="1"/>
                    <a:pt x="1641" y="113"/>
                    <a:pt x="1227" y="354"/>
                  </a:cubicBezTo>
                  <a:cubicBezTo>
                    <a:pt x="1227" y="460"/>
                    <a:pt x="1128" y="460"/>
                    <a:pt x="1128" y="460"/>
                  </a:cubicBezTo>
                  <a:cubicBezTo>
                    <a:pt x="1022" y="460"/>
                    <a:pt x="1022" y="460"/>
                    <a:pt x="1022" y="558"/>
                  </a:cubicBezTo>
                  <a:lnTo>
                    <a:pt x="924" y="558"/>
                  </a:lnTo>
                  <a:cubicBezTo>
                    <a:pt x="924" y="558"/>
                    <a:pt x="924" y="664"/>
                    <a:pt x="818" y="664"/>
                  </a:cubicBezTo>
                  <a:cubicBezTo>
                    <a:pt x="614" y="869"/>
                    <a:pt x="515" y="967"/>
                    <a:pt x="409" y="1171"/>
                  </a:cubicBezTo>
                  <a:lnTo>
                    <a:pt x="409" y="1277"/>
                  </a:lnTo>
                  <a:cubicBezTo>
                    <a:pt x="311" y="1277"/>
                    <a:pt x="311" y="1375"/>
                    <a:pt x="311" y="1375"/>
                  </a:cubicBezTo>
                  <a:cubicBezTo>
                    <a:pt x="205" y="1375"/>
                    <a:pt x="205" y="1482"/>
                    <a:pt x="205" y="1482"/>
                  </a:cubicBezTo>
                  <a:lnTo>
                    <a:pt x="205" y="1580"/>
                  </a:lnTo>
                  <a:cubicBezTo>
                    <a:pt x="205" y="1686"/>
                    <a:pt x="107" y="1686"/>
                    <a:pt x="107" y="1686"/>
                  </a:cubicBezTo>
                  <a:lnTo>
                    <a:pt x="107" y="1890"/>
                  </a:lnTo>
                  <a:cubicBezTo>
                    <a:pt x="1" y="1988"/>
                    <a:pt x="1" y="2095"/>
                    <a:pt x="1" y="2095"/>
                  </a:cubicBezTo>
                  <a:lnTo>
                    <a:pt x="1" y="2193"/>
                  </a:lnTo>
                  <a:lnTo>
                    <a:pt x="1" y="2299"/>
                  </a:lnTo>
                  <a:lnTo>
                    <a:pt x="1" y="2397"/>
                  </a:lnTo>
                  <a:lnTo>
                    <a:pt x="1" y="2601"/>
                  </a:lnTo>
                  <a:lnTo>
                    <a:pt x="1" y="2806"/>
                  </a:lnTo>
                  <a:lnTo>
                    <a:pt x="1" y="2912"/>
                  </a:lnTo>
                  <a:lnTo>
                    <a:pt x="1" y="3116"/>
                  </a:lnTo>
                  <a:cubicBezTo>
                    <a:pt x="1" y="3214"/>
                    <a:pt x="1" y="3321"/>
                    <a:pt x="107" y="3419"/>
                  </a:cubicBezTo>
                  <a:lnTo>
                    <a:pt x="107" y="3623"/>
                  </a:lnTo>
                  <a:lnTo>
                    <a:pt x="205" y="3623"/>
                  </a:lnTo>
                  <a:lnTo>
                    <a:pt x="205" y="3827"/>
                  </a:lnTo>
                  <a:cubicBezTo>
                    <a:pt x="311" y="3827"/>
                    <a:pt x="311" y="3827"/>
                    <a:pt x="311" y="3934"/>
                  </a:cubicBezTo>
                  <a:cubicBezTo>
                    <a:pt x="311" y="3934"/>
                    <a:pt x="409" y="4032"/>
                    <a:pt x="409" y="4138"/>
                  </a:cubicBezTo>
                  <a:cubicBezTo>
                    <a:pt x="614" y="4440"/>
                    <a:pt x="1022" y="4751"/>
                    <a:pt x="1333" y="4955"/>
                  </a:cubicBezTo>
                  <a:cubicBezTo>
                    <a:pt x="1431" y="4955"/>
                    <a:pt x="1537" y="5053"/>
                    <a:pt x="1635" y="5053"/>
                  </a:cubicBezTo>
                  <a:cubicBezTo>
                    <a:pt x="1635" y="5053"/>
                    <a:pt x="1741" y="5053"/>
                    <a:pt x="1840" y="5160"/>
                  </a:cubicBezTo>
                  <a:lnTo>
                    <a:pt x="2044" y="5160"/>
                  </a:lnTo>
                  <a:cubicBezTo>
                    <a:pt x="2248" y="5258"/>
                    <a:pt x="2453" y="5258"/>
                    <a:pt x="2559" y="5258"/>
                  </a:cubicBezTo>
                  <a:cubicBezTo>
                    <a:pt x="2967" y="5258"/>
                    <a:pt x="3376" y="5160"/>
                    <a:pt x="3785" y="4955"/>
                  </a:cubicBezTo>
                  <a:lnTo>
                    <a:pt x="3883" y="4849"/>
                  </a:lnTo>
                  <a:lnTo>
                    <a:pt x="3989" y="4849"/>
                  </a:lnTo>
                  <a:lnTo>
                    <a:pt x="3989" y="4751"/>
                  </a:lnTo>
                  <a:cubicBezTo>
                    <a:pt x="4087" y="4751"/>
                    <a:pt x="4087" y="4751"/>
                    <a:pt x="4193" y="4645"/>
                  </a:cubicBezTo>
                  <a:lnTo>
                    <a:pt x="4292" y="4547"/>
                  </a:lnTo>
                  <a:cubicBezTo>
                    <a:pt x="4292" y="4547"/>
                    <a:pt x="4398" y="4547"/>
                    <a:pt x="4398" y="4440"/>
                  </a:cubicBezTo>
                  <a:lnTo>
                    <a:pt x="4496" y="4440"/>
                  </a:lnTo>
                  <a:cubicBezTo>
                    <a:pt x="4496" y="4342"/>
                    <a:pt x="4496" y="4342"/>
                    <a:pt x="4602" y="4236"/>
                  </a:cubicBezTo>
                  <a:cubicBezTo>
                    <a:pt x="4700" y="4138"/>
                    <a:pt x="4700" y="4138"/>
                    <a:pt x="4700" y="4032"/>
                  </a:cubicBezTo>
                  <a:cubicBezTo>
                    <a:pt x="4806" y="4032"/>
                    <a:pt x="4806" y="4032"/>
                    <a:pt x="4806" y="3934"/>
                  </a:cubicBezTo>
                  <a:lnTo>
                    <a:pt x="4905" y="3827"/>
                  </a:lnTo>
                  <a:lnTo>
                    <a:pt x="4905" y="3729"/>
                  </a:lnTo>
                  <a:lnTo>
                    <a:pt x="4905" y="3623"/>
                  </a:lnTo>
                  <a:cubicBezTo>
                    <a:pt x="5011" y="3623"/>
                    <a:pt x="5011" y="3623"/>
                    <a:pt x="5011" y="3525"/>
                  </a:cubicBezTo>
                  <a:cubicBezTo>
                    <a:pt x="5313" y="2806"/>
                    <a:pt x="5215" y="1890"/>
                    <a:pt x="4700" y="1171"/>
                  </a:cubicBezTo>
                  <a:cubicBezTo>
                    <a:pt x="4230" y="430"/>
                    <a:pt x="3398" y="1"/>
                    <a:pt x="253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8"/>
            <p:cNvSpPr/>
            <p:nvPr/>
          </p:nvSpPr>
          <p:spPr>
            <a:xfrm>
              <a:off x="2000500" y="947950"/>
              <a:ext cx="145725" cy="130550"/>
            </a:xfrm>
            <a:custGeom>
              <a:avLst/>
              <a:gdLst/>
              <a:ahLst/>
              <a:cxnLst/>
              <a:rect l="l" t="t" r="r" b="b"/>
              <a:pathLst>
                <a:path w="5829" h="5222" extrusionOk="0">
                  <a:moveTo>
                    <a:pt x="2811" y="0"/>
                  </a:moveTo>
                  <a:cubicBezTo>
                    <a:pt x="1818" y="0"/>
                    <a:pt x="888" y="591"/>
                    <a:pt x="515" y="1571"/>
                  </a:cubicBezTo>
                  <a:cubicBezTo>
                    <a:pt x="1" y="2895"/>
                    <a:pt x="614" y="4432"/>
                    <a:pt x="1946" y="5045"/>
                  </a:cubicBezTo>
                  <a:cubicBezTo>
                    <a:pt x="2259" y="5165"/>
                    <a:pt x="2584" y="5222"/>
                    <a:pt x="2904" y="5222"/>
                  </a:cubicBezTo>
                  <a:cubicBezTo>
                    <a:pt x="3939" y="5222"/>
                    <a:pt x="4926" y="4625"/>
                    <a:pt x="5313" y="3614"/>
                  </a:cubicBezTo>
                  <a:cubicBezTo>
                    <a:pt x="5828" y="2282"/>
                    <a:pt x="5215" y="754"/>
                    <a:pt x="3883" y="239"/>
                  </a:cubicBezTo>
                  <a:cubicBezTo>
                    <a:pt x="3533" y="77"/>
                    <a:pt x="3168" y="0"/>
                    <a:pt x="2811"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8"/>
            <p:cNvSpPr/>
            <p:nvPr/>
          </p:nvSpPr>
          <p:spPr>
            <a:xfrm>
              <a:off x="2008275" y="999875"/>
              <a:ext cx="132825" cy="78625"/>
            </a:xfrm>
            <a:custGeom>
              <a:avLst/>
              <a:gdLst/>
              <a:ahLst/>
              <a:cxnLst/>
              <a:rect l="l" t="t" r="r" b="b"/>
              <a:pathLst>
                <a:path w="5313" h="3145" extrusionOk="0">
                  <a:moveTo>
                    <a:pt x="5108" y="1"/>
                  </a:moveTo>
                  <a:cubicBezTo>
                    <a:pt x="5108" y="311"/>
                    <a:pt x="5108" y="614"/>
                    <a:pt x="4904" y="1022"/>
                  </a:cubicBezTo>
                  <a:cubicBezTo>
                    <a:pt x="4525" y="2002"/>
                    <a:pt x="3598" y="2593"/>
                    <a:pt x="2604" y="2593"/>
                  </a:cubicBezTo>
                  <a:cubicBezTo>
                    <a:pt x="2247" y="2593"/>
                    <a:pt x="1881" y="2517"/>
                    <a:pt x="1529" y="2355"/>
                  </a:cubicBezTo>
                  <a:cubicBezTo>
                    <a:pt x="711" y="2044"/>
                    <a:pt x="204" y="1333"/>
                    <a:pt x="0" y="516"/>
                  </a:cubicBezTo>
                  <a:lnTo>
                    <a:pt x="0" y="516"/>
                  </a:lnTo>
                  <a:cubicBezTo>
                    <a:pt x="0" y="1537"/>
                    <a:pt x="613" y="2559"/>
                    <a:pt x="1635" y="2968"/>
                  </a:cubicBezTo>
                  <a:cubicBezTo>
                    <a:pt x="1948" y="3088"/>
                    <a:pt x="2273" y="3145"/>
                    <a:pt x="2593" y="3145"/>
                  </a:cubicBezTo>
                  <a:cubicBezTo>
                    <a:pt x="3628" y="3145"/>
                    <a:pt x="4615" y="2548"/>
                    <a:pt x="5002" y="1537"/>
                  </a:cubicBezTo>
                  <a:cubicBezTo>
                    <a:pt x="5207" y="1022"/>
                    <a:pt x="5313" y="516"/>
                    <a:pt x="5108"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8"/>
            <p:cNvSpPr/>
            <p:nvPr/>
          </p:nvSpPr>
          <p:spPr>
            <a:xfrm>
              <a:off x="2010725" y="987225"/>
              <a:ext cx="122625" cy="58650"/>
            </a:xfrm>
            <a:custGeom>
              <a:avLst/>
              <a:gdLst/>
              <a:ahLst/>
              <a:cxnLst/>
              <a:rect l="l" t="t" r="r" b="b"/>
              <a:pathLst>
                <a:path w="4905" h="2346" extrusionOk="0">
                  <a:moveTo>
                    <a:pt x="106" y="0"/>
                  </a:moveTo>
                  <a:lnTo>
                    <a:pt x="106" y="98"/>
                  </a:lnTo>
                  <a:cubicBezTo>
                    <a:pt x="0" y="204"/>
                    <a:pt x="0" y="302"/>
                    <a:pt x="0" y="409"/>
                  </a:cubicBezTo>
                  <a:lnTo>
                    <a:pt x="4806" y="2346"/>
                  </a:lnTo>
                  <a:cubicBezTo>
                    <a:pt x="4806" y="2248"/>
                    <a:pt x="4806" y="2248"/>
                    <a:pt x="4904" y="2141"/>
                  </a:cubicBezTo>
                  <a:lnTo>
                    <a:pt x="4904" y="2043"/>
                  </a:lnTo>
                  <a:lnTo>
                    <a:pt x="106"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8"/>
            <p:cNvSpPr/>
            <p:nvPr/>
          </p:nvSpPr>
          <p:spPr>
            <a:xfrm>
              <a:off x="2010725" y="984550"/>
              <a:ext cx="125275" cy="58875"/>
            </a:xfrm>
            <a:custGeom>
              <a:avLst/>
              <a:gdLst/>
              <a:ahLst/>
              <a:cxnLst/>
              <a:rect l="l" t="t" r="r" b="b"/>
              <a:pathLst>
                <a:path w="5011" h="2355" extrusionOk="0">
                  <a:moveTo>
                    <a:pt x="205" y="1"/>
                  </a:moveTo>
                  <a:cubicBezTo>
                    <a:pt x="106" y="1"/>
                    <a:pt x="106" y="107"/>
                    <a:pt x="106" y="107"/>
                  </a:cubicBezTo>
                  <a:cubicBezTo>
                    <a:pt x="106" y="205"/>
                    <a:pt x="106" y="205"/>
                    <a:pt x="0" y="311"/>
                  </a:cubicBezTo>
                  <a:lnTo>
                    <a:pt x="4806" y="2355"/>
                  </a:lnTo>
                  <a:cubicBezTo>
                    <a:pt x="4904" y="2248"/>
                    <a:pt x="4904" y="2248"/>
                    <a:pt x="4904" y="2150"/>
                  </a:cubicBezTo>
                  <a:cubicBezTo>
                    <a:pt x="4904" y="2150"/>
                    <a:pt x="4904" y="2044"/>
                    <a:pt x="5010" y="2044"/>
                  </a:cubicBezTo>
                  <a:lnTo>
                    <a:pt x="2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28"/>
            <p:cNvSpPr/>
            <p:nvPr/>
          </p:nvSpPr>
          <p:spPr>
            <a:xfrm>
              <a:off x="2176850" y="1027900"/>
              <a:ext cx="132825" cy="130375"/>
            </a:xfrm>
            <a:custGeom>
              <a:avLst/>
              <a:gdLst/>
              <a:ahLst/>
              <a:cxnLst/>
              <a:rect l="l" t="t" r="r" b="b"/>
              <a:pathLst>
                <a:path w="5313" h="5215" extrusionOk="0">
                  <a:moveTo>
                    <a:pt x="2562" y="1"/>
                  </a:moveTo>
                  <a:cubicBezTo>
                    <a:pt x="2135" y="1"/>
                    <a:pt x="1707" y="102"/>
                    <a:pt x="1324" y="310"/>
                  </a:cubicBezTo>
                  <a:lnTo>
                    <a:pt x="1226" y="310"/>
                  </a:lnTo>
                  <a:cubicBezTo>
                    <a:pt x="1226" y="416"/>
                    <a:pt x="1226" y="416"/>
                    <a:pt x="1120" y="416"/>
                  </a:cubicBezTo>
                  <a:cubicBezTo>
                    <a:pt x="1120" y="416"/>
                    <a:pt x="1120" y="514"/>
                    <a:pt x="1022" y="514"/>
                  </a:cubicBezTo>
                  <a:lnTo>
                    <a:pt x="916" y="621"/>
                  </a:lnTo>
                  <a:lnTo>
                    <a:pt x="817" y="621"/>
                  </a:lnTo>
                  <a:cubicBezTo>
                    <a:pt x="711" y="825"/>
                    <a:pt x="507" y="1029"/>
                    <a:pt x="409" y="1234"/>
                  </a:cubicBezTo>
                  <a:lnTo>
                    <a:pt x="303" y="1332"/>
                  </a:lnTo>
                  <a:lnTo>
                    <a:pt x="303" y="1438"/>
                  </a:lnTo>
                  <a:cubicBezTo>
                    <a:pt x="204" y="1536"/>
                    <a:pt x="204" y="1536"/>
                    <a:pt x="204" y="1642"/>
                  </a:cubicBezTo>
                  <a:cubicBezTo>
                    <a:pt x="98" y="1740"/>
                    <a:pt x="98" y="1847"/>
                    <a:pt x="98" y="1847"/>
                  </a:cubicBezTo>
                  <a:cubicBezTo>
                    <a:pt x="98" y="1945"/>
                    <a:pt x="98" y="2051"/>
                    <a:pt x="0" y="2051"/>
                  </a:cubicBezTo>
                  <a:lnTo>
                    <a:pt x="0" y="2149"/>
                  </a:lnTo>
                  <a:lnTo>
                    <a:pt x="0" y="2353"/>
                  </a:lnTo>
                  <a:lnTo>
                    <a:pt x="0" y="2558"/>
                  </a:lnTo>
                  <a:lnTo>
                    <a:pt x="0" y="2664"/>
                  </a:lnTo>
                  <a:lnTo>
                    <a:pt x="0" y="2868"/>
                  </a:lnTo>
                  <a:lnTo>
                    <a:pt x="0" y="3073"/>
                  </a:lnTo>
                  <a:lnTo>
                    <a:pt x="0" y="3171"/>
                  </a:lnTo>
                  <a:cubicBezTo>
                    <a:pt x="98" y="3171"/>
                    <a:pt x="98" y="3277"/>
                    <a:pt x="98" y="3375"/>
                  </a:cubicBezTo>
                  <a:cubicBezTo>
                    <a:pt x="98" y="3481"/>
                    <a:pt x="204" y="3481"/>
                    <a:pt x="204" y="3580"/>
                  </a:cubicBezTo>
                  <a:lnTo>
                    <a:pt x="204" y="3686"/>
                  </a:lnTo>
                  <a:lnTo>
                    <a:pt x="303" y="3784"/>
                  </a:lnTo>
                  <a:lnTo>
                    <a:pt x="303" y="3890"/>
                  </a:lnTo>
                  <a:cubicBezTo>
                    <a:pt x="409" y="3890"/>
                    <a:pt x="409" y="3988"/>
                    <a:pt x="409" y="4094"/>
                  </a:cubicBezTo>
                  <a:cubicBezTo>
                    <a:pt x="711" y="4397"/>
                    <a:pt x="1022" y="4707"/>
                    <a:pt x="1431" y="4912"/>
                  </a:cubicBezTo>
                  <a:cubicBezTo>
                    <a:pt x="1431" y="4912"/>
                    <a:pt x="1529" y="5010"/>
                    <a:pt x="1635" y="5010"/>
                  </a:cubicBezTo>
                  <a:cubicBezTo>
                    <a:pt x="1733" y="5010"/>
                    <a:pt x="1839" y="5116"/>
                    <a:pt x="1839" y="5116"/>
                  </a:cubicBezTo>
                  <a:lnTo>
                    <a:pt x="2142" y="5116"/>
                  </a:lnTo>
                  <a:cubicBezTo>
                    <a:pt x="2248" y="5214"/>
                    <a:pt x="2452" y="5214"/>
                    <a:pt x="2657" y="5214"/>
                  </a:cubicBezTo>
                  <a:cubicBezTo>
                    <a:pt x="2959" y="5214"/>
                    <a:pt x="3368" y="5116"/>
                    <a:pt x="3776" y="4912"/>
                  </a:cubicBezTo>
                  <a:cubicBezTo>
                    <a:pt x="3883" y="4912"/>
                    <a:pt x="3883" y="4912"/>
                    <a:pt x="3883" y="4806"/>
                  </a:cubicBezTo>
                  <a:lnTo>
                    <a:pt x="3981" y="4806"/>
                  </a:lnTo>
                  <a:cubicBezTo>
                    <a:pt x="3981" y="4806"/>
                    <a:pt x="4087" y="4806"/>
                    <a:pt x="4087" y="4707"/>
                  </a:cubicBezTo>
                  <a:cubicBezTo>
                    <a:pt x="4087" y="4707"/>
                    <a:pt x="4185" y="4707"/>
                    <a:pt x="4185" y="4601"/>
                  </a:cubicBezTo>
                  <a:lnTo>
                    <a:pt x="4291" y="4601"/>
                  </a:lnTo>
                  <a:cubicBezTo>
                    <a:pt x="4389" y="4503"/>
                    <a:pt x="4389" y="4503"/>
                    <a:pt x="4389" y="4397"/>
                  </a:cubicBezTo>
                  <a:lnTo>
                    <a:pt x="4496" y="4397"/>
                  </a:lnTo>
                  <a:cubicBezTo>
                    <a:pt x="4496" y="4299"/>
                    <a:pt x="4594" y="4299"/>
                    <a:pt x="4594" y="4299"/>
                  </a:cubicBezTo>
                  <a:cubicBezTo>
                    <a:pt x="4594" y="4193"/>
                    <a:pt x="4594" y="4193"/>
                    <a:pt x="4700" y="4193"/>
                  </a:cubicBezTo>
                  <a:cubicBezTo>
                    <a:pt x="4700" y="4193"/>
                    <a:pt x="4700" y="4094"/>
                    <a:pt x="4798" y="3988"/>
                  </a:cubicBezTo>
                  <a:cubicBezTo>
                    <a:pt x="4798" y="3890"/>
                    <a:pt x="4904" y="3890"/>
                    <a:pt x="4904" y="3784"/>
                  </a:cubicBezTo>
                  <a:cubicBezTo>
                    <a:pt x="5002" y="3686"/>
                    <a:pt x="5002" y="3686"/>
                    <a:pt x="5002" y="3580"/>
                  </a:cubicBezTo>
                  <a:lnTo>
                    <a:pt x="5002" y="3481"/>
                  </a:lnTo>
                  <a:cubicBezTo>
                    <a:pt x="5313" y="2762"/>
                    <a:pt x="5207" y="1847"/>
                    <a:pt x="4700" y="1127"/>
                  </a:cubicBezTo>
                  <a:cubicBezTo>
                    <a:pt x="4224" y="387"/>
                    <a:pt x="3395" y="1"/>
                    <a:pt x="2562"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28"/>
            <p:cNvSpPr/>
            <p:nvPr/>
          </p:nvSpPr>
          <p:spPr>
            <a:xfrm>
              <a:off x="2161525" y="1015900"/>
              <a:ext cx="148150" cy="129025"/>
            </a:xfrm>
            <a:custGeom>
              <a:avLst/>
              <a:gdLst/>
              <a:ahLst/>
              <a:cxnLst/>
              <a:rect l="l" t="t" r="r" b="b"/>
              <a:pathLst>
                <a:path w="5926" h="5161" extrusionOk="0">
                  <a:moveTo>
                    <a:pt x="3021" y="0"/>
                  </a:moveTo>
                  <a:cubicBezTo>
                    <a:pt x="1981" y="0"/>
                    <a:pt x="975" y="597"/>
                    <a:pt x="507" y="1607"/>
                  </a:cubicBezTo>
                  <a:cubicBezTo>
                    <a:pt x="0" y="2940"/>
                    <a:pt x="613" y="4468"/>
                    <a:pt x="1937" y="4983"/>
                  </a:cubicBezTo>
                  <a:cubicBezTo>
                    <a:pt x="2252" y="5103"/>
                    <a:pt x="2578" y="5160"/>
                    <a:pt x="2899" y="5160"/>
                  </a:cubicBezTo>
                  <a:cubicBezTo>
                    <a:pt x="3936" y="5160"/>
                    <a:pt x="4920" y="4564"/>
                    <a:pt x="5313" y="3553"/>
                  </a:cubicBezTo>
                  <a:cubicBezTo>
                    <a:pt x="5926" y="2220"/>
                    <a:pt x="5313" y="692"/>
                    <a:pt x="3981" y="177"/>
                  </a:cubicBezTo>
                  <a:cubicBezTo>
                    <a:pt x="3667" y="57"/>
                    <a:pt x="3342" y="0"/>
                    <a:pt x="3021"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8"/>
            <p:cNvSpPr/>
            <p:nvPr/>
          </p:nvSpPr>
          <p:spPr>
            <a:xfrm>
              <a:off x="2169075" y="1066300"/>
              <a:ext cx="132850" cy="78625"/>
            </a:xfrm>
            <a:custGeom>
              <a:avLst/>
              <a:gdLst/>
              <a:ahLst/>
              <a:cxnLst/>
              <a:rect l="l" t="t" r="r" b="b"/>
              <a:pathLst>
                <a:path w="5314" h="3145" extrusionOk="0">
                  <a:moveTo>
                    <a:pt x="5215" y="0"/>
                  </a:moveTo>
                  <a:cubicBezTo>
                    <a:pt x="5215" y="311"/>
                    <a:pt x="5109" y="719"/>
                    <a:pt x="5011" y="1022"/>
                  </a:cubicBezTo>
                  <a:cubicBezTo>
                    <a:pt x="4560" y="2002"/>
                    <a:pt x="3609" y="2593"/>
                    <a:pt x="2611" y="2593"/>
                  </a:cubicBezTo>
                  <a:cubicBezTo>
                    <a:pt x="2252" y="2593"/>
                    <a:pt x="1887" y="2516"/>
                    <a:pt x="1537" y="2354"/>
                  </a:cubicBezTo>
                  <a:cubicBezTo>
                    <a:pt x="818" y="2044"/>
                    <a:pt x="205" y="1332"/>
                    <a:pt x="1" y="515"/>
                  </a:cubicBezTo>
                  <a:lnTo>
                    <a:pt x="1" y="515"/>
                  </a:lnTo>
                  <a:cubicBezTo>
                    <a:pt x="1" y="1537"/>
                    <a:pt x="614" y="2558"/>
                    <a:pt x="1635" y="2967"/>
                  </a:cubicBezTo>
                  <a:cubicBezTo>
                    <a:pt x="1950" y="3087"/>
                    <a:pt x="2276" y="3144"/>
                    <a:pt x="2597" y="3144"/>
                  </a:cubicBezTo>
                  <a:cubicBezTo>
                    <a:pt x="3634" y="3144"/>
                    <a:pt x="4618" y="2548"/>
                    <a:pt x="5011" y="1537"/>
                  </a:cubicBezTo>
                  <a:cubicBezTo>
                    <a:pt x="5313" y="1022"/>
                    <a:pt x="5313" y="515"/>
                    <a:pt x="5215"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8"/>
            <p:cNvSpPr/>
            <p:nvPr/>
          </p:nvSpPr>
          <p:spPr>
            <a:xfrm>
              <a:off x="2171725" y="1056075"/>
              <a:ext cx="122625" cy="56225"/>
            </a:xfrm>
            <a:custGeom>
              <a:avLst/>
              <a:gdLst/>
              <a:ahLst/>
              <a:cxnLst/>
              <a:rect l="l" t="t" r="r" b="b"/>
              <a:pathLst>
                <a:path w="4905" h="2249" extrusionOk="0">
                  <a:moveTo>
                    <a:pt x="99" y="0"/>
                  </a:moveTo>
                  <a:lnTo>
                    <a:pt x="99" y="107"/>
                  </a:lnTo>
                  <a:cubicBezTo>
                    <a:pt x="99" y="107"/>
                    <a:pt x="99" y="205"/>
                    <a:pt x="1" y="311"/>
                  </a:cubicBezTo>
                  <a:lnTo>
                    <a:pt x="4799" y="2248"/>
                  </a:lnTo>
                  <a:cubicBezTo>
                    <a:pt x="4799" y="2248"/>
                    <a:pt x="4905" y="2150"/>
                    <a:pt x="4905" y="2044"/>
                  </a:cubicBezTo>
                  <a:lnTo>
                    <a:pt x="4905" y="1946"/>
                  </a:lnTo>
                  <a:lnTo>
                    <a:pt x="99"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28"/>
            <p:cNvSpPr/>
            <p:nvPr/>
          </p:nvSpPr>
          <p:spPr>
            <a:xfrm>
              <a:off x="2174175" y="1050975"/>
              <a:ext cx="122625" cy="58875"/>
            </a:xfrm>
            <a:custGeom>
              <a:avLst/>
              <a:gdLst/>
              <a:ahLst/>
              <a:cxnLst/>
              <a:rect l="l" t="t" r="r" b="b"/>
              <a:pathLst>
                <a:path w="4905" h="2355" extrusionOk="0">
                  <a:moveTo>
                    <a:pt x="107" y="0"/>
                  </a:moveTo>
                  <a:cubicBezTo>
                    <a:pt x="107" y="106"/>
                    <a:pt x="107" y="106"/>
                    <a:pt x="1" y="204"/>
                  </a:cubicBezTo>
                  <a:lnTo>
                    <a:pt x="1" y="311"/>
                  </a:lnTo>
                  <a:lnTo>
                    <a:pt x="4807" y="2354"/>
                  </a:lnTo>
                  <a:lnTo>
                    <a:pt x="4807" y="2150"/>
                  </a:lnTo>
                  <a:cubicBezTo>
                    <a:pt x="4905" y="2150"/>
                    <a:pt x="4905" y="2043"/>
                    <a:pt x="4905" y="2043"/>
                  </a:cubicBezTo>
                  <a:lnTo>
                    <a:pt x="10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28"/>
            <p:cNvSpPr/>
            <p:nvPr/>
          </p:nvSpPr>
          <p:spPr>
            <a:xfrm>
              <a:off x="1466775" y="908700"/>
              <a:ext cx="132850" cy="130700"/>
            </a:xfrm>
            <a:custGeom>
              <a:avLst/>
              <a:gdLst/>
              <a:ahLst/>
              <a:cxnLst/>
              <a:rect l="l" t="t" r="r" b="b"/>
              <a:pathLst>
                <a:path w="5314" h="5228" extrusionOk="0">
                  <a:moveTo>
                    <a:pt x="2633" y="0"/>
                  </a:moveTo>
                  <a:cubicBezTo>
                    <a:pt x="2180" y="0"/>
                    <a:pt x="1727" y="125"/>
                    <a:pt x="1325" y="378"/>
                  </a:cubicBezTo>
                  <a:cubicBezTo>
                    <a:pt x="1227" y="378"/>
                    <a:pt x="1227" y="485"/>
                    <a:pt x="1120" y="485"/>
                  </a:cubicBezTo>
                  <a:lnTo>
                    <a:pt x="1120" y="583"/>
                  </a:lnTo>
                  <a:lnTo>
                    <a:pt x="1022" y="583"/>
                  </a:lnTo>
                  <a:lnTo>
                    <a:pt x="916" y="689"/>
                  </a:lnTo>
                  <a:lnTo>
                    <a:pt x="409" y="1196"/>
                  </a:lnTo>
                  <a:cubicBezTo>
                    <a:pt x="409" y="1302"/>
                    <a:pt x="409" y="1400"/>
                    <a:pt x="303" y="1400"/>
                  </a:cubicBezTo>
                  <a:lnTo>
                    <a:pt x="303" y="1506"/>
                  </a:lnTo>
                  <a:cubicBezTo>
                    <a:pt x="303" y="1506"/>
                    <a:pt x="303" y="1604"/>
                    <a:pt x="205" y="1604"/>
                  </a:cubicBezTo>
                  <a:lnTo>
                    <a:pt x="205" y="1711"/>
                  </a:lnTo>
                  <a:cubicBezTo>
                    <a:pt x="205" y="1711"/>
                    <a:pt x="205" y="1809"/>
                    <a:pt x="99" y="1915"/>
                  </a:cubicBezTo>
                  <a:lnTo>
                    <a:pt x="99" y="2119"/>
                  </a:lnTo>
                  <a:lnTo>
                    <a:pt x="99" y="2217"/>
                  </a:lnTo>
                  <a:lnTo>
                    <a:pt x="99" y="2324"/>
                  </a:lnTo>
                  <a:lnTo>
                    <a:pt x="1" y="2422"/>
                  </a:lnTo>
                  <a:lnTo>
                    <a:pt x="1" y="2626"/>
                  </a:lnTo>
                  <a:lnTo>
                    <a:pt x="1" y="2830"/>
                  </a:lnTo>
                  <a:cubicBezTo>
                    <a:pt x="1" y="2937"/>
                    <a:pt x="99" y="2937"/>
                    <a:pt x="99" y="2937"/>
                  </a:cubicBezTo>
                  <a:lnTo>
                    <a:pt x="99" y="3141"/>
                  </a:lnTo>
                  <a:lnTo>
                    <a:pt x="99" y="3345"/>
                  </a:lnTo>
                  <a:lnTo>
                    <a:pt x="99" y="3443"/>
                  </a:lnTo>
                  <a:cubicBezTo>
                    <a:pt x="205" y="3443"/>
                    <a:pt x="205" y="3550"/>
                    <a:pt x="205" y="3648"/>
                  </a:cubicBezTo>
                  <a:cubicBezTo>
                    <a:pt x="303" y="3754"/>
                    <a:pt x="303" y="3754"/>
                    <a:pt x="303" y="3852"/>
                  </a:cubicBezTo>
                  <a:lnTo>
                    <a:pt x="409" y="3852"/>
                  </a:lnTo>
                  <a:cubicBezTo>
                    <a:pt x="409" y="3958"/>
                    <a:pt x="409" y="4056"/>
                    <a:pt x="507" y="4056"/>
                  </a:cubicBezTo>
                  <a:cubicBezTo>
                    <a:pt x="712" y="4465"/>
                    <a:pt x="1120" y="4776"/>
                    <a:pt x="1431" y="4980"/>
                  </a:cubicBezTo>
                  <a:cubicBezTo>
                    <a:pt x="1529" y="4980"/>
                    <a:pt x="1635" y="4980"/>
                    <a:pt x="1635" y="5078"/>
                  </a:cubicBezTo>
                  <a:lnTo>
                    <a:pt x="1938" y="5078"/>
                  </a:lnTo>
                  <a:cubicBezTo>
                    <a:pt x="1938" y="5184"/>
                    <a:pt x="2044" y="5184"/>
                    <a:pt x="2142" y="5184"/>
                  </a:cubicBezTo>
                  <a:cubicBezTo>
                    <a:pt x="2278" y="5184"/>
                    <a:pt x="2371" y="5228"/>
                    <a:pt x="2478" y="5228"/>
                  </a:cubicBezTo>
                  <a:cubicBezTo>
                    <a:pt x="2532" y="5228"/>
                    <a:pt x="2589" y="5217"/>
                    <a:pt x="2657" y="5184"/>
                  </a:cubicBezTo>
                  <a:cubicBezTo>
                    <a:pt x="3066" y="5184"/>
                    <a:pt x="3474" y="5184"/>
                    <a:pt x="3777" y="4980"/>
                  </a:cubicBezTo>
                  <a:lnTo>
                    <a:pt x="3883" y="4980"/>
                  </a:lnTo>
                  <a:cubicBezTo>
                    <a:pt x="3883" y="4874"/>
                    <a:pt x="3883" y="4874"/>
                    <a:pt x="3981" y="4874"/>
                  </a:cubicBezTo>
                  <a:lnTo>
                    <a:pt x="4087" y="4776"/>
                  </a:lnTo>
                  <a:cubicBezTo>
                    <a:pt x="4185" y="4776"/>
                    <a:pt x="4185" y="4669"/>
                    <a:pt x="4292" y="4669"/>
                  </a:cubicBezTo>
                  <a:cubicBezTo>
                    <a:pt x="4292" y="4571"/>
                    <a:pt x="4292" y="4571"/>
                    <a:pt x="4390" y="4571"/>
                  </a:cubicBezTo>
                  <a:cubicBezTo>
                    <a:pt x="4390" y="4571"/>
                    <a:pt x="4390" y="4465"/>
                    <a:pt x="4496" y="4465"/>
                  </a:cubicBezTo>
                  <a:lnTo>
                    <a:pt x="4496" y="4367"/>
                  </a:lnTo>
                  <a:cubicBezTo>
                    <a:pt x="4594" y="4367"/>
                    <a:pt x="4594" y="4367"/>
                    <a:pt x="4594" y="4261"/>
                  </a:cubicBezTo>
                  <a:lnTo>
                    <a:pt x="4700" y="4261"/>
                  </a:lnTo>
                  <a:cubicBezTo>
                    <a:pt x="4700" y="4163"/>
                    <a:pt x="4798" y="4163"/>
                    <a:pt x="4798" y="4056"/>
                  </a:cubicBezTo>
                  <a:cubicBezTo>
                    <a:pt x="4798" y="4056"/>
                    <a:pt x="4798" y="3958"/>
                    <a:pt x="4905" y="3958"/>
                  </a:cubicBezTo>
                  <a:lnTo>
                    <a:pt x="4905" y="3852"/>
                  </a:lnTo>
                  <a:lnTo>
                    <a:pt x="5003" y="3754"/>
                  </a:lnTo>
                  <a:lnTo>
                    <a:pt x="5003" y="3648"/>
                  </a:lnTo>
                  <a:lnTo>
                    <a:pt x="5109" y="3550"/>
                  </a:lnTo>
                  <a:cubicBezTo>
                    <a:pt x="5313" y="2732"/>
                    <a:pt x="5313" y="1915"/>
                    <a:pt x="4798" y="1196"/>
                  </a:cubicBezTo>
                  <a:cubicBezTo>
                    <a:pt x="4272" y="407"/>
                    <a:pt x="3452" y="0"/>
                    <a:pt x="263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8"/>
            <p:cNvSpPr/>
            <p:nvPr/>
          </p:nvSpPr>
          <p:spPr>
            <a:xfrm>
              <a:off x="1451450" y="896850"/>
              <a:ext cx="148175" cy="130575"/>
            </a:xfrm>
            <a:custGeom>
              <a:avLst/>
              <a:gdLst/>
              <a:ahLst/>
              <a:cxnLst/>
              <a:rect l="l" t="t" r="r" b="b"/>
              <a:pathLst>
                <a:path w="5927" h="5223" extrusionOk="0">
                  <a:moveTo>
                    <a:pt x="2909" y="1"/>
                  </a:moveTo>
                  <a:cubicBezTo>
                    <a:pt x="1916" y="1"/>
                    <a:pt x="986" y="592"/>
                    <a:pt x="614" y="1572"/>
                  </a:cubicBezTo>
                  <a:cubicBezTo>
                    <a:pt x="1" y="2896"/>
                    <a:pt x="614" y="4432"/>
                    <a:pt x="1938" y="5045"/>
                  </a:cubicBezTo>
                  <a:cubicBezTo>
                    <a:pt x="2253" y="5165"/>
                    <a:pt x="2579" y="5222"/>
                    <a:pt x="2901" y="5222"/>
                  </a:cubicBezTo>
                  <a:cubicBezTo>
                    <a:pt x="3942" y="5222"/>
                    <a:pt x="4943" y="4626"/>
                    <a:pt x="5411" y="3615"/>
                  </a:cubicBezTo>
                  <a:cubicBezTo>
                    <a:pt x="5926" y="2283"/>
                    <a:pt x="5313" y="754"/>
                    <a:pt x="3981" y="239"/>
                  </a:cubicBezTo>
                  <a:cubicBezTo>
                    <a:pt x="3631" y="77"/>
                    <a:pt x="3266" y="1"/>
                    <a:pt x="2909"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8"/>
            <p:cNvSpPr/>
            <p:nvPr/>
          </p:nvSpPr>
          <p:spPr>
            <a:xfrm>
              <a:off x="1461675" y="948800"/>
              <a:ext cx="130175" cy="78625"/>
            </a:xfrm>
            <a:custGeom>
              <a:avLst/>
              <a:gdLst/>
              <a:ahLst/>
              <a:cxnLst/>
              <a:rect l="l" t="t" r="r" b="b"/>
              <a:pathLst>
                <a:path w="5207" h="3145" extrusionOk="0">
                  <a:moveTo>
                    <a:pt x="5109" y="0"/>
                  </a:moveTo>
                  <a:cubicBezTo>
                    <a:pt x="5109" y="311"/>
                    <a:pt x="5109" y="613"/>
                    <a:pt x="4904" y="924"/>
                  </a:cubicBezTo>
                  <a:cubicBezTo>
                    <a:pt x="4511" y="1935"/>
                    <a:pt x="3527" y="2531"/>
                    <a:pt x="2491" y="2531"/>
                  </a:cubicBezTo>
                  <a:cubicBezTo>
                    <a:pt x="2170" y="2531"/>
                    <a:pt x="1844" y="2474"/>
                    <a:pt x="1529" y="2354"/>
                  </a:cubicBezTo>
                  <a:cubicBezTo>
                    <a:pt x="711" y="2044"/>
                    <a:pt x="205" y="1333"/>
                    <a:pt x="0" y="515"/>
                  </a:cubicBezTo>
                  <a:lnTo>
                    <a:pt x="0" y="515"/>
                  </a:lnTo>
                  <a:cubicBezTo>
                    <a:pt x="0" y="1537"/>
                    <a:pt x="613" y="2559"/>
                    <a:pt x="1529" y="2967"/>
                  </a:cubicBezTo>
                  <a:cubicBezTo>
                    <a:pt x="1844" y="3087"/>
                    <a:pt x="2170" y="3144"/>
                    <a:pt x="2492" y="3144"/>
                  </a:cubicBezTo>
                  <a:cubicBezTo>
                    <a:pt x="3533" y="3144"/>
                    <a:pt x="4534" y="2548"/>
                    <a:pt x="5002" y="1537"/>
                  </a:cubicBezTo>
                  <a:cubicBezTo>
                    <a:pt x="5207" y="1022"/>
                    <a:pt x="5207" y="515"/>
                    <a:pt x="5109"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8"/>
            <p:cNvSpPr/>
            <p:nvPr/>
          </p:nvSpPr>
          <p:spPr>
            <a:xfrm>
              <a:off x="1464125" y="936125"/>
              <a:ext cx="122625" cy="58675"/>
            </a:xfrm>
            <a:custGeom>
              <a:avLst/>
              <a:gdLst/>
              <a:ahLst/>
              <a:cxnLst/>
              <a:rect l="l" t="t" r="r" b="b"/>
              <a:pathLst>
                <a:path w="4905" h="2347" extrusionOk="0">
                  <a:moveTo>
                    <a:pt x="107" y="1"/>
                  </a:moveTo>
                  <a:cubicBezTo>
                    <a:pt x="107" y="99"/>
                    <a:pt x="107" y="99"/>
                    <a:pt x="0" y="99"/>
                  </a:cubicBezTo>
                  <a:lnTo>
                    <a:pt x="0" y="303"/>
                  </a:lnTo>
                  <a:lnTo>
                    <a:pt x="4700" y="2346"/>
                  </a:lnTo>
                  <a:cubicBezTo>
                    <a:pt x="4806" y="2248"/>
                    <a:pt x="4806" y="2248"/>
                    <a:pt x="4806" y="2142"/>
                  </a:cubicBezTo>
                  <a:cubicBezTo>
                    <a:pt x="4904" y="2142"/>
                    <a:pt x="4904" y="2044"/>
                    <a:pt x="4904" y="2044"/>
                  </a:cubicBezTo>
                  <a:lnTo>
                    <a:pt x="107"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8"/>
            <p:cNvSpPr/>
            <p:nvPr/>
          </p:nvSpPr>
          <p:spPr>
            <a:xfrm>
              <a:off x="1464125" y="933475"/>
              <a:ext cx="122625" cy="56225"/>
            </a:xfrm>
            <a:custGeom>
              <a:avLst/>
              <a:gdLst/>
              <a:ahLst/>
              <a:cxnLst/>
              <a:rect l="l" t="t" r="r" b="b"/>
              <a:pathLst>
                <a:path w="4905" h="2249" extrusionOk="0">
                  <a:moveTo>
                    <a:pt x="205" y="0"/>
                  </a:moveTo>
                  <a:cubicBezTo>
                    <a:pt x="107" y="0"/>
                    <a:pt x="107" y="107"/>
                    <a:pt x="107" y="107"/>
                  </a:cubicBezTo>
                  <a:cubicBezTo>
                    <a:pt x="107" y="205"/>
                    <a:pt x="0" y="205"/>
                    <a:pt x="0" y="311"/>
                  </a:cubicBezTo>
                  <a:lnTo>
                    <a:pt x="4806" y="2248"/>
                  </a:lnTo>
                  <a:cubicBezTo>
                    <a:pt x="4806" y="2248"/>
                    <a:pt x="4904" y="2248"/>
                    <a:pt x="4904" y="2150"/>
                  </a:cubicBezTo>
                  <a:lnTo>
                    <a:pt x="4904" y="1946"/>
                  </a:lnTo>
                  <a:lnTo>
                    <a:pt x="20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8"/>
            <p:cNvSpPr/>
            <p:nvPr/>
          </p:nvSpPr>
          <p:spPr>
            <a:xfrm>
              <a:off x="1630250" y="976825"/>
              <a:ext cx="132850" cy="130350"/>
            </a:xfrm>
            <a:custGeom>
              <a:avLst/>
              <a:gdLst/>
              <a:ahLst/>
              <a:cxnLst/>
              <a:rect l="l" t="t" r="r" b="b"/>
              <a:pathLst>
                <a:path w="5314" h="5214" extrusionOk="0">
                  <a:moveTo>
                    <a:pt x="2534" y="0"/>
                  </a:moveTo>
                  <a:cubicBezTo>
                    <a:pt x="2092" y="0"/>
                    <a:pt x="1642" y="102"/>
                    <a:pt x="1226" y="310"/>
                  </a:cubicBezTo>
                  <a:cubicBezTo>
                    <a:pt x="1226" y="416"/>
                    <a:pt x="1120" y="416"/>
                    <a:pt x="1120" y="416"/>
                  </a:cubicBezTo>
                  <a:cubicBezTo>
                    <a:pt x="1120" y="416"/>
                    <a:pt x="1022" y="416"/>
                    <a:pt x="1022" y="514"/>
                  </a:cubicBezTo>
                  <a:lnTo>
                    <a:pt x="916" y="514"/>
                  </a:lnTo>
                  <a:cubicBezTo>
                    <a:pt x="916" y="514"/>
                    <a:pt x="916" y="620"/>
                    <a:pt x="818" y="620"/>
                  </a:cubicBezTo>
                  <a:cubicBezTo>
                    <a:pt x="711" y="825"/>
                    <a:pt x="507" y="923"/>
                    <a:pt x="409" y="1127"/>
                  </a:cubicBezTo>
                  <a:lnTo>
                    <a:pt x="409" y="1233"/>
                  </a:lnTo>
                  <a:cubicBezTo>
                    <a:pt x="303" y="1233"/>
                    <a:pt x="303" y="1331"/>
                    <a:pt x="303" y="1331"/>
                  </a:cubicBezTo>
                  <a:lnTo>
                    <a:pt x="205" y="1438"/>
                  </a:lnTo>
                  <a:lnTo>
                    <a:pt x="205" y="1536"/>
                  </a:lnTo>
                  <a:cubicBezTo>
                    <a:pt x="205" y="1642"/>
                    <a:pt x="205" y="1642"/>
                    <a:pt x="98" y="1642"/>
                  </a:cubicBezTo>
                  <a:lnTo>
                    <a:pt x="98" y="1846"/>
                  </a:lnTo>
                  <a:cubicBezTo>
                    <a:pt x="98" y="1944"/>
                    <a:pt x="0" y="2051"/>
                    <a:pt x="0" y="2051"/>
                  </a:cubicBezTo>
                  <a:lnTo>
                    <a:pt x="0" y="2149"/>
                  </a:lnTo>
                  <a:lnTo>
                    <a:pt x="0" y="2255"/>
                  </a:lnTo>
                  <a:lnTo>
                    <a:pt x="0" y="2353"/>
                  </a:lnTo>
                  <a:lnTo>
                    <a:pt x="0" y="2557"/>
                  </a:lnTo>
                  <a:lnTo>
                    <a:pt x="0" y="2868"/>
                  </a:lnTo>
                  <a:lnTo>
                    <a:pt x="0" y="3072"/>
                  </a:lnTo>
                  <a:cubicBezTo>
                    <a:pt x="0" y="3170"/>
                    <a:pt x="98" y="3277"/>
                    <a:pt x="98" y="3375"/>
                  </a:cubicBezTo>
                  <a:cubicBezTo>
                    <a:pt x="98" y="3375"/>
                    <a:pt x="98" y="3481"/>
                    <a:pt x="205" y="3579"/>
                  </a:cubicBezTo>
                  <a:cubicBezTo>
                    <a:pt x="205" y="3685"/>
                    <a:pt x="205" y="3685"/>
                    <a:pt x="303" y="3783"/>
                  </a:cubicBezTo>
                  <a:lnTo>
                    <a:pt x="303" y="3890"/>
                  </a:lnTo>
                  <a:cubicBezTo>
                    <a:pt x="303" y="3890"/>
                    <a:pt x="409" y="3988"/>
                    <a:pt x="409" y="4094"/>
                  </a:cubicBezTo>
                  <a:cubicBezTo>
                    <a:pt x="711" y="4396"/>
                    <a:pt x="1022" y="4707"/>
                    <a:pt x="1431" y="4911"/>
                  </a:cubicBezTo>
                  <a:cubicBezTo>
                    <a:pt x="1431" y="4911"/>
                    <a:pt x="1529" y="5009"/>
                    <a:pt x="1635" y="5009"/>
                  </a:cubicBezTo>
                  <a:cubicBezTo>
                    <a:pt x="1733" y="5009"/>
                    <a:pt x="1733" y="5009"/>
                    <a:pt x="1839" y="5116"/>
                  </a:cubicBezTo>
                  <a:lnTo>
                    <a:pt x="2044" y="5116"/>
                  </a:lnTo>
                  <a:cubicBezTo>
                    <a:pt x="2248" y="5214"/>
                    <a:pt x="2452" y="5214"/>
                    <a:pt x="2550" y="5214"/>
                  </a:cubicBezTo>
                  <a:cubicBezTo>
                    <a:pt x="2959" y="5214"/>
                    <a:pt x="3368" y="5116"/>
                    <a:pt x="3776" y="4911"/>
                  </a:cubicBezTo>
                  <a:lnTo>
                    <a:pt x="3883" y="4805"/>
                  </a:lnTo>
                  <a:lnTo>
                    <a:pt x="3981" y="4805"/>
                  </a:lnTo>
                  <a:cubicBezTo>
                    <a:pt x="3981" y="4805"/>
                    <a:pt x="3981" y="4707"/>
                    <a:pt x="4087" y="4707"/>
                  </a:cubicBezTo>
                  <a:lnTo>
                    <a:pt x="4185" y="4601"/>
                  </a:lnTo>
                  <a:cubicBezTo>
                    <a:pt x="4291" y="4601"/>
                    <a:pt x="4291" y="4601"/>
                    <a:pt x="4291" y="4503"/>
                  </a:cubicBezTo>
                  <a:cubicBezTo>
                    <a:pt x="4291" y="4503"/>
                    <a:pt x="4389" y="4503"/>
                    <a:pt x="4389" y="4396"/>
                  </a:cubicBezTo>
                  <a:lnTo>
                    <a:pt x="4496" y="4396"/>
                  </a:lnTo>
                  <a:cubicBezTo>
                    <a:pt x="4496" y="4298"/>
                    <a:pt x="4496" y="4298"/>
                    <a:pt x="4594" y="4192"/>
                  </a:cubicBezTo>
                  <a:lnTo>
                    <a:pt x="4798" y="3988"/>
                  </a:lnTo>
                  <a:lnTo>
                    <a:pt x="4798" y="3890"/>
                  </a:lnTo>
                  <a:lnTo>
                    <a:pt x="4904" y="3783"/>
                  </a:lnTo>
                  <a:lnTo>
                    <a:pt x="4904" y="3685"/>
                  </a:lnTo>
                  <a:lnTo>
                    <a:pt x="5002" y="3579"/>
                  </a:lnTo>
                  <a:lnTo>
                    <a:pt x="5002" y="3481"/>
                  </a:lnTo>
                  <a:cubicBezTo>
                    <a:pt x="5313" y="2762"/>
                    <a:pt x="5207" y="1846"/>
                    <a:pt x="4700" y="1127"/>
                  </a:cubicBezTo>
                  <a:cubicBezTo>
                    <a:pt x="4225" y="387"/>
                    <a:pt x="3396" y="0"/>
                    <a:pt x="2534"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8"/>
            <p:cNvSpPr/>
            <p:nvPr/>
          </p:nvSpPr>
          <p:spPr>
            <a:xfrm>
              <a:off x="1614925" y="963275"/>
              <a:ext cx="148175" cy="130550"/>
            </a:xfrm>
            <a:custGeom>
              <a:avLst/>
              <a:gdLst/>
              <a:ahLst/>
              <a:cxnLst/>
              <a:rect l="l" t="t" r="r" b="b"/>
              <a:pathLst>
                <a:path w="5927" h="5222" extrusionOk="0">
                  <a:moveTo>
                    <a:pt x="2907" y="0"/>
                  </a:moveTo>
                  <a:cubicBezTo>
                    <a:pt x="1909" y="0"/>
                    <a:pt x="958" y="591"/>
                    <a:pt x="507" y="1571"/>
                  </a:cubicBezTo>
                  <a:cubicBezTo>
                    <a:pt x="0" y="2895"/>
                    <a:pt x="613" y="4432"/>
                    <a:pt x="1937" y="5045"/>
                  </a:cubicBezTo>
                  <a:cubicBezTo>
                    <a:pt x="2252" y="5165"/>
                    <a:pt x="2579" y="5222"/>
                    <a:pt x="2900" y="5222"/>
                  </a:cubicBezTo>
                  <a:cubicBezTo>
                    <a:pt x="3936" y="5222"/>
                    <a:pt x="4920" y="4625"/>
                    <a:pt x="5313" y="3614"/>
                  </a:cubicBezTo>
                  <a:cubicBezTo>
                    <a:pt x="5926" y="2282"/>
                    <a:pt x="5207" y="754"/>
                    <a:pt x="3981" y="239"/>
                  </a:cubicBezTo>
                  <a:cubicBezTo>
                    <a:pt x="3631" y="77"/>
                    <a:pt x="3266" y="0"/>
                    <a:pt x="2907"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8"/>
            <p:cNvSpPr/>
            <p:nvPr/>
          </p:nvSpPr>
          <p:spPr>
            <a:xfrm>
              <a:off x="1622475" y="1015200"/>
              <a:ext cx="132850" cy="78625"/>
            </a:xfrm>
            <a:custGeom>
              <a:avLst/>
              <a:gdLst/>
              <a:ahLst/>
              <a:cxnLst/>
              <a:rect l="l" t="t" r="r" b="b"/>
              <a:pathLst>
                <a:path w="5314" h="3145" extrusionOk="0">
                  <a:moveTo>
                    <a:pt x="5215" y="1"/>
                  </a:moveTo>
                  <a:cubicBezTo>
                    <a:pt x="5215" y="311"/>
                    <a:pt x="5109" y="614"/>
                    <a:pt x="5011" y="1022"/>
                  </a:cubicBezTo>
                  <a:cubicBezTo>
                    <a:pt x="4560" y="2002"/>
                    <a:pt x="3610" y="2593"/>
                    <a:pt x="2611" y="2593"/>
                  </a:cubicBezTo>
                  <a:cubicBezTo>
                    <a:pt x="2253" y="2593"/>
                    <a:pt x="1888" y="2517"/>
                    <a:pt x="1537" y="2355"/>
                  </a:cubicBezTo>
                  <a:cubicBezTo>
                    <a:pt x="720" y="2044"/>
                    <a:pt x="205" y="1333"/>
                    <a:pt x="1" y="516"/>
                  </a:cubicBezTo>
                  <a:lnTo>
                    <a:pt x="1" y="516"/>
                  </a:lnTo>
                  <a:cubicBezTo>
                    <a:pt x="1" y="1537"/>
                    <a:pt x="614" y="2559"/>
                    <a:pt x="1635" y="2968"/>
                  </a:cubicBezTo>
                  <a:cubicBezTo>
                    <a:pt x="1950" y="3088"/>
                    <a:pt x="2277" y="3145"/>
                    <a:pt x="2598" y="3145"/>
                  </a:cubicBezTo>
                  <a:cubicBezTo>
                    <a:pt x="3634" y="3145"/>
                    <a:pt x="4618" y="2548"/>
                    <a:pt x="5011" y="1537"/>
                  </a:cubicBezTo>
                  <a:cubicBezTo>
                    <a:pt x="5215" y="1022"/>
                    <a:pt x="5313" y="516"/>
                    <a:pt x="5215"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8"/>
            <p:cNvSpPr/>
            <p:nvPr/>
          </p:nvSpPr>
          <p:spPr>
            <a:xfrm>
              <a:off x="1625125" y="1002550"/>
              <a:ext cx="122650" cy="58650"/>
            </a:xfrm>
            <a:custGeom>
              <a:avLst/>
              <a:gdLst/>
              <a:ahLst/>
              <a:cxnLst/>
              <a:rect l="l" t="t" r="r" b="b"/>
              <a:pathLst>
                <a:path w="4906" h="2346" extrusionOk="0">
                  <a:moveTo>
                    <a:pt x="99" y="0"/>
                  </a:moveTo>
                  <a:lnTo>
                    <a:pt x="99" y="98"/>
                  </a:lnTo>
                  <a:cubicBezTo>
                    <a:pt x="99" y="204"/>
                    <a:pt x="1" y="302"/>
                    <a:pt x="1" y="409"/>
                  </a:cubicBezTo>
                  <a:lnTo>
                    <a:pt x="4799" y="2346"/>
                  </a:lnTo>
                  <a:cubicBezTo>
                    <a:pt x="4799" y="2248"/>
                    <a:pt x="4799" y="2248"/>
                    <a:pt x="4905" y="2141"/>
                  </a:cubicBezTo>
                  <a:lnTo>
                    <a:pt x="4905" y="2043"/>
                  </a:lnTo>
                  <a:lnTo>
                    <a:pt x="99"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8"/>
            <p:cNvSpPr/>
            <p:nvPr/>
          </p:nvSpPr>
          <p:spPr>
            <a:xfrm>
              <a:off x="1627600" y="999875"/>
              <a:ext cx="122625" cy="58875"/>
            </a:xfrm>
            <a:custGeom>
              <a:avLst/>
              <a:gdLst/>
              <a:ahLst/>
              <a:cxnLst/>
              <a:rect l="l" t="t" r="r" b="b"/>
              <a:pathLst>
                <a:path w="4905" h="2355" extrusionOk="0">
                  <a:moveTo>
                    <a:pt x="106" y="1"/>
                  </a:moveTo>
                  <a:lnTo>
                    <a:pt x="0" y="107"/>
                  </a:lnTo>
                  <a:lnTo>
                    <a:pt x="0" y="311"/>
                  </a:lnTo>
                  <a:lnTo>
                    <a:pt x="4700" y="2355"/>
                  </a:lnTo>
                  <a:cubicBezTo>
                    <a:pt x="4806" y="2248"/>
                    <a:pt x="4806" y="2248"/>
                    <a:pt x="4806" y="2150"/>
                  </a:cubicBezTo>
                  <a:lnTo>
                    <a:pt x="4904" y="2044"/>
                  </a:lnTo>
                  <a:lnTo>
                    <a:pt x="10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8"/>
            <p:cNvSpPr/>
            <p:nvPr/>
          </p:nvSpPr>
          <p:spPr>
            <a:xfrm>
              <a:off x="1791050" y="1043225"/>
              <a:ext cx="132850" cy="130375"/>
            </a:xfrm>
            <a:custGeom>
              <a:avLst/>
              <a:gdLst/>
              <a:ahLst/>
              <a:cxnLst/>
              <a:rect l="l" t="t" r="r" b="b"/>
              <a:pathLst>
                <a:path w="5314" h="5215" extrusionOk="0">
                  <a:moveTo>
                    <a:pt x="2571" y="1"/>
                  </a:moveTo>
                  <a:cubicBezTo>
                    <a:pt x="2140" y="1"/>
                    <a:pt x="1713" y="102"/>
                    <a:pt x="1333" y="310"/>
                  </a:cubicBezTo>
                  <a:cubicBezTo>
                    <a:pt x="1227" y="416"/>
                    <a:pt x="1227" y="416"/>
                    <a:pt x="1129" y="416"/>
                  </a:cubicBezTo>
                  <a:lnTo>
                    <a:pt x="1129" y="514"/>
                  </a:lnTo>
                  <a:lnTo>
                    <a:pt x="1022" y="514"/>
                  </a:lnTo>
                  <a:lnTo>
                    <a:pt x="924" y="621"/>
                  </a:lnTo>
                  <a:cubicBezTo>
                    <a:pt x="720" y="825"/>
                    <a:pt x="516" y="1029"/>
                    <a:pt x="409" y="1234"/>
                  </a:cubicBezTo>
                  <a:lnTo>
                    <a:pt x="311" y="1332"/>
                  </a:lnTo>
                  <a:lnTo>
                    <a:pt x="311" y="1438"/>
                  </a:lnTo>
                  <a:cubicBezTo>
                    <a:pt x="205" y="1536"/>
                    <a:pt x="205" y="1536"/>
                    <a:pt x="205" y="1642"/>
                  </a:cubicBezTo>
                  <a:cubicBezTo>
                    <a:pt x="205" y="1740"/>
                    <a:pt x="107" y="1847"/>
                    <a:pt x="107" y="1847"/>
                  </a:cubicBezTo>
                  <a:lnTo>
                    <a:pt x="107" y="1945"/>
                  </a:lnTo>
                  <a:lnTo>
                    <a:pt x="107" y="2051"/>
                  </a:lnTo>
                  <a:cubicBezTo>
                    <a:pt x="107" y="2149"/>
                    <a:pt x="1" y="2149"/>
                    <a:pt x="1" y="2149"/>
                  </a:cubicBezTo>
                  <a:lnTo>
                    <a:pt x="1" y="2353"/>
                  </a:lnTo>
                  <a:lnTo>
                    <a:pt x="1" y="2664"/>
                  </a:lnTo>
                  <a:lnTo>
                    <a:pt x="1" y="2868"/>
                  </a:lnTo>
                  <a:lnTo>
                    <a:pt x="1" y="3073"/>
                  </a:lnTo>
                  <a:cubicBezTo>
                    <a:pt x="107" y="3073"/>
                    <a:pt x="107" y="3073"/>
                    <a:pt x="107" y="3171"/>
                  </a:cubicBezTo>
                  <a:lnTo>
                    <a:pt x="107" y="3375"/>
                  </a:lnTo>
                  <a:cubicBezTo>
                    <a:pt x="107" y="3481"/>
                    <a:pt x="205" y="3481"/>
                    <a:pt x="205" y="3580"/>
                  </a:cubicBezTo>
                  <a:lnTo>
                    <a:pt x="205" y="3686"/>
                  </a:lnTo>
                  <a:lnTo>
                    <a:pt x="311" y="3784"/>
                  </a:lnTo>
                  <a:lnTo>
                    <a:pt x="311" y="3890"/>
                  </a:lnTo>
                  <a:cubicBezTo>
                    <a:pt x="409" y="3890"/>
                    <a:pt x="409" y="3988"/>
                    <a:pt x="409" y="4094"/>
                  </a:cubicBezTo>
                  <a:cubicBezTo>
                    <a:pt x="720" y="4397"/>
                    <a:pt x="1022" y="4707"/>
                    <a:pt x="1431" y="4912"/>
                  </a:cubicBezTo>
                  <a:cubicBezTo>
                    <a:pt x="1537" y="4912"/>
                    <a:pt x="1537" y="5010"/>
                    <a:pt x="1635" y="5010"/>
                  </a:cubicBezTo>
                  <a:cubicBezTo>
                    <a:pt x="1742" y="5010"/>
                    <a:pt x="1840" y="5116"/>
                    <a:pt x="1840" y="5116"/>
                  </a:cubicBezTo>
                  <a:lnTo>
                    <a:pt x="2150" y="5116"/>
                  </a:lnTo>
                  <a:cubicBezTo>
                    <a:pt x="2248" y="5214"/>
                    <a:pt x="2453" y="5214"/>
                    <a:pt x="2657" y="5214"/>
                  </a:cubicBezTo>
                  <a:cubicBezTo>
                    <a:pt x="3066" y="5214"/>
                    <a:pt x="3376" y="5116"/>
                    <a:pt x="3785" y="4912"/>
                  </a:cubicBezTo>
                  <a:cubicBezTo>
                    <a:pt x="3883" y="4912"/>
                    <a:pt x="3883" y="4912"/>
                    <a:pt x="3883" y="4806"/>
                  </a:cubicBezTo>
                  <a:lnTo>
                    <a:pt x="3989" y="4806"/>
                  </a:lnTo>
                  <a:cubicBezTo>
                    <a:pt x="3989" y="4806"/>
                    <a:pt x="4087" y="4806"/>
                    <a:pt x="4087" y="4707"/>
                  </a:cubicBezTo>
                  <a:cubicBezTo>
                    <a:pt x="4087" y="4707"/>
                    <a:pt x="4194" y="4707"/>
                    <a:pt x="4194" y="4601"/>
                  </a:cubicBezTo>
                  <a:lnTo>
                    <a:pt x="4292" y="4601"/>
                  </a:lnTo>
                  <a:lnTo>
                    <a:pt x="4496" y="4397"/>
                  </a:lnTo>
                  <a:cubicBezTo>
                    <a:pt x="4496" y="4299"/>
                    <a:pt x="4602" y="4299"/>
                    <a:pt x="4602" y="4299"/>
                  </a:cubicBezTo>
                  <a:cubicBezTo>
                    <a:pt x="4602" y="4299"/>
                    <a:pt x="4602" y="4193"/>
                    <a:pt x="4700" y="4193"/>
                  </a:cubicBezTo>
                  <a:cubicBezTo>
                    <a:pt x="4700" y="4193"/>
                    <a:pt x="4700" y="4094"/>
                    <a:pt x="4807" y="3988"/>
                  </a:cubicBezTo>
                  <a:cubicBezTo>
                    <a:pt x="4905" y="3890"/>
                    <a:pt x="4905" y="3890"/>
                    <a:pt x="4905" y="3784"/>
                  </a:cubicBezTo>
                  <a:cubicBezTo>
                    <a:pt x="5011" y="3686"/>
                    <a:pt x="5011" y="3686"/>
                    <a:pt x="5011" y="3580"/>
                  </a:cubicBezTo>
                  <a:lnTo>
                    <a:pt x="5011" y="3481"/>
                  </a:lnTo>
                  <a:cubicBezTo>
                    <a:pt x="5313" y="2762"/>
                    <a:pt x="5215" y="1847"/>
                    <a:pt x="4807" y="1127"/>
                  </a:cubicBezTo>
                  <a:cubicBezTo>
                    <a:pt x="4266" y="387"/>
                    <a:pt x="3412" y="1"/>
                    <a:pt x="2571"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8"/>
            <p:cNvSpPr/>
            <p:nvPr/>
          </p:nvSpPr>
          <p:spPr>
            <a:xfrm>
              <a:off x="1775725" y="1031225"/>
              <a:ext cx="148175" cy="129025"/>
            </a:xfrm>
            <a:custGeom>
              <a:avLst/>
              <a:gdLst/>
              <a:ahLst/>
              <a:cxnLst/>
              <a:rect l="l" t="t" r="r" b="b"/>
              <a:pathLst>
                <a:path w="5927" h="5161" extrusionOk="0">
                  <a:moveTo>
                    <a:pt x="3027" y="0"/>
                  </a:moveTo>
                  <a:cubicBezTo>
                    <a:pt x="1991" y="0"/>
                    <a:pt x="1007" y="597"/>
                    <a:pt x="614" y="1607"/>
                  </a:cubicBezTo>
                  <a:cubicBezTo>
                    <a:pt x="1" y="2940"/>
                    <a:pt x="614" y="4468"/>
                    <a:pt x="1946" y="4983"/>
                  </a:cubicBezTo>
                  <a:cubicBezTo>
                    <a:pt x="2259" y="5103"/>
                    <a:pt x="2584" y="5160"/>
                    <a:pt x="2906" y="5160"/>
                  </a:cubicBezTo>
                  <a:cubicBezTo>
                    <a:pt x="3945" y="5160"/>
                    <a:pt x="4952" y="4564"/>
                    <a:pt x="5420" y="3553"/>
                  </a:cubicBezTo>
                  <a:cubicBezTo>
                    <a:pt x="5926" y="2220"/>
                    <a:pt x="5313" y="692"/>
                    <a:pt x="3989" y="177"/>
                  </a:cubicBezTo>
                  <a:cubicBezTo>
                    <a:pt x="3674" y="57"/>
                    <a:pt x="3348" y="0"/>
                    <a:pt x="3027"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8"/>
            <p:cNvSpPr/>
            <p:nvPr/>
          </p:nvSpPr>
          <p:spPr>
            <a:xfrm>
              <a:off x="1785950" y="1081625"/>
              <a:ext cx="130400" cy="78625"/>
            </a:xfrm>
            <a:custGeom>
              <a:avLst/>
              <a:gdLst/>
              <a:ahLst/>
              <a:cxnLst/>
              <a:rect l="l" t="t" r="r" b="b"/>
              <a:pathLst>
                <a:path w="5216" h="3145" extrusionOk="0">
                  <a:moveTo>
                    <a:pt x="5109" y="0"/>
                  </a:moveTo>
                  <a:cubicBezTo>
                    <a:pt x="5109" y="311"/>
                    <a:pt x="5011" y="719"/>
                    <a:pt x="4904" y="1022"/>
                  </a:cubicBezTo>
                  <a:cubicBezTo>
                    <a:pt x="4454" y="2002"/>
                    <a:pt x="3507" y="2593"/>
                    <a:pt x="2551" y="2593"/>
                  </a:cubicBezTo>
                  <a:cubicBezTo>
                    <a:pt x="2207" y="2593"/>
                    <a:pt x="1861" y="2516"/>
                    <a:pt x="1537" y="2354"/>
                  </a:cubicBezTo>
                  <a:cubicBezTo>
                    <a:pt x="720" y="2044"/>
                    <a:pt x="107" y="1332"/>
                    <a:pt x="0" y="613"/>
                  </a:cubicBezTo>
                  <a:lnTo>
                    <a:pt x="0" y="613"/>
                  </a:lnTo>
                  <a:cubicBezTo>
                    <a:pt x="0" y="1537"/>
                    <a:pt x="515" y="2558"/>
                    <a:pt x="1537" y="2967"/>
                  </a:cubicBezTo>
                  <a:cubicBezTo>
                    <a:pt x="1850" y="3087"/>
                    <a:pt x="2175" y="3144"/>
                    <a:pt x="2497" y="3144"/>
                  </a:cubicBezTo>
                  <a:cubicBezTo>
                    <a:pt x="3536" y="3144"/>
                    <a:pt x="4543" y="2548"/>
                    <a:pt x="5011" y="1537"/>
                  </a:cubicBezTo>
                  <a:cubicBezTo>
                    <a:pt x="5215" y="1022"/>
                    <a:pt x="5215" y="515"/>
                    <a:pt x="5109"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8"/>
            <p:cNvSpPr/>
            <p:nvPr/>
          </p:nvSpPr>
          <p:spPr>
            <a:xfrm>
              <a:off x="1785950" y="1071400"/>
              <a:ext cx="122625" cy="56225"/>
            </a:xfrm>
            <a:custGeom>
              <a:avLst/>
              <a:gdLst/>
              <a:ahLst/>
              <a:cxnLst/>
              <a:rect l="l" t="t" r="r" b="b"/>
              <a:pathLst>
                <a:path w="4905" h="2249" extrusionOk="0">
                  <a:moveTo>
                    <a:pt x="205" y="0"/>
                  </a:moveTo>
                  <a:cubicBezTo>
                    <a:pt x="107" y="0"/>
                    <a:pt x="107" y="0"/>
                    <a:pt x="107" y="107"/>
                  </a:cubicBezTo>
                  <a:cubicBezTo>
                    <a:pt x="107" y="107"/>
                    <a:pt x="107" y="205"/>
                    <a:pt x="0" y="311"/>
                  </a:cubicBezTo>
                  <a:lnTo>
                    <a:pt x="4806" y="2248"/>
                  </a:lnTo>
                  <a:cubicBezTo>
                    <a:pt x="4806" y="2248"/>
                    <a:pt x="4904" y="2150"/>
                    <a:pt x="4904" y="2044"/>
                  </a:cubicBezTo>
                  <a:lnTo>
                    <a:pt x="4904" y="1946"/>
                  </a:lnTo>
                  <a:lnTo>
                    <a:pt x="205"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8"/>
            <p:cNvSpPr/>
            <p:nvPr/>
          </p:nvSpPr>
          <p:spPr>
            <a:xfrm>
              <a:off x="1788600" y="1066300"/>
              <a:ext cx="122625" cy="58875"/>
            </a:xfrm>
            <a:custGeom>
              <a:avLst/>
              <a:gdLst/>
              <a:ahLst/>
              <a:cxnLst/>
              <a:rect l="l" t="t" r="r" b="b"/>
              <a:pathLst>
                <a:path w="4905" h="2355" extrusionOk="0">
                  <a:moveTo>
                    <a:pt x="99" y="0"/>
                  </a:moveTo>
                  <a:lnTo>
                    <a:pt x="99" y="204"/>
                  </a:lnTo>
                  <a:cubicBezTo>
                    <a:pt x="1" y="204"/>
                    <a:pt x="1" y="311"/>
                    <a:pt x="1" y="311"/>
                  </a:cubicBezTo>
                  <a:lnTo>
                    <a:pt x="4798" y="2354"/>
                  </a:lnTo>
                  <a:cubicBezTo>
                    <a:pt x="4798" y="2248"/>
                    <a:pt x="4798" y="2248"/>
                    <a:pt x="4905" y="2150"/>
                  </a:cubicBezTo>
                  <a:lnTo>
                    <a:pt x="4905" y="2044"/>
                  </a:lnTo>
                  <a:lnTo>
                    <a:pt x="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8"/>
            <p:cNvSpPr/>
            <p:nvPr/>
          </p:nvSpPr>
          <p:spPr>
            <a:xfrm>
              <a:off x="1952075" y="1110375"/>
              <a:ext cx="135300" cy="129625"/>
            </a:xfrm>
            <a:custGeom>
              <a:avLst/>
              <a:gdLst/>
              <a:ahLst/>
              <a:cxnLst/>
              <a:rect l="l" t="t" r="r" b="b"/>
              <a:pathLst>
                <a:path w="5412" h="5185" extrusionOk="0">
                  <a:moveTo>
                    <a:pt x="2659" y="0"/>
                  </a:moveTo>
                  <a:cubicBezTo>
                    <a:pt x="2197" y="0"/>
                    <a:pt x="1734" y="125"/>
                    <a:pt x="1325" y="387"/>
                  </a:cubicBezTo>
                  <a:cubicBezTo>
                    <a:pt x="1226" y="387"/>
                    <a:pt x="1226" y="387"/>
                    <a:pt x="1226" y="485"/>
                  </a:cubicBezTo>
                  <a:lnTo>
                    <a:pt x="1120" y="485"/>
                  </a:lnTo>
                  <a:cubicBezTo>
                    <a:pt x="1022" y="485"/>
                    <a:pt x="1022" y="485"/>
                    <a:pt x="1022" y="591"/>
                  </a:cubicBezTo>
                  <a:lnTo>
                    <a:pt x="916" y="591"/>
                  </a:lnTo>
                  <a:lnTo>
                    <a:pt x="916" y="689"/>
                  </a:lnTo>
                  <a:cubicBezTo>
                    <a:pt x="712" y="795"/>
                    <a:pt x="613" y="1000"/>
                    <a:pt x="507" y="1204"/>
                  </a:cubicBezTo>
                  <a:lnTo>
                    <a:pt x="409" y="1204"/>
                  </a:lnTo>
                  <a:cubicBezTo>
                    <a:pt x="409" y="1302"/>
                    <a:pt x="409" y="1302"/>
                    <a:pt x="303" y="1408"/>
                  </a:cubicBezTo>
                  <a:cubicBezTo>
                    <a:pt x="303" y="1507"/>
                    <a:pt x="303" y="1507"/>
                    <a:pt x="205" y="1613"/>
                  </a:cubicBezTo>
                  <a:cubicBezTo>
                    <a:pt x="205" y="1711"/>
                    <a:pt x="205" y="1817"/>
                    <a:pt x="99" y="1817"/>
                  </a:cubicBezTo>
                  <a:lnTo>
                    <a:pt x="99" y="1915"/>
                  </a:lnTo>
                  <a:lnTo>
                    <a:pt x="99" y="2120"/>
                  </a:lnTo>
                  <a:lnTo>
                    <a:pt x="99" y="2324"/>
                  </a:lnTo>
                  <a:lnTo>
                    <a:pt x="99" y="2430"/>
                  </a:lnTo>
                  <a:cubicBezTo>
                    <a:pt x="0" y="2430"/>
                    <a:pt x="0" y="2528"/>
                    <a:pt x="0" y="2634"/>
                  </a:cubicBezTo>
                  <a:cubicBezTo>
                    <a:pt x="0" y="2733"/>
                    <a:pt x="0" y="2733"/>
                    <a:pt x="99" y="2839"/>
                  </a:cubicBezTo>
                  <a:lnTo>
                    <a:pt x="99" y="2937"/>
                  </a:lnTo>
                  <a:lnTo>
                    <a:pt x="99" y="3043"/>
                  </a:lnTo>
                  <a:lnTo>
                    <a:pt x="99" y="3141"/>
                  </a:lnTo>
                  <a:cubicBezTo>
                    <a:pt x="99" y="3247"/>
                    <a:pt x="99" y="3247"/>
                    <a:pt x="205" y="3346"/>
                  </a:cubicBezTo>
                  <a:lnTo>
                    <a:pt x="205" y="3550"/>
                  </a:lnTo>
                  <a:cubicBezTo>
                    <a:pt x="205" y="3550"/>
                    <a:pt x="205" y="3656"/>
                    <a:pt x="303" y="3656"/>
                  </a:cubicBezTo>
                  <a:lnTo>
                    <a:pt x="303" y="3754"/>
                  </a:lnTo>
                  <a:cubicBezTo>
                    <a:pt x="303" y="3860"/>
                    <a:pt x="409" y="3860"/>
                    <a:pt x="409" y="3860"/>
                  </a:cubicBezTo>
                  <a:cubicBezTo>
                    <a:pt x="409" y="3959"/>
                    <a:pt x="409" y="3959"/>
                    <a:pt x="507" y="4065"/>
                  </a:cubicBezTo>
                  <a:cubicBezTo>
                    <a:pt x="712" y="4473"/>
                    <a:pt x="1120" y="4678"/>
                    <a:pt x="1431" y="4882"/>
                  </a:cubicBezTo>
                  <a:cubicBezTo>
                    <a:pt x="1529" y="4980"/>
                    <a:pt x="1635" y="4980"/>
                    <a:pt x="1635" y="4980"/>
                  </a:cubicBezTo>
                  <a:cubicBezTo>
                    <a:pt x="1733" y="5086"/>
                    <a:pt x="1839" y="5086"/>
                    <a:pt x="1938" y="5086"/>
                  </a:cubicBezTo>
                  <a:cubicBezTo>
                    <a:pt x="2044" y="5086"/>
                    <a:pt x="2044" y="5185"/>
                    <a:pt x="2142" y="5185"/>
                  </a:cubicBezTo>
                  <a:lnTo>
                    <a:pt x="2657" y="5185"/>
                  </a:lnTo>
                  <a:cubicBezTo>
                    <a:pt x="3065" y="5185"/>
                    <a:pt x="3474" y="5086"/>
                    <a:pt x="3777" y="4882"/>
                  </a:cubicBezTo>
                  <a:lnTo>
                    <a:pt x="3981" y="4882"/>
                  </a:lnTo>
                  <a:lnTo>
                    <a:pt x="3981" y="4776"/>
                  </a:lnTo>
                  <a:lnTo>
                    <a:pt x="4087" y="4776"/>
                  </a:lnTo>
                  <a:cubicBezTo>
                    <a:pt x="4185" y="4678"/>
                    <a:pt x="4185" y="4678"/>
                    <a:pt x="4291" y="4678"/>
                  </a:cubicBezTo>
                  <a:lnTo>
                    <a:pt x="4291" y="4572"/>
                  </a:lnTo>
                  <a:lnTo>
                    <a:pt x="4390" y="4572"/>
                  </a:lnTo>
                  <a:cubicBezTo>
                    <a:pt x="4390" y="4473"/>
                    <a:pt x="4390" y="4473"/>
                    <a:pt x="4496" y="4473"/>
                  </a:cubicBezTo>
                  <a:lnTo>
                    <a:pt x="4496" y="4367"/>
                  </a:lnTo>
                  <a:cubicBezTo>
                    <a:pt x="4594" y="4367"/>
                    <a:pt x="4594" y="4269"/>
                    <a:pt x="4594" y="4269"/>
                  </a:cubicBezTo>
                  <a:cubicBezTo>
                    <a:pt x="4700" y="4269"/>
                    <a:pt x="4700" y="4269"/>
                    <a:pt x="4700" y="4163"/>
                  </a:cubicBezTo>
                  <a:lnTo>
                    <a:pt x="4798" y="4065"/>
                  </a:lnTo>
                  <a:cubicBezTo>
                    <a:pt x="4798" y="3959"/>
                    <a:pt x="4904" y="3959"/>
                    <a:pt x="4904" y="3959"/>
                  </a:cubicBezTo>
                  <a:lnTo>
                    <a:pt x="4904" y="3860"/>
                  </a:lnTo>
                  <a:lnTo>
                    <a:pt x="5003" y="3754"/>
                  </a:lnTo>
                  <a:lnTo>
                    <a:pt x="5003" y="3656"/>
                  </a:lnTo>
                  <a:cubicBezTo>
                    <a:pt x="5003" y="3550"/>
                    <a:pt x="5109" y="3550"/>
                    <a:pt x="5109" y="3550"/>
                  </a:cubicBezTo>
                  <a:lnTo>
                    <a:pt x="5109" y="3452"/>
                  </a:lnTo>
                  <a:cubicBezTo>
                    <a:pt x="5411" y="2733"/>
                    <a:pt x="5313" y="1817"/>
                    <a:pt x="4798" y="1098"/>
                  </a:cubicBezTo>
                  <a:cubicBezTo>
                    <a:pt x="4278" y="385"/>
                    <a:pt x="3469" y="0"/>
                    <a:pt x="2659"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28"/>
            <p:cNvSpPr/>
            <p:nvPr/>
          </p:nvSpPr>
          <p:spPr>
            <a:xfrm>
              <a:off x="1936750" y="1097625"/>
              <a:ext cx="148175" cy="130550"/>
            </a:xfrm>
            <a:custGeom>
              <a:avLst/>
              <a:gdLst/>
              <a:ahLst/>
              <a:cxnLst/>
              <a:rect l="l" t="t" r="r" b="b"/>
              <a:pathLst>
                <a:path w="5927" h="5222" extrusionOk="0">
                  <a:moveTo>
                    <a:pt x="3022" y="0"/>
                  </a:moveTo>
                  <a:cubicBezTo>
                    <a:pt x="1988" y="0"/>
                    <a:pt x="1000" y="597"/>
                    <a:pt x="613" y="1608"/>
                  </a:cubicBezTo>
                  <a:cubicBezTo>
                    <a:pt x="0" y="2940"/>
                    <a:pt x="712" y="4469"/>
                    <a:pt x="1938" y="4983"/>
                  </a:cubicBezTo>
                  <a:cubicBezTo>
                    <a:pt x="2290" y="5146"/>
                    <a:pt x="2656" y="5222"/>
                    <a:pt x="3015" y="5222"/>
                  </a:cubicBezTo>
                  <a:cubicBezTo>
                    <a:pt x="4014" y="5222"/>
                    <a:pt x="4960" y="4631"/>
                    <a:pt x="5411" y="3651"/>
                  </a:cubicBezTo>
                  <a:cubicBezTo>
                    <a:pt x="5926" y="2327"/>
                    <a:pt x="5313" y="791"/>
                    <a:pt x="3981" y="177"/>
                  </a:cubicBezTo>
                  <a:cubicBezTo>
                    <a:pt x="3668" y="58"/>
                    <a:pt x="3343" y="0"/>
                    <a:pt x="3022"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8"/>
            <p:cNvSpPr/>
            <p:nvPr/>
          </p:nvSpPr>
          <p:spPr>
            <a:xfrm>
              <a:off x="1946975" y="1148025"/>
              <a:ext cx="130175" cy="80150"/>
            </a:xfrm>
            <a:custGeom>
              <a:avLst/>
              <a:gdLst/>
              <a:ahLst/>
              <a:cxnLst/>
              <a:rect l="l" t="t" r="r" b="b"/>
              <a:pathLst>
                <a:path w="5207" h="3206" extrusionOk="0">
                  <a:moveTo>
                    <a:pt x="5108" y="1"/>
                  </a:moveTo>
                  <a:cubicBezTo>
                    <a:pt x="5108" y="311"/>
                    <a:pt x="5108" y="720"/>
                    <a:pt x="4904" y="1022"/>
                  </a:cubicBezTo>
                  <a:cubicBezTo>
                    <a:pt x="4512" y="2037"/>
                    <a:pt x="3532" y="2634"/>
                    <a:pt x="2499" y="2634"/>
                  </a:cubicBezTo>
                  <a:cubicBezTo>
                    <a:pt x="2175" y="2634"/>
                    <a:pt x="1846" y="2575"/>
                    <a:pt x="1529" y="2453"/>
                  </a:cubicBezTo>
                  <a:cubicBezTo>
                    <a:pt x="711" y="2044"/>
                    <a:pt x="204" y="1333"/>
                    <a:pt x="0" y="614"/>
                  </a:cubicBezTo>
                  <a:lnTo>
                    <a:pt x="0" y="614"/>
                  </a:lnTo>
                  <a:cubicBezTo>
                    <a:pt x="0" y="1635"/>
                    <a:pt x="613" y="2559"/>
                    <a:pt x="1529" y="2967"/>
                  </a:cubicBezTo>
                  <a:cubicBezTo>
                    <a:pt x="1881" y="3130"/>
                    <a:pt x="2247" y="3206"/>
                    <a:pt x="2606" y="3206"/>
                  </a:cubicBezTo>
                  <a:cubicBezTo>
                    <a:pt x="3605" y="3206"/>
                    <a:pt x="4551" y="2615"/>
                    <a:pt x="5002" y="1635"/>
                  </a:cubicBezTo>
                  <a:cubicBezTo>
                    <a:pt x="5207" y="1128"/>
                    <a:pt x="5207" y="515"/>
                    <a:pt x="5108"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8"/>
            <p:cNvSpPr/>
            <p:nvPr/>
          </p:nvSpPr>
          <p:spPr>
            <a:xfrm>
              <a:off x="1949425" y="1137800"/>
              <a:ext cx="122625" cy="58875"/>
            </a:xfrm>
            <a:custGeom>
              <a:avLst/>
              <a:gdLst/>
              <a:ahLst/>
              <a:cxnLst/>
              <a:rect l="l" t="t" r="r" b="b"/>
              <a:pathLst>
                <a:path w="4905" h="2355" extrusionOk="0">
                  <a:moveTo>
                    <a:pt x="106" y="1"/>
                  </a:moveTo>
                  <a:lnTo>
                    <a:pt x="106" y="107"/>
                  </a:lnTo>
                  <a:cubicBezTo>
                    <a:pt x="0" y="205"/>
                    <a:pt x="0" y="205"/>
                    <a:pt x="0" y="311"/>
                  </a:cubicBezTo>
                  <a:lnTo>
                    <a:pt x="4700" y="2355"/>
                  </a:lnTo>
                  <a:cubicBezTo>
                    <a:pt x="4806" y="2249"/>
                    <a:pt x="4806" y="2150"/>
                    <a:pt x="4806" y="2044"/>
                  </a:cubicBezTo>
                  <a:lnTo>
                    <a:pt x="4904" y="2044"/>
                  </a:lnTo>
                  <a:lnTo>
                    <a:pt x="106"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8"/>
            <p:cNvSpPr/>
            <p:nvPr/>
          </p:nvSpPr>
          <p:spPr>
            <a:xfrm>
              <a:off x="1949425" y="1132700"/>
              <a:ext cx="122625" cy="58875"/>
            </a:xfrm>
            <a:custGeom>
              <a:avLst/>
              <a:gdLst/>
              <a:ahLst/>
              <a:cxnLst/>
              <a:rect l="l" t="t" r="r" b="b"/>
              <a:pathLst>
                <a:path w="4905" h="2355" extrusionOk="0">
                  <a:moveTo>
                    <a:pt x="205" y="1"/>
                  </a:moveTo>
                  <a:cubicBezTo>
                    <a:pt x="106" y="107"/>
                    <a:pt x="106" y="107"/>
                    <a:pt x="106" y="205"/>
                  </a:cubicBezTo>
                  <a:lnTo>
                    <a:pt x="0" y="311"/>
                  </a:lnTo>
                  <a:lnTo>
                    <a:pt x="4806" y="2354"/>
                  </a:lnTo>
                  <a:lnTo>
                    <a:pt x="4904" y="2248"/>
                  </a:lnTo>
                  <a:lnTo>
                    <a:pt x="4904" y="2044"/>
                  </a:lnTo>
                  <a:lnTo>
                    <a:pt x="2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8"/>
            <p:cNvSpPr/>
            <p:nvPr/>
          </p:nvSpPr>
          <p:spPr>
            <a:xfrm>
              <a:off x="2115550" y="1176775"/>
              <a:ext cx="132825" cy="129625"/>
            </a:xfrm>
            <a:custGeom>
              <a:avLst/>
              <a:gdLst/>
              <a:ahLst/>
              <a:cxnLst/>
              <a:rect l="l" t="t" r="r" b="b"/>
              <a:pathLst>
                <a:path w="5313" h="5185" extrusionOk="0">
                  <a:moveTo>
                    <a:pt x="2629" y="0"/>
                  </a:moveTo>
                  <a:cubicBezTo>
                    <a:pt x="2157" y="0"/>
                    <a:pt x="1672" y="126"/>
                    <a:pt x="1226" y="387"/>
                  </a:cubicBezTo>
                  <a:cubicBezTo>
                    <a:pt x="1226" y="387"/>
                    <a:pt x="1120" y="387"/>
                    <a:pt x="1120" y="485"/>
                  </a:cubicBezTo>
                  <a:lnTo>
                    <a:pt x="1022" y="485"/>
                  </a:lnTo>
                  <a:lnTo>
                    <a:pt x="1022" y="591"/>
                  </a:lnTo>
                  <a:cubicBezTo>
                    <a:pt x="916" y="591"/>
                    <a:pt x="916" y="591"/>
                    <a:pt x="916" y="690"/>
                  </a:cubicBezTo>
                  <a:lnTo>
                    <a:pt x="817" y="690"/>
                  </a:lnTo>
                  <a:cubicBezTo>
                    <a:pt x="711" y="796"/>
                    <a:pt x="507" y="1000"/>
                    <a:pt x="409" y="1204"/>
                  </a:cubicBezTo>
                  <a:cubicBezTo>
                    <a:pt x="303" y="1303"/>
                    <a:pt x="303" y="1303"/>
                    <a:pt x="303" y="1409"/>
                  </a:cubicBezTo>
                  <a:lnTo>
                    <a:pt x="204" y="1507"/>
                  </a:lnTo>
                  <a:lnTo>
                    <a:pt x="204" y="1613"/>
                  </a:lnTo>
                  <a:lnTo>
                    <a:pt x="204" y="1711"/>
                  </a:lnTo>
                  <a:cubicBezTo>
                    <a:pt x="98" y="1711"/>
                    <a:pt x="98" y="1817"/>
                    <a:pt x="98" y="1916"/>
                  </a:cubicBezTo>
                  <a:cubicBezTo>
                    <a:pt x="98" y="2022"/>
                    <a:pt x="0" y="2022"/>
                    <a:pt x="0" y="2120"/>
                  </a:cubicBezTo>
                  <a:lnTo>
                    <a:pt x="0" y="2226"/>
                  </a:lnTo>
                  <a:lnTo>
                    <a:pt x="0" y="2324"/>
                  </a:lnTo>
                  <a:lnTo>
                    <a:pt x="0" y="2430"/>
                  </a:lnTo>
                  <a:lnTo>
                    <a:pt x="0" y="2635"/>
                  </a:lnTo>
                  <a:lnTo>
                    <a:pt x="0" y="2839"/>
                  </a:lnTo>
                  <a:lnTo>
                    <a:pt x="0" y="2937"/>
                  </a:lnTo>
                  <a:lnTo>
                    <a:pt x="0" y="3043"/>
                  </a:lnTo>
                  <a:lnTo>
                    <a:pt x="0" y="3142"/>
                  </a:lnTo>
                  <a:cubicBezTo>
                    <a:pt x="0" y="3248"/>
                    <a:pt x="98" y="3346"/>
                    <a:pt x="98" y="3346"/>
                  </a:cubicBezTo>
                  <a:cubicBezTo>
                    <a:pt x="98" y="3452"/>
                    <a:pt x="98" y="3550"/>
                    <a:pt x="204" y="3550"/>
                  </a:cubicBezTo>
                  <a:lnTo>
                    <a:pt x="204" y="3656"/>
                  </a:lnTo>
                  <a:cubicBezTo>
                    <a:pt x="204" y="3755"/>
                    <a:pt x="204" y="3755"/>
                    <a:pt x="303" y="3861"/>
                  </a:cubicBezTo>
                  <a:cubicBezTo>
                    <a:pt x="303" y="3959"/>
                    <a:pt x="409" y="4065"/>
                    <a:pt x="409" y="4065"/>
                  </a:cubicBezTo>
                  <a:cubicBezTo>
                    <a:pt x="711" y="4474"/>
                    <a:pt x="1022" y="4776"/>
                    <a:pt x="1430" y="4882"/>
                  </a:cubicBezTo>
                  <a:cubicBezTo>
                    <a:pt x="1430" y="4981"/>
                    <a:pt x="1529" y="4981"/>
                    <a:pt x="1635" y="4981"/>
                  </a:cubicBezTo>
                  <a:cubicBezTo>
                    <a:pt x="1733" y="5087"/>
                    <a:pt x="1733" y="5087"/>
                    <a:pt x="1839" y="5087"/>
                  </a:cubicBezTo>
                  <a:cubicBezTo>
                    <a:pt x="1937" y="5185"/>
                    <a:pt x="2043" y="5185"/>
                    <a:pt x="2142" y="5185"/>
                  </a:cubicBezTo>
                  <a:lnTo>
                    <a:pt x="2550" y="5185"/>
                  </a:lnTo>
                  <a:cubicBezTo>
                    <a:pt x="2959" y="5185"/>
                    <a:pt x="3368" y="5087"/>
                    <a:pt x="3776" y="4981"/>
                  </a:cubicBezTo>
                  <a:lnTo>
                    <a:pt x="3776" y="4882"/>
                  </a:lnTo>
                  <a:lnTo>
                    <a:pt x="3981" y="4882"/>
                  </a:lnTo>
                  <a:lnTo>
                    <a:pt x="3981" y="4776"/>
                  </a:lnTo>
                  <a:lnTo>
                    <a:pt x="4087" y="4776"/>
                  </a:lnTo>
                  <a:lnTo>
                    <a:pt x="4185" y="4678"/>
                  </a:lnTo>
                  <a:lnTo>
                    <a:pt x="4185" y="4572"/>
                  </a:lnTo>
                  <a:lnTo>
                    <a:pt x="4291" y="4572"/>
                  </a:lnTo>
                  <a:lnTo>
                    <a:pt x="4389" y="4474"/>
                  </a:lnTo>
                  <a:lnTo>
                    <a:pt x="4496" y="4368"/>
                  </a:lnTo>
                  <a:cubicBezTo>
                    <a:pt x="4496" y="4368"/>
                    <a:pt x="4594" y="4368"/>
                    <a:pt x="4594" y="4269"/>
                  </a:cubicBezTo>
                  <a:cubicBezTo>
                    <a:pt x="4700" y="4163"/>
                    <a:pt x="4700" y="4065"/>
                    <a:pt x="4798" y="4065"/>
                  </a:cubicBezTo>
                  <a:lnTo>
                    <a:pt x="4798" y="3959"/>
                  </a:lnTo>
                  <a:cubicBezTo>
                    <a:pt x="4798" y="3959"/>
                    <a:pt x="4798" y="3861"/>
                    <a:pt x="4904" y="3861"/>
                  </a:cubicBezTo>
                  <a:lnTo>
                    <a:pt x="4904" y="3755"/>
                  </a:lnTo>
                  <a:lnTo>
                    <a:pt x="5002" y="3656"/>
                  </a:lnTo>
                  <a:lnTo>
                    <a:pt x="5002" y="3550"/>
                  </a:lnTo>
                  <a:cubicBezTo>
                    <a:pt x="5313" y="2733"/>
                    <a:pt x="5207" y="1916"/>
                    <a:pt x="4700" y="1098"/>
                  </a:cubicBezTo>
                  <a:cubicBezTo>
                    <a:pt x="4242" y="385"/>
                    <a:pt x="3456" y="0"/>
                    <a:pt x="2629"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8"/>
            <p:cNvSpPr/>
            <p:nvPr/>
          </p:nvSpPr>
          <p:spPr>
            <a:xfrm>
              <a:off x="2100225" y="1164025"/>
              <a:ext cx="148150" cy="130575"/>
            </a:xfrm>
            <a:custGeom>
              <a:avLst/>
              <a:gdLst/>
              <a:ahLst/>
              <a:cxnLst/>
              <a:rect l="l" t="t" r="r" b="b"/>
              <a:pathLst>
                <a:path w="5926" h="5223" extrusionOk="0">
                  <a:moveTo>
                    <a:pt x="3021" y="1"/>
                  </a:moveTo>
                  <a:cubicBezTo>
                    <a:pt x="1981" y="1"/>
                    <a:pt x="975" y="597"/>
                    <a:pt x="507" y="1608"/>
                  </a:cubicBezTo>
                  <a:cubicBezTo>
                    <a:pt x="0" y="2940"/>
                    <a:pt x="613" y="4469"/>
                    <a:pt x="1937" y="4984"/>
                  </a:cubicBezTo>
                  <a:cubicBezTo>
                    <a:pt x="2290" y="5146"/>
                    <a:pt x="2656" y="5222"/>
                    <a:pt x="3013" y="5222"/>
                  </a:cubicBezTo>
                  <a:cubicBezTo>
                    <a:pt x="4007" y="5222"/>
                    <a:pt x="4934" y="4631"/>
                    <a:pt x="5313" y="3652"/>
                  </a:cubicBezTo>
                  <a:cubicBezTo>
                    <a:pt x="5926" y="2327"/>
                    <a:pt x="5313" y="791"/>
                    <a:pt x="3981" y="178"/>
                  </a:cubicBezTo>
                  <a:cubicBezTo>
                    <a:pt x="3667" y="58"/>
                    <a:pt x="3342" y="1"/>
                    <a:pt x="3021"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8"/>
            <p:cNvSpPr/>
            <p:nvPr/>
          </p:nvSpPr>
          <p:spPr>
            <a:xfrm>
              <a:off x="2107775" y="1214425"/>
              <a:ext cx="132850" cy="80175"/>
            </a:xfrm>
            <a:custGeom>
              <a:avLst/>
              <a:gdLst/>
              <a:ahLst/>
              <a:cxnLst/>
              <a:rect l="l" t="t" r="r" b="b"/>
              <a:pathLst>
                <a:path w="5314" h="3207" extrusionOk="0">
                  <a:moveTo>
                    <a:pt x="5215" y="1"/>
                  </a:moveTo>
                  <a:cubicBezTo>
                    <a:pt x="5215" y="410"/>
                    <a:pt x="5109" y="720"/>
                    <a:pt x="5011" y="1023"/>
                  </a:cubicBezTo>
                  <a:cubicBezTo>
                    <a:pt x="4544" y="2037"/>
                    <a:pt x="3542" y="2634"/>
                    <a:pt x="2506" y="2634"/>
                  </a:cubicBezTo>
                  <a:cubicBezTo>
                    <a:pt x="2181" y="2634"/>
                    <a:pt x="1853" y="2576"/>
                    <a:pt x="1537" y="2453"/>
                  </a:cubicBezTo>
                  <a:cubicBezTo>
                    <a:pt x="720" y="2044"/>
                    <a:pt x="205" y="1431"/>
                    <a:pt x="1" y="614"/>
                  </a:cubicBezTo>
                  <a:lnTo>
                    <a:pt x="1" y="614"/>
                  </a:lnTo>
                  <a:cubicBezTo>
                    <a:pt x="1" y="1636"/>
                    <a:pt x="614" y="2559"/>
                    <a:pt x="1635" y="2968"/>
                  </a:cubicBezTo>
                  <a:cubicBezTo>
                    <a:pt x="1988" y="3130"/>
                    <a:pt x="2354" y="3206"/>
                    <a:pt x="2711" y="3206"/>
                  </a:cubicBezTo>
                  <a:cubicBezTo>
                    <a:pt x="3705" y="3206"/>
                    <a:pt x="4632" y="2615"/>
                    <a:pt x="5011" y="1636"/>
                  </a:cubicBezTo>
                  <a:cubicBezTo>
                    <a:pt x="5215" y="1129"/>
                    <a:pt x="5313" y="516"/>
                    <a:pt x="5215"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8"/>
            <p:cNvSpPr/>
            <p:nvPr/>
          </p:nvSpPr>
          <p:spPr>
            <a:xfrm>
              <a:off x="2110425" y="1204225"/>
              <a:ext cx="122625" cy="58875"/>
            </a:xfrm>
            <a:custGeom>
              <a:avLst/>
              <a:gdLst/>
              <a:ahLst/>
              <a:cxnLst/>
              <a:rect l="l" t="t" r="r" b="b"/>
              <a:pathLst>
                <a:path w="4905" h="2355" extrusionOk="0">
                  <a:moveTo>
                    <a:pt x="99" y="0"/>
                  </a:moveTo>
                  <a:lnTo>
                    <a:pt x="99" y="106"/>
                  </a:lnTo>
                  <a:cubicBezTo>
                    <a:pt x="99" y="205"/>
                    <a:pt x="1" y="205"/>
                    <a:pt x="1" y="311"/>
                  </a:cubicBezTo>
                  <a:lnTo>
                    <a:pt x="4799" y="2354"/>
                  </a:lnTo>
                  <a:cubicBezTo>
                    <a:pt x="4799" y="2248"/>
                    <a:pt x="4799" y="2150"/>
                    <a:pt x="4905" y="2150"/>
                  </a:cubicBezTo>
                  <a:lnTo>
                    <a:pt x="4905" y="2044"/>
                  </a:lnTo>
                  <a:lnTo>
                    <a:pt x="99"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28"/>
            <p:cNvSpPr/>
            <p:nvPr/>
          </p:nvSpPr>
          <p:spPr>
            <a:xfrm>
              <a:off x="2112875" y="1201775"/>
              <a:ext cx="122625" cy="56200"/>
            </a:xfrm>
            <a:custGeom>
              <a:avLst/>
              <a:gdLst/>
              <a:ahLst/>
              <a:cxnLst/>
              <a:rect l="l" t="t" r="r" b="b"/>
              <a:pathLst>
                <a:path w="4905" h="2248" extrusionOk="0">
                  <a:moveTo>
                    <a:pt x="107" y="0"/>
                  </a:moveTo>
                  <a:lnTo>
                    <a:pt x="1" y="98"/>
                  </a:lnTo>
                  <a:lnTo>
                    <a:pt x="1" y="303"/>
                  </a:lnTo>
                  <a:lnTo>
                    <a:pt x="4807" y="2248"/>
                  </a:lnTo>
                  <a:lnTo>
                    <a:pt x="4807" y="2142"/>
                  </a:lnTo>
                  <a:cubicBezTo>
                    <a:pt x="4807" y="2043"/>
                    <a:pt x="4905" y="2043"/>
                    <a:pt x="4905" y="1937"/>
                  </a:cubicBezTo>
                  <a:lnTo>
                    <a:pt x="10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4" name="Google Shape;1494;p28"/>
          <p:cNvGrpSpPr/>
          <p:nvPr/>
        </p:nvGrpSpPr>
        <p:grpSpPr>
          <a:xfrm>
            <a:off x="8266150" y="4248125"/>
            <a:ext cx="480225" cy="615300"/>
            <a:chOff x="912850" y="4743425"/>
            <a:chExt cx="480225" cy="615300"/>
          </a:xfrm>
        </p:grpSpPr>
        <p:sp>
          <p:nvSpPr>
            <p:cNvPr id="1495" name="Google Shape;1495;p28"/>
            <p:cNvSpPr/>
            <p:nvPr/>
          </p:nvSpPr>
          <p:spPr>
            <a:xfrm>
              <a:off x="912850" y="4825175"/>
              <a:ext cx="480225" cy="533550"/>
            </a:xfrm>
            <a:custGeom>
              <a:avLst/>
              <a:gdLst/>
              <a:ahLst/>
              <a:cxnLst/>
              <a:rect l="l" t="t" r="r" b="b"/>
              <a:pathLst>
                <a:path w="19209" h="21342" extrusionOk="0">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28"/>
            <p:cNvSpPr/>
            <p:nvPr/>
          </p:nvSpPr>
          <p:spPr>
            <a:xfrm>
              <a:off x="1055900" y="4825175"/>
              <a:ext cx="291200" cy="71525"/>
            </a:xfrm>
            <a:custGeom>
              <a:avLst/>
              <a:gdLst/>
              <a:ahLst/>
              <a:cxnLst/>
              <a:rect l="l" t="t" r="r" b="b"/>
              <a:pathLst>
                <a:path w="11648" h="2861" extrusionOk="0">
                  <a:moveTo>
                    <a:pt x="205" y="0"/>
                  </a:moveTo>
                  <a:lnTo>
                    <a:pt x="0" y="613"/>
                  </a:lnTo>
                  <a:lnTo>
                    <a:pt x="11549" y="2861"/>
                  </a:lnTo>
                  <a:lnTo>
                    <a:pt x="11647" y="2248"/>
                  </a:lnTo>
                  <a:lnTo>
                    <a:pt x="205"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28"/>
            <p:cNvSpPr/>
            <p:nvPr/>
          </p:nvSpPr>
          <p:spPr>
            <a:xfrm>
              <a:off x="1038125" y="4743425"/>
              <a:ext cx="344725" cy="143075"/>
            </a:xfrm>
            <a:custGeom>
              <a:avLst/>
              <a:gdLst/>
              <a:ahLst/>
              <a:cxnLst/>
              <a:rect l="l" t="t" r="r" b="b"/>
              <a:pathLst>
                <a:path w="13789" h="5723" extrusionOk="0">
                  <a:moveTo>
                    <a:pt x="613" y="1"/>
                  </a:moveTo>
                  <a:lnTo>
                    <a:pt x="0" y="3066"/>
                  </a:lnTo>
                  <a:lnTo>
                    <a:pt x="13176" y="5722"/>
                  </a:lnTo>
                  <a:lnTo>
                    <a:pt x="13789" y="2657"/>
                  </a:lnTo>
                  <a:lnTo>
                    <a:pt x="6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28"/>
            <p:cNvSpPr/>
            <p:nvPr/>
          </p:nvSpPr>
          <p:spPr>
            <a:xfrm>
              <a:off x="1050775" y="4745900"/>
              <a:ext cx="28225" cy="79300"/>
            </a:xfrm>
            <a:custGeom>
              <a:avLst/>
              <a:gdLst/>
              <a:ahLst/>
              <a:cxnLst/>
              <a:rect l="l" t="t" r="r" b="b"/>
              <a:pathLst>
                <a:path w="1129" h="3172" extrusionOk="0">
                  <a:moveTo>
                    <a:pt x="614" y="0"/>
                  </a:moveTo>
                  <a:lnTo>
                    <a:pt x="1" y="3065"/>
                  </a:lnTo>
                  <a:lnTo>
                    <a:pt x="516" y="3171"/>
                  </a:lnTo>
                  <a:lnTo>
                    <a:pt x="1129" y="106"/>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28"/>
            <p:cNvSpPr/>
            <p:nvPr/>
          </p:nvSpPr>
          <p:spPr>
            <a:xfrm>
              <a:off x="1078975" y="4751000"/>
              <a:ext cx="30675" cy="81750"/>
            </a:xfrm>
            <a:custGeom>
              <a:avLst/>
              <a:gdLst/>
              <a:ahLst/>
              <a:cxnLst/>
              <a:rect l="l" t="t" r="r" b="b"/>
              <a:pathLst>
                <a:path w="1227" h="3270" extrusionOk="0">
                  <a:moveTo>
                    <a:pt x="614" y="0"/>
                  </a:moveTo>
                  <a:lnTo>
                    <a:pt x="1" y="3172"/>
                  </a:lnTo>
                  <a:lnTo>
                    <a:pt x="614" y="3270"/>
                  </a:lnTo>
                  <a:lnTo>
                    <a:pt x="1227" y="107"/>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28"/>
            <p:cNvSpPr/>
            <p:nvPr/>
          </p:nvSpPr>
          <p:spPr>
            <a:xfrm>
              <a:off x="1109625" y="4756100"/>
              <a:ext cx="28025" cy="81775"/>
            </a:xfrm>
            <a:custGeom>
              <a:avLst/>
              <a:gdLst/>
              <a:ahLst/>
              <a:cxnLst/>
              <a:rect l="l" t="t" r="r" b="b"/>
              <a:pathLst>
                <a:path w="1121" h="3271" extrusionOk="0">
                  <a:moveTo>
                    <a:pt x="614" y="1"/>
                  </a:moveTo>
                  <a:lnTo>
                    <a:pt x="1" y="3172"/>
                  </a:lnTo>
                  <a:lnTo>
                    <a:pt x="508" y="3270"/>
                  </a:lnTo>
                  <a:lnTo>
                    <a:pt x="1121" y="107"/>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28"/>
            <p:cNvSpPr/>
            <p:nvPr/>
          </p:nvSpPr>
          <p:spPr>
            <a:xfrm>
              <a:off x="1137625" y="4763875"/>
              <a:ext cx="30675" cy="79100"/>
            </a:xfrm>
            <a:custGeom>
              <a:avLst/>
              <a:gdLst/>
              <a:ahLst/>
              <a:cxnLst/>
              <a:rect l="l" t="t" r="r" b="b"/>
              <a:pathLst>
                <a:path w="1227" h="3164" extrusionOk="0">
                  <a:moveTo>
                    <a:pt x="614" y="0"/>
                  </a:moveTo>
                  <a:lnTo>
                    <a:pt x="1" y="3065"/>
                  </a:lnTo>
                  <a:lnTo>
                    <a:pt x="516" y="3163"/>
                  </a:lnTo>
                  <a:lnTo>
                    <a:pt x="1227" y="98"/>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28"/>
            <p:cNvSpPr/>
            <p:nvPr/>
          </p:nvSpPr>
          <p:spPr>
            <a:xfrm>
              <a:off x="1165825" y="4768975"/>
              <a:ext cx="30675" cy="79100"/>
            </a:xfrm>
            <a:custGeom>
              <a:avLst/>
              <a:gdLst/>
              <a:ahLst/>
              <a:cxnLst/>
              <a:rect l="l" t="t" r="r" b="b"/>
              <a:pathLst>
                <a:path w="1227" h="3164" extrusionOk="0">
                  <a:moveTo>
                    <a:pt x="712" y="1"/>
                  </a:moveTo>
                  <a:lnTo>
                    <a:pt x="1" y="3066"/>
                  </a:lnTo>
                  <a:lnTo>
                    <a:pt x="614" y="3164"/>
                  </a:lnTo>
                  <a:lnTo>
                    <a:pt x="1227" y="99"/>
                  </a:lnTo>
                  <a:lnTo>
                    <a:pt x="712"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28"/>
            <p:cNvSpPr/>
            <p:nvPr/>
          </p:nvSpPr>
          <p:spPr>
            <a:xfrm>
              <a:off x="1196475" y="4774075"/>
              <a:ext cx="28025" cy="81775"/>
            </a:xfrm>
            <a:custGeom>
              <a:avLst/>
              <a:gdLst/>
              <a:ahLst/>
              <a:cxnLst/>
              <a:rect l="l" t="t" r="r" b="b"/>
              <a:pathLst>
                <a:path w="1121" h="3271" extrusionOk="0">
                  <a:moveTo>
                    <a:pt x="614" y="1"/>
                  </a:moveTo>
                  <a:lnTo>
                    <a:pt x="1" y="3164"/>
                  </a:lnTo>
                  <a:lnTo>
                    <a:pt x="507" y="3270"/>
                  </a:lnTo>
                  <a:lnTo>
                    <a:pt x="1120"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28"/>
            <p:cNvSpPr/>
            <p:nvPr/>
          </p:nvSpPr>
          <p:spPr>
            <a:xfrm>
              <a:off x="1224475" y="4779200"/>
              <a:ext cx="30675" cy="81750"/>
            </a:xfrm>
            <a:custGeom>
              <a:avLst/>
              <a:gdLst/>
              <a:ahLst/>
              <a:cxnLst/>
              <a:rect l="l" t="t" r="r" b="b"/>
              <a:pathLst>
                <a:path w="1227" h="3270" extrusionOk="0">
                  <a:moveTo>
                    <a:pt x="613" y="0"/>
                  </a:moveTo>
                  <a:lnTo>
                    <a:pt x="0" y="3163"/>
                  </a:lnTo>
                  <a:lnTo>
                    <a:pt x="613" y="3270"/>
                  </a:lnTo>
                  <a:lnTo>
                    <a:pt x="1226" y="98"/>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28"/>
            <p:cNvSpPr/>
            <p:nvPr/>
          </p:nvSpPr>
          <p:spPr>
            <a:xfrm>
              <a:off x="1255125" y="4786750"/>
              <a:ext cx="28225" cy="79300"/>
            </a:xfrm>
            <a:custGeom>
              <a:avLst/>
              <a:gdLst/>
              <a:ahLst/>
              <a:cxnLst/>
              <a:rect l="l" t="t" r="r" b="b"/>
              <a:pathLst>
                <a:path w="1129" h="3172" extrusionOk="0">
                  <a:moveTo>
                    <a:pt x="613" y="1"/>
                  </a:moveTo>
                  <a:lnTo>
                    <a:pt x="0" y="3066"/>
                  </a:lnTo>
                  <a:lnTo>
                    <a:pt x="515" y="3172"/>
                  </a:lnTo>
                  <a:lnTo>
                    <a:pt x="1128" y="107"/>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28"/>
            <p:cNvSpPr/>
            <p:nvPr/>
          </p:nvSpPr>
          <p:spPr>
            <a:xfrm>
              <a:off x="1283325" y="4791875"/>
              <a:ext cx="30675" cy="81750"/>
            </a:xfrm>
            <a:custGeom>
              <a:avLst/>
              <a:gdLst/>
              <a:ahLst/>
              <a:cxnLst/>
              <a:rect l="l" t="t" r="r" b="b"/>
              <a:pathLst>
                <a:path w="1227" h="3270" extrusionOk="0">
                  <a:moveTo>
                    <a:pt x="613" y="0"/>
                  </a:moveTo>
                  <a:lnTo>
                    <a:pt x="0" y="3171"/>
                  </a:lnTo>
                  <a:lnTo>
                    <a:pt x="613" y="3269"/>
                  </a:lnTo>
                  <a:lnTo>
                    <a:pt x="1226" y="106"/>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28"/>
            <p:cNvSpPr/>
            <p:nvPr/>
          </p:nvSpPr>
          <p:spPr>
            <a:xfrm>
              <a:off x="1313975" y="4796975"/>
              <a:ext cx="28000" cy="81750"/>
            </a:xfrm>
            <a:custGeom>
              <a:avLst/>
              <a:gdLst/>
              <a:ahLst/>
              <a:cxnLst/>
              <a:rect l="l" t="t" r="r" b="b"/>
              <a:pathLst>
                <a:path w="1120" h="3270" extrusionOk="0">
                  <a:moveTo>
                    <a:pt x="613" y="0"/>
                  </a:moveTo>
                  <a:lnTo>
                    <a:pt x="0" y="3172"/>
                  </a:lnTo>
                  <a:lnTo>
                    <a:pt x="507" y="3270"/>
                  </a:lnTo>
                  <a:lnTo>
                    <a:pt x="1120" y="107"/>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28"/>
            <p:cNvSpPr/>
            <p:nvPr/>
          </p:nvSpPr>
          <p:spPr>
            <a:xfrm>
              <a:off x="1341950" y="4804725"/>
              <a:ext cx="30675" cy="79125"/>
            </a:xfrm>
            <a:custGeom>
              <a:avLst/>
              <a:gdLst/>
              <a:ahLst/>
              <a:cxnLst/>
              <a:rect l="l" t="t" r="r" b="b"/>
              <a:pathLst>
                <a:path w="1227" h="3165" extrusionOk="0">
                  <a:moveTo>
                    <a:pt x="614" y="1"/>
                  </a:moveTo>
                  <a:lnTo>
                    <a:pt x="1" y="3066"/>
                  </a:lnTo>
                  <a:lnTo>
                    <a:pt x="516" y="3164"/>
                  </a:lnTo>
                  <a:lnTo>
                    <a:pt x="1227"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28"/>
            <p:cNvSpPr/>
            <p:nvPr/>
          </p:nvSpPr>
          <p:spPr>
            <a:xfrm>
              <a:off x="935950" y="4963100"/>
              <a:ext cx="441800" cy="260550"/>
            </a:xfrm>
            <a:custGeom>
              <a:avLst/>
              <a:gdLst/>
              <a:ahLst/>
              <a:cxnLst/>
              <a:rect l="l" t="t" r="r" b="b"/>
              <a:pathLst>
                <a:path w="17672" h="10422" extrusionOk="0">
                  <a:moveTo>
                    <a:pt x="1431" y="0"/>
                  </a:moveTo>
                  <a:lnTo>
                    <a:pt x="0" y="7250"/>
                  </a:lnTo>
                  <a:lnTo>
                    <a:pt x="16241" y="10421"/>
                  </a:lnTo>
                  <a:lnTo>
                    <a:pt x="17671" y="3163"/>
                  </a:lnTo>
                  <a:lnTo>
                    <a:pt x="14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28"/>
            <p:cNvSpPr/>
            <p:nvPr/>
          </p:nvSpPr>
          <p:spPr>
            <a:xfrm>
              <a:off x="912850" y="5169875"/>
              <a:ext cx="424025" cy="188850"/>
            </a:xfrm>
            <a:custGeom>
              <a:avLst/>
              <a:gdLst/>
              <a:ahLst/>
              <a:cxnLst/>
              <a:rect l="l" t="t" r="r" b="b"/>
              <a:pathLst>
                <a:path w="16961" h="7554" extrusionOk="0">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28"/>
            <p:cNvSpPr/>
            <p:nvPr/>
          </p:nvSpPr>
          <p:spPr>
            <a:xfrm>
              <a:off x="963950" y="4963100"/>
              <a:ext cx="413800" cy="112400"/>
            </a:xfrm>
            <a:custGeom>
              <a:avLst/>
              <a:gdLst/>
              <a:ahLst/>
              <a:cxnLst/>
              <a:rect l="l" t="t" r="r" b="b"/>
              <a:pathLst>
                <a:path w="16552" h="4496" extrusionOk="0">
                  <a:moveTo>
                    <a:pt x="311" y="0"/>
                  </a:moveTo>
                  <a:lnTo>
                    <a:pt x="0" y="1324"/>
                  </a:lnTo>
                  <a:lnTo>
                    <a:pt x="16249" y="4496"/>
                  </a:lnTo>
                  <a:lnTo>
                    <a:pt x="16551" y="3163"/>
                  </a:lnTo>
                  <a:lnTo>
                    <a:pt x="311"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28"/>
            <p:cNvSpPr/>
            <p:nvPr/>
          </p:nvSpPr>
          <p:spPr>
            <a:xfrm>
              <a:off x="984375" y="5034625"/>
              <a:ext cx="94625" cy="94425"/>
            </a:xfrm>
            <a:custGeom>
              <a:avLst/>
              <a:gdLst/>
              <a:ahLst/>
              <a:cxnLst/>
              <a:rect l="l" t="t" r="r" b="b"/>
              <a:pathLst>
                <a:path w="3785" h="3777" extrusionOk="0">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28"/>
            <p:cNvSpPr/>
            <p:nvPr/>
          </p:nvSpPr>
          <p:spPr>
            <a:xfrm>
              <a:off x="1178500" y="5075475"/>
              <a:ext cx="145700" cy="43350"/>
            </a:xfrm>
            <a:custGeom>
              <a:avLst/>
              <a:gdLst/>
              <a:ahLst/>
              <a:cxnLst/>
              <a:rect l="l" t="t" r="r" b="b"/>
              <a:pathLst>
                <a:path w="5828" h="1734" extrusionOk="0">
                  <a:moveTo>
                    <a:pt x="205" y="1"/>
                  </a:moveTo>
                  <a:lnTo>
                    <a:pt x="0" y="614"/>
                  </a:lnTo>
                  <a:lnTo>
                    <a:pt x="5722" y="1733"/>
                  </a:lnTo>
                  <a:lnTo>
                    <a:pt x="5828" y="1120"/>
                  </a:lnTo>
                  <a:lnTo>
                    <a:pt x="205"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28"/>
            <p:cNvSpPr/>
            <p:nvPr/>
          </p:nvSpPr>
          <p:spPr>
            <a:xfrm>
              <a:off x="1170925" y="5113700"/>
              <a:ext cx="145525" cy="43550"/>
            </a:xfrm>
            <a:custGeom>
              <a:avLst/>
              <a:gdLst/>
              <a:ahLst/>
              <a:cxnLst/>
              <a:rect l="l" t="t" r="r" b="b"/>
              <a:pathLst>
                <a:path w="5821" h="1742" extrusionOk="0">
                  <a:moveTo>
                    <a:pt x="205" y="0"/>
                  </a:moveTo>
                  <a:lnTo>
                    <a:pt x="1" y="719"/>
                  </a:lnTo>
                  <a:lnTo>
                    <a:pt x="5722" y="1741"/>
                  </a:lnTo>
                  <a:lnTo>
                    <a:pt x="5820" y="1128"/>
                  </a:lnTo>
                  <a:lnTo>
                    <a:pt x="205"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5" name="Google Shape;1515;p28"/>
          <p:cNvSpPr/>
          <p:nvPr/>
        </p:nvSpPr>
        <p:spPr>
          <a:xfrm flipH="1">
            <a:off x="321590" y="8514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28"/>
          <p:cNvSpPr/>
          <p:nvPr/>
        </p:nvSpPr>
        <p:spPr>
          <a:xfrm flipH="1">
            <a:off x="1700081" y="617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28"/>
          <p:cNvSpPr/>
          <p:nvPr/>
        </p:nvSpPr>
        <p:spPr>
          <a:xfrm flipH="1">
            <a:off x="152397" y="12744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28"/>
          <p:cNvSpPr/>
          <p:nvPr/>
        </p:nvSpPr>
        <p:spPr>
          <a:xfrm flipH="1">
            <a:off x="614097" y="5764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28"/>
          <p:cNvSpPr/>
          <p:nvPr/>
        </p:nvSpPr>
        <p:spPr>
          <a:xfrm flipH="1">
            <a:off x="712853" y="1604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28"/>
          <p:cNvSpPr/>
          <p:nvPr/>
        </p:nvSpPr>
        <p:spPr>
          <a:xfrm flipH="1">
            <a:off x="2362920" y="2698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28"/>
          <p:cNvSpPr/>
          <p:nvPr/>
        </p:nvSpPr>
        <p:spPr>
          <a:xfrm>
            <a:off x="8408223" y="36797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28"/>
          <p:cNvSpPr/>
          <p:nvPr/>
        </p:nvSpPr>
        <p:spPr>
          <a:xfrm>
            <a:off x="8538536" y="8229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28"/>
          <p:cNvSpPr/>
          <p:nvPr/>
        </p:nvSpPr>
        <p:spPr>
          <a:xfrm>
            <a:off x="8697360" y="101670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28"/>
          <p:cNvSpPr/>
          <p:nvPr/>
        </p:nvSpPr>
        <p:spPr>
          <a:xfrm>
            <a:off x="8937353" y="41706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28"/>
          <p:cNvSpPr/>
          <p:nvPr/>
        </p:nvSpPr>
        <p:spPr>
          <a:xfrm rot="10800000">
            <a:off x="28" y="36"/>
            <a:ext cx="1695422" cy="2497239"/>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four columns">
  <p:cSld name="CUSTOM_1_1_1">
    <p:spTree>
      <p:nvGrpSpPr>
        <p:cNvPr id="1" name="Shape 1526"/>
        <p:cNvGrpSpPr/>
        <p:nvPr/>
      </p:nvGrpSpPr>
      <p:grpSpPr>
        <a:xfrm>
          <a:off x="0" y="0"/>
          <a:ext cx="0" cy="0"/>
          <a:chOff x="0" y="0"/>
          <a:chExt cx="0" cy="0"/>
        </a:xfrm>
      </p:grpSpPr>
      <p:sp>
        <p:nvSpPr>
          <p:cNvPr id="1527" name="Google Shape;1527;p29"/>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1528" name="Google Shape;1528;p29"/>
          <p:cNvSpPr/>
          <p:nvPr/>
        </p:nvSpPr>
        <p:spPr>
          <a:xfrm rot="10800000">
            <a:off x="7048495" y="2269125"/>
            <a:ext cx="2051903" cy="2874373"/>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29"/>
          <p:cNvSpPr/>
          <p:nvPr/>
        </p:nvSpPr>
        <p:spPr>
          <a:xfrm>
            <a:off x="0" y="0"/>
            <a:ext cx="4687105" cy="634373"/>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29"/>
          <p:cNvSpPr/>
          <p:nvPr/>
        </p:nvSpPr>
        <p:spPr>
          <a:xfrm>
            <a:off x="123948" y="4008487"/>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29"/>
          <p:cNvSpPr/>
          <p:nvPr/>
        </p:nvSpPr>
        <p:spPr>
          <a:xfrm>
            <a:off x="254261" y="3722806"/>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29"/>
          <p:cNvSpPr/>
          <p:nvPr/>
        </p:nvSpPr>
        <p:spPr>
          <a:xfrm>
            <a:off x="413085" y="4657214"/>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29"/>
          <p:cNvSpPr/>
          <p:nvPr/>
        </p:nvSpPr>
        <p:spPr>
          <a:xfrm>
            <a:off x="653078" y="4057582"/>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29"/>
          <p:cNvSpPr/>
          <p:nvPr/>
        </p:nvSpPr>
        <p:spPr>
          <a:xfrm>
            <a:off x="8554680" y="9627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29"/>
          <p:cNvSpPr/>
          <p:nvPr/>
        </p:nvSpPr>
        <p:spPr>
          <a:xfrm>
            <a:off x="7189992" y="1730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29"/>
          <p:cNvSpPr/>
          <p:nvPr/>
        </p:nvSpPr>
        <p:spPr>
          <a:xfrm>
            <a:off x="8924753" y="13857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29"/>
          <p:cNvSpPr/>
          <p:nvPr/>
        </p:nvSpPr>
        <p:spPr>
          <a:xfrm>
            <a:off x="8462988" y="6877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29"/>
          <p:cNvSpPr/>
          <p:nvPr/>
        </p:nvSpPr>
        <p:spPr>
          <a:xfrm>
            <a:off x="8364298" y="2717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29"/>
          <p:cNvSpPr/>
          <p:nvPr/>
        </p:nvSpPr>
        <p:spPr>
          <a:xfrm>
            <a:off x="6710472" y="3811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29"/>
          <p:cNvSpPr txBox="1">
            <a:spLocks noGrp="1"/>
          </p:cNvSpPr>
          <p:nvPr>
            <p:ph type="subTitle" idx="1"/>
          </p:nvPr>
        </p:nvSpPr>
        <p:spPr>
          <a:xfrm>
            <a:off x="1120200" y="2447925"/>
            <a:ext cx="1134000" cy="399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1600"/>
              </a:spcBef>
              <a:spcAft>
                <a:spcPts val="0"/>
              </a:spcAft>
              <a:buSzPts val="1400"/>
              <a:buFont typeface="Nunito ExtraBold"/>
              <a:buNone/>
              <a:defRPr>
                <a:latin typeface="Nunito ExtraBold"/>
                <a:ea typeface="Nunito ExtraBold"/>
                <a:cs typeface="Nunito ExtraBold"/>
                <a:sym typeface="Nunito ExtraBold"/>
              </a:defRPr>
            </a:lvl2pPr>
            <a:lvl3pPr lvl="2" algn="ctr" rtl="0">
              <a:spcBef>
                <a:spcPts val="1600"/>
              </a:spcBef>
              <a:spcAft>
                <a:spcPts val="0"/>
              </a:spcAft>
              <a:buSzPts val="1400"/>
              <a:buFont typeface="Nunito ExtraBold"/>
              <a:buNone/>
              <a:defRPr>
                <a:latin typeface="Nunito ExtraBold"/>
                <a:ea typeface="Nunito ExtraBold"/>
                <a:cs typeface="Nunito ExtraBold"/>
                <a:sym typeface="Nunito ExtraBold"/>
              </a:defRPr>
            </a:lvl3pPr>
            <a:lvl4pPr lvl="3" algn="ctr" rtl="0">
              <a:spcBef>
                <a:spcPts val="1600"/>
              </a:spcBef>
              <a:spcAft>
                <a:spcPts val="0"/>
              </a:spcAft>
              <a:buSzPts val="1400"/>
              <a:buFont typeface="Nunito ExtraBold"/>
              <a:buNone/>
              <a:defRPr>
                <a:latin typeface="Nunito ExtraBold"/>
                <a:ea typeface="Nunito ExtraBold"/>
                <a:cs typeface="Nunito ExtraBold"/>
                <a:sym typeface="Nunito ExtraBold"/>
              </a:defRPr>
            </a:lvl4pPr>
            <a:lvl5pPr lvl="4" algn="ctr" rtl="0">
              <a:spcBef>
                <a:spcPts val="1600"/>
              </a:spcBef>
              <a:spcAft>
                <a:spcPts val="0"/>
              </a:spcAft>
              <a:buSzPts val="1400"/>
              <a:buFont typeface="Nunito ExtraBold"/>
              <a:buNone/>
              <a:defRPr>
                <a:latin typeface="Nunito ExtraBold"/>
                <a:ea typeface="Nunito ExtraBold"/>
                <a:cs typeface="Nunito ExtraBold"/>
                <a:sym typeface="Nunito ExtraBold"/>
              </a:defRPr>
            </a:lvl5pPr>
            <a:lvl6pPr lvl="5" algn="ctr" rtl="0">
              <a:spcBef>
                <a:spcPts val="1600"/>
              </a:spcBef>
              <a:spcAft>
                <a:spcPts val="0"/>
              </a:spcAft>
              <a:buSzPts val="1400"/>
              <a:buFont typeface="Nunito ExtraBold"/>
              <a:buNone/>
              <a:defRPr>
                <a:latin typeface="Nunito ExtraBold"/>
                <a:ea typeface="Nunito ExtraBold"/>
                <a:cs typeface="Nunito ExtraBold"/>
                <a:sym typeface="Nunito ExtraBold"/>
              </a:defRPr>
            </a:lvl6pPr>
            <a:lvl7pPr lvl="6" algn="ctr" rtl="0">
              <a:spcBef>
                <a:spcPts val="1600"/>
              </a:spcBef>
              <a:spcAft>
                <a:spcPts val="0"/>
              </a:spcAft>
              <a:buSzPts val="1400"/>
              <a:buFont typeface="Nunito ExtraBold"/>
              <a:buNone/>
              <a:defRPr>
                <a:latin typeface="Nunito ExtraBold"/>
                <a:ea typeface="Nunito ExtraBold"/>
                <a:cs typeface="Nunito ExtraBold"/>
                <a:sym typeface="Nunito ExtraBold"/>
              </a:defRPr>
            </a:lvl7pPr>
            <a:lvl8pPr lvl="7" algn="ctr" rtl="0">
              <a:spcBef>
                <a:spcPts val="1600"/>
              </a:spcBef>
              <a:spcAft>
                <a:spcPts val="0"/>
              </a:spcAft>
              <a:buSzPts val="1400"/>
              <a:buFont typeface="Nunito ExtraBold"/>
              <a:buNone/>
              <a:defRPr>
                <a:latin typeface="Nunito ExtraBold"/>
                <a:ea typeface="Nunito ExtraBold"/>
                <a:cs typeface="Nunito ExtraBold"/>
                <a:sym typeface="Nunito ExtraBold"/>
              </a:defRPr>
            </a:lvl8pPr>
            <a:lvl9pPr lvl="8" algn="ctr" rtl="0">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a:endParaRPr/>
          </a:p>
        </p:txBody>
      </p:sp>
      <p:sp>
        <p:nvSpPr>
          <p:cNvPr id="1541" name="Google Shape;1541;p29"/>
          <p:cNvSpPr txBox="1">
            <a:spLocks noGrp="1"/>
          </p:cNvSpPr>
          <p:nvPr>
            <p:ph type="subTitle" idx="2"/>
          </p:nvPr>
        </p:nvSpPr>
        <p:spPr>
          <a:xfrm>
            <a:off x="806850" y="2838450"/>
            <a:ext cx="1760700" cy="106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542" name="Google Shape;1542;p29"/>
          <p:cNvSpPr txBox="1">
            <a:spLocks noGrp="1"/>
          </p:cNvSpPr>
          <p:nvPr>
            <p:ph type="subTitle" idx="3"/>
          </p:nvPr>
        </p:nvSpPr>
        <p:spPr>
          <a:xfrm>
            <a:off x="3041197" y="2447925"/>
            <a:ext cx="1134000" cy="399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1600"/>
              </a:spcBef>
              <a:spcAft>
                <a:spcPts val="0"/>
              </a:spcAft>
              <a:buSzPts val="1400"/>
              <a:buFont typeface="Nunito ExtraBold"/>
              <a:buNone/>
              <a:defRPr>
                <a:latin typeface="Nunito ExtraBold"/>
                <a:ea typeface="Nunito ExtraBold"/>
                <a:cs typeface="Nunito ExtraBold"/>
                <a:sym typeface="Nunito ExtraBold"/>
              </a:defRPr>
            </a:lvl2pPr>
            <a:lvl3pPr lvl="2" algn="ctr" rtl="0">
              <a:spcBef>
                <a:spcPts val="1600"/>
              </a:spcBef>
              <a:spcAft>
                <a:spcPts val="0"/>
              </a:spcAft>
              <a:buSzPts val="1400"/>
              <a:buFont typeface="Nunito ExtraBold"/>
              <a:buNone/>
              <a:defRPr>
                <a:latin typeface="Nunito ExtraBold"/>
                <a:ea typeface="Nunito ExtraBold"/>
                <a:cs typeface="Nunito ExtraBold"/>
                <a:sym typeface="Nunito ExtraBold"/>
              </a:defRPr>
            </a:lvl3pPr>
            <a:lvl4pPr lvl="3" algn="ctr" rtl="0">
              <a:spcBef>
                <a:spcPts val="1600"/>
              </a:spcBef>
              <a:spcAft>
                <a:spcPts val="0"/>
              </a:spcAft>
              <a:buSzPts val="1400"/>
              <a:buFont typeface="Nunito ExtraBold"/>
              <a:buNone/>
              <a:defRPr>
                <a:latin typeface="Nunito ExtraBold"/>
                <a:ea typeface="Nunito ExtraBold"/>
                <a:cs typeface="Nunito ExtraBold"/>
                <a:sym typeface="Nunito ExtraBold"/>
              </a:defRPr>
            </a:lvl4pPr>
            <a:lvl5pPr lvl="4" algn="ctr" rtl="0">
              <a:spcBef>
                <a:spcPts val="1600"/>
              </a:spcBef>
              <a:spcAft>
                <a:spcPts val="0"/>
              </a:spcAft>
              <a:buSzPts val="1400"/>
              <a:buFont typeface="Nunito ExtraBold"/>
              <a:buNone/>
              <a:defRPr>
                <a:latin typeface="Nunito ExtraBold"/>
                <a:ea typeface="Nunito ExtraBold"/>
                <a:cs typeface="Nunito ExtraBold"/>
                <a:sym typeface="Nunito ExtraBold"/>
              </a:defRPr>
            </a:lvl5pPr>
            <a:lvl6pPr lvl="5" algn="ctr" rtl="0">
              <a:spcBef>
                <a:spcPts val="1600"/>
              </a:spcBef>
              <a:spcAft>
                <a:spcPts val="0"/>
              </a:spcAft>
              <a:buSzPts val="1400"/>
              <a:buFont typeface="Nunito ExtraBold"/>
              <a:buNone/>
              <a:defRPr>
                <a:latin typeface="Nunito ExtraBold"/>
                <a:ea typeface="Nunito ExtraBold"/>
                <a:cs typeface="Nunito ExtraBold"/>
                <a:sym typeface="Nunito ExtraBold"/>
              </a:defRPr>
            </a:lvl6pPr>
            <a:lvl7pPr lvl="6" algn="ctr" rtl="0">
              <a:spcBef>
                <a:spcPts val="1600"/>
              </a:spcBef>
              <a:spcAft>
                <a:spcPts val="0"/>
              </a:spcAft>
              <a:buSzPts val="1400"/>
              <a:buFont typeface="Nunito ExtraBold"/>
              <a:buNone/>
              <a:defRPr>
                <a:latin typeface="Nunito ExtraBold"/>
                <a:ea typeface="Nunito ExtraBold"/>
                <a:cs typeface="Nunito ExtraBold"/>
                <a:sym typeface="Nunito ExtraBold"/>
              </a:defRPr>
            </a:lvl7pPr>
            <a:lvl8pPr lvl="7" algn="ctr" rtl="0">
              <a:spcBef>
                <a:spcPts val="1600"/>
              </a:spcBef>
              <a:spcAft>
                <a:spcPts val="0"/>
              </a:spcAft>
              <a:buSzPts val="1400"/>
              <a:buFont typeface="Nunito ExtraBold"/>
              <a:buNone/>
              <a:defRPr>
                <a:latin typeface="Nunito ExtraBold"/>
                <a:ea typeface="Nunito ExtraBold"/>
                <a:cs typeface="Nunito ExtraBold"/>
                <a:sym typeface="Nunito ExtraBold"/>
              </a:defRPr>
            </a:lvl8pPr>
            <a:lvl9pPr lvl="8" algn="ctr" rtl="0">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a:endParaRPr/>
          </a:p>
        </p:txBody>
      </p:sp>
      <p:sp>
        <p:nvSpPr>
          <p:cNvPr id="1543" name="Google Shape;1543;p29"/>
          <p:cNvSpPr txBox="1">
            <a:spLocks noGrp="1"/>
          </p:cNvSpPr>
          <p:nvPr>
            <p:ph type="subTitle" idx="4"/>
          </p:nvPr>
        </p:nvSpPr>
        <p:spPr>
          <a:xfrm>
            <a:off x="2729617" y="2838450"/>
            <a:ext cx="1764900" cy="1069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544" name="Google Shape;1544;p29"/>
          <p:cNvSpPr txBox="1">
            <a:spLocks noGrp="1"/>
          </p:cNvSpPr>
          <p:nvPr>
            <p:ph type="subTitle" idx="5"/>
          </p:nvPr>
        </p:nvSpPr>
        <p:spPr>
          <a:xfrm>
            <a:off x="4972408" y="2447925"/>
            <a:ext cx="1134000" cy="399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1600"/>
              </a:spcBef>
              <a:spcAft>
                <a:spcPts val="0"/>
              </a:spcAft>
              <a:buSzPts val="1400"/>
              <a:buFont typeface="Nunito ExtraBold"/>
              <a:buNone/>
              <a:defRPr>
                <a:latin typeface="Nunito ExtraBold"/>
                <a:ea typeface="Nunito ExtraBold"/>
                <a:cs typeface="Nunito ExtraBold"/>
                <a:sym typeface="Nunito ExtraBold"/>
              </a:defRPr>
            </a:lvl2pPr>
            <a:lvl3pPr lvl="2" algn="ctr" rtl="0">
              <a:spcBef>
                <a:spcPts val="1600"/>
              </a:spcBef>
              <a:spcAft>
                <a:spcPts val="0"/>
              </a:spcAft>
              <a:buSzPts val="1400"/>
              <a:buFont typeface="Nunito ExtraBold"/>
              <a:buNone/>
              <a:defRPr>
                <a:latin typeface="Nunito ExtraBold"/>
                <a:ea typeface="Nunito ExtraBold"/>
                <a:cs typeface="Nunito ExtraBold"/>
                <a:sym typeface="Nunito ExtraBold"/>
              </a:defRPr>
            </a:lvl3pPr>
            <a:lvl4pPr lvl="3" algn="ctr" rtl="0">
              <a:spcBef>
                <a:spcPts val="1600"/>
              </a:spcBef>
              <a:spcAft>
                <a:spcPts val="0"/>
              </a:spcAft>
              <a:buSzPts val="1400"/>
              <a:buFont typeface="Nunito ExtraBold"/>
              <a:buNone/>
              <a:defRPr>
                <a:latin typeface="Nunito ExtraBold"/>
                <a:ea typeface="Nunito ExtraBold"/>
                <a:cs typeface="Nunito ExtraBold"/>
                <a:sym typeface="Nunito ExtraBold"/>
              </a:defRPr>
            </a:lvl4pPr>
            <a:lvl5pPr lvl="4" algn="ctr" rtl="0">
              <a:spcBef>
                <a:spcPts val="1600"/>
              </a:spcBef>
              <a:spcAft>
                <a:spcPts val="0"/>
              </a:spcAft>
              <a:buSzPts val="1400"/>
              <a:buFont typeface="Nunito ExtraBold"/>
              <a:buNone/>
              <a:defRPr>
                <a:latin typeface="Nunito ExtraBold"/>
                <a:ea typeface="Nunito ExtraBold"/>
                <a:cs typeface="Nunito ExtraBold"/>
                <a:sym typeface="Nunito ExtraBold"/>
              </a:defRPr>
            </a:lvl5pPr>
            <a:lvl6pPr lvl="5" algn="ctr" rtl="0">
              <a:spcBef>
                <a:spcPts val="1600"/>
              </a:spcBef>
              <a:spcAft>
                <a:spcPts val="0"/>
              </a:spcAft>
              <a:buSzPts val="1400"/>
              <a:buFont typeface="Nunito ExtraBold"/>
              <a:buNone/>
              <a:defRPr>
                <a:latin typeface="Nunito ExtraBold"/>
                <a:ea typeface="Nunito ExtraBold"/>
                <a:cs typeface="Nunito ExtraBold"/>
                <a:sym typeface="Nunito ExtraBold"/>
              </a:defRPr>
            </a:lvl6pPr>
            <a:lvl7pPr lvl="6" algn="ctr" rtl="0">
              <a:spcBef>
                <a:spcPts val="1600"/>
              </a:spcBef>
              <a:spcAft>
                <a:spcPts val="0"/>
              </a:spcAft>
              <a:buSzPts val="1400"/>
              <a:buFont typeface="Nunito ExtraBold"/>
              <a:buNone/>
              <a:defRPr>
                <a:latin typeface="Nunito ExtraBold"/>
                <a:ea typeface="Nunito ExtraBold"/>
                <a:cs typeface="Nunito ExtraBold"/>
                <a:sym typeface="Nunito ExtraBold"/>
              </a:defRPr>
            </a:lvl7pPr>
            <a:lvl8pPr lvl="7" algn="ctr" rtl="0">
              <a:spcBef>
                <a:spcPts val="1600"/>
              </a:spcBef>
              <a:spcAft>
                <a:spcPts val="0"/>
              </a:spcAft>
              <a:buSzPts val="1400"/>
              <a:buFont typeface="Nunito ExtraBold"/>
              <a:buNone/>
              <a:defRPr>
                <a:latin typeface="Nunito ExtraBold"/>
                <a:ea typeface="Nunito ExtraBold"/>
                <a:cs typeface="Nunito ExtraBold"/>
                <a:sym typeface="Nunito ExtraBold"/>
              </a:defRPr>
            </a:lvl8pPr>
            <a:lvl9pPr lvl="8" algn="ctr" rtl="0">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a:endParaRPr/>
          </a:p>
        </p:txBody>
      </p:sp>
      <p:sp>
        <p:nvSpPr>
          <p:cNvPr id="1545" name="Google Shape;1545;p29"/>
          <p:cNvSpPr txBox="1">
            <a:spLocks noGrp="1"/>
          </p:cNvSpPr>
          <p:nvPr>
            <p:ph type="subTitle" idx="6"/>
          </p:nvPr>
        </p:nvSpPr>
        <p:spPr>
          <a:xfrm>
            <a:off x="4656583" y="2838450"/>
            <a:ext cx="1764900" cy="1069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546" name="Google Shape;1546;p29"/>
          <p:cNvSpPr txBox="1">
            <a:spLocks noGrp="1"/>
          </p:cNvSpPr>
          <p:nvPr>
            <p:ph type="subTitle" idx="7"/>
          </p:nvPr>
        </p:nvSpPr>
        <p:spPr>
          <a:xfrm>
            <a:off x="6899000" y="2447925"/>
            <a:ext cx="1134000" cy="399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1600"/>
              </a:spcBef>
              <a:spcAft>
                <a:spcPts val="0"/>
              </a:spcAft>
              <a:buSzPts val="1400"/>
              <a:buFont typeface="Nunito ExtraBold"/>
              <a:buNone/>
              <a:defRPr>
                <a:latin typeface="Nunito ExtraBold"/>
                <a:ea typeface="Nunito ExtraBold"/>
                <a:cs typeface="Nunito ExtraBold"/>
                <a:sym typeface="Nunito ExtraBold"/>
              </a:defRPr>
            </a:lvl2pPr>
            <a:lvl3pPr lvl="2" algn="ctr" rtl="0">
              <a:spcBef>
                <a:spcPts val="1600"/>
              </a:spcBef>
              <a:spcAft>
                <a:spcPts val="0"/>
              </a:spcAft>
              <a:buSzPts val="1400"/>
              <a:buFont typeface="Nunito ExtraBold"/>
              <a:buNone/>
              <a:defRPr>
                <a:latin typeface="Nunito ExtraBold"/>
                <a:ea typeface="Nunito ExtraBold"/>
                <a:cs typeface="Nunito ExtraBold"/>
                <a:sym typeface="Nunito ExtraBold"/>
              </a:defRPr>
            </a:lvl3pPr>
            <a:lvl4pPr lvl="3" algn="ctr" rtl="0">
              <a:spcBef>
                <a:spcPts val="1600"/>
              </a:spcBef>
              <a:spcAft>
                <a:spcPts val="0"/>
              </a:spcAft>
              <a:buSzPts val="1400"/>
              <a:buFont typeface="Nunito ExtraBold"/>
              <a:buNone/>
              <a:defRPr>
                <a:latin typeface="Nunito ExtraBold"/>
                <a:ea typeface="Nunito ExtraBold"/>
                <a:cs typeface="Nunito ExtraBold"/>
                <a:sym typeface="Nunito ExtraBold"/>
              </a:defRPr>
            </a:lvl4pPr>
            <a:lvl5pPr lvl="4" algn="ctr" rtl="0">
              <a:spcBef>
                <a:spcPts val="1600"/>
              </a:spcBef>
              <a:spcAft>
                <a:spcPts val="0"/>
              </a:spcAft>
              <a:buSzPts val="1400"/>
              <a:buFont typeface="Nunito ExtraBold"/>
              <a:buNone/>
              <a:defRPr>
                <a:latin typeface="Nunito ExtraBold"/>
                <a:ea typeface="Nunito ExtraBold"/>
                <a:cs typeface="Nunito ExtraBold"/>
                <a:sym typeface="Nunito ExtraBold"/>
              </a:defRPr>
            </a:lvl5pPr>
            <a:lvl6pPr lvl="5" algn="ctr" rtl="0">
              <a:spcBef>
                <a:spcPts val="1600"/>
              </a:spcBef>
              <a:spcAft>
                <a:spcPts val="0"/>
              </a:spcAft>
              <a:buSzPts val="1400"/>
              <a:buFont typeface="Nunito ExtraBold"/>
              <a:buNone/>
              <a:defRPr>
                <a:latin typeface="Nunito ExtraBold"/>
                <a:ea typeface="Nunito ExtraBold"/>
                <a:cs typeface="Nunito ExtraBold"/>
                <a:sym typeface="Nunito ExtraBold"/>
              </a:defRPr>
            </a:lvl6pPr>
            <a:lvl7pPr lvl="6" algn="ctr" rtl="0">
              <a:spcBef>
                <a:spcPts val="1600"/>
              </a:spcBef>
              <a:spcAft>
                <a:spcPts val="0"/>
              </a:spcAft>
              <a:buSzPts val="1400"/>
              <a:buFont typeface="Nunito ExtraBold"/>
              <a:buNone/>
              <a:defRPr>
                <a:latin typeface="Nunito ExtraBold"/>
                <a:ea typeface="Nunito ExtraBold"/>
                <a:cs typeface="Nunito ExtraBold"/>
                <a:sym typeface="Nunito ExtraBold"/>
              </a:defRPr>
            </a:lvl7pPr>
            <a:lvl8pPr lvl="7" algn="ctr" rtl="0">
              <a:spcBef>
                <a:spcPts val="1600"/>
              </a:spcBef>
              <a:spcAft>
                <a:spcPts val="0"/>
              </a:spcAft>
              <a:buSzPts val="1400"/>
              <a:buFont typeface="Nunito ExtraBold"/>
              <a:buNone/>
              <a:defRPr>
                <a:latin typeface="Nunito ExtraBold"/>
                <a:ea typeface="Nunito ExtraBold"/>
                <a:cs typeface="Nunito ExtraBold"/>
                <a:sym typeface="Nunito ExtraBold"/>
              </a:defRPr>
            </a:lvl8pPr>
            <a:lvl9pPr lvl="8" algn="ctr" rtl="0">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a:endParaRPr/>
          </a:p>
        </p:txBody>
      </p:sp>
      <p:sp>
        <p:nvSpPr>
          <p:cNvPr id="1547" name="Google Shape;1547;p29"/>
          <p:cNvSpPr txBox="1">
            <a:spLocks noGrp="1"/>
          </p:cNvSpPr>
          <p:nvPr>
            <p:ph type="subTitle" idx="8"/>
          </p:nvPr>
        </p:nvSpPr>
        <p:spPr>
          <a:xfrm>
            <a:off x="6583550" y="2838450"/>
            <a:ext cx="1764900" cy="1069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548" name="Google Shape;1548;p29"/>
          <p:cNvSpPr/>
          <p:nvPr/>
        </p:nvSpPr>
        <p:spPr>
          <a:xfrm>
            <a:off x="358848" y="92004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29"/>
          <p:cNvSpPr/>
          <p:nvPr/>
        </p:nvSpPr>
        <p:spPr>
          <a:xfrm>
            <a:off x="489161" y="63436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29"/>
          <p:cNvSpPr/>
          <p:nvPr/>
        </p:nvSpPr>
        <p:spPr>
          <a:xfrm>
            <a:off x="647985" y="156877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29"/>
          <p:cNvSpPr/>
          <p:nvPr/>
        </p:nvSpPr>
        <p:spPr>
          <a:xfrm>
            <a:off x="887978" y="96914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four columns 1">
  <p:cSld name="CUSTOM_1_1_1_1">
    <p:spTree>
      <p:nvGrpSpPr>
        <p:cNvPr id="1" name="Shape 1552"/>
        <p:cNvGrpSpPr/>
        <p:nvPr/>
      </p:nvGrpSpPr>
      <p:grpSpPr>
        <a:xfrm>
          <a:off x="0" y="0"/>
          <a:ext cx="0" cy="0"/>
          <a:chOff x="0" y="0"/>
          <a:chExt cx="0" cy="0"/>
        </a:xfrm>
      </p:grpSpPr>
      <p:sp>
        <p:nvSpPr>
          <p:cNvPr id="1553" name="Google Shape;1553;p30"/>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1554" name="Google Shape;1554;p30"/>
          <p:cNvSpPr/>
          <p:nvPr/>
        </p:nvSpPr>
        <p:spPr>
          <a:xfrm rot="10800000">
            <a:off x="7048495" y="2269125"/>
            <a:ext cx="2051903" cy="2874373"/>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30"/>
          <p:cNvSpPr/>
          <p:nvPr/>
        </p:nvSpPr>
        <p:spPr>
          <a:xfrm>
            <a:off x="0" y="0"/>
            <a:ext cx="4687105" cy="634373"/>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30"/>
          <p:cNvSpPr/>
          <p:nvPr/>
        </p:nvSpPr>
        <p:spPr>
          <a:xfrm>
            <a:off x="123948" y="4008487"/>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30"/>
          <p:cNvSpPr/>
          <p:nvPr/>
        </p:nvSpPr>
        <p:spPr>
          <a:xfrm>
            <a:off x="254261" y="3722806"/>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30"/>
          <p:cNvSpPr/>
          <p:nvPr/>
        </p:nvSpPr>
        <p:spPr>
          <a:xfrm>
            <a:off x="413085" y="4657214"/>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30"/>
          <p:cNvSpPr/>
          <p:nvPr/>
        </p:nvSpPr>
        <p:spPr>
          <a:xfrm>
            <a:off x="653078" y="4057582"/>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30"/>
          <p:cNvSpPr/>
          <p:nvPr/>
        </p:nvSpPr>
        <p:spPr>
          <a:xfrm>
            <a:off x="8554680" y="9627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30"/>
          <p:cNvSpPr/>
          <p:nvPr/>
        </p:nvSpPr>
        <p:spPr>
          <a:xfrm>
            <a:off x="7189992" y="1730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30"/>
          <p:cNvSpPr/>
          <p:nvPr/>
        </p:nvSpPr>
        <p:spPr>
          <a:xfrm>
            <a:off x="8924753" y="13857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30"/>
          <p:cNvSpPr/>
          <p:nvPr/>
        </p:nvSpPr>
        <p:spPr>
          <a:xfrm>
            <a:off x="8462988" y="6877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30"/>
          <p:cNvSpPr/>
          <p:nvPr/>
        </p:nvSpPr>
        <p:spPr>
          <a:xfrm>
            <a:off x="8364298" y="2717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30"/>
          <p:cNvSpPr/>
          <p:nvPr/>
        </p:nvSpPr>
        <p:spPr>
          <a:xfrm>
            <a:off x="6710472" y="3811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30"/>
          <p:cNvSpPr txBox="1">
            <a:spLocks noGrp="1"/>
          </p:cNvSpPr>
          <p:nvPr>
            <p:ph type="subTitle" idx="1"/>
          </p:nvPr>
        </p:nvSpPr>
        <p:spPr>
          <a:xfrm>
            <a:off x="2359306" y="1388775"/>
            <a:ext cx="19959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400"/>
              <a:buFont typeface="Nunito ExtraBold"/>
              <a:buNone/>
              <a:defRPr>
                <a:latin typeface="Nunito ExtraBold"/>
                <a:ea typeface="Nunito ExtraBold"/>
                <a:cs typeface="Nunito ExtraBold"/>
                <a:sym typeface="Nunito ExtraBold"/>
              </a:defRPr>
            </a:lvl2pPr>
            <a:lvl3pPr lvl="2" algn="ctr" rtl="0">
              <a:spcBef>
                <a:spcPts val="1600"/>
              </a:spcBef>
              <a:spcAft>
                <a:spcPts val="0"/>
              </a:spcAft>
              <a:buSzPts val="1400"/>
              <a:buFont typeface="Nunito ExtraBold"/>
              <a:buNone/>
              <a:defRPr>
                <a:latin typeface="Nunito ExtraBold"/>
                <a:ea typeface="Nunito ExtraBold"/>
                <a:cs typeface="Nunito ExtraBold"/>
                <a:sym typeface="Nunito ExtraBold"/>
              </a:defRPr>
            </a:lvl3pPr>
            <a:lvl4pPr lvl="3" algn="ctr" rtl="0">
              <a:spcBef>
                <a:spcPts val="1600"/>
              </a:spcBef>
              <a:spcAft>
                <a:spcPts val="0"/>
              </a:spcAft>
              <a:buSzPts val="1400"/>
              <a:buFont typeface="Nunito ExtraBold"/>
              <a:buNone/>
              <a:defRPr>
                <a:latin typeface="Nunito ExtraBold"/>
                <a:ea typeface="Nunito ExtraBold"/>
                <a:cs typeface="Nunito ExtraBold"/>
                <a:sym typeface="Nunito ExtraBold"/>
              </a:defRPr>
            </a:lvl4pPr>
            <a:lvl5pPr lvl="4" algn="ctr" rtl="0">
              <a:spcBef>
                <a:spcPts val="1600"/>
              </a:spcBef>
              <a:spcAft>
                <a:spcPts val="0"/>
              </a:spcAft>
              <a:buSzPts val="1400"/>
              <a:buFont typeface="Nunito ExtraBold"/>
              <a:buNone/>
              <a:defRPr>
                <a:latin typeface="Nunito ExtraBold"/>
                <a:ea typeface="Nunito ExtraBold"/>
                <a:cs typeface="Nunito ExtraBold"/>
                <a:sym typeface="Nunito ExtraBold"/>
              </a:defRPr>
            </a:lvl5pPr>
            <a:lvl6pPr lvl="5" algn="ctr" rtl="0">
              <a:spcBef>
                <a:spcPts val="1600"/>
              </a:spcBef>
              <a:spcAft>
                <a:spcPts val="0"/>
              </a:spcAft>
              <a:buSzPts val="1400"/>
              <a:buFont typeface="Nunito ExtraBold"/>
              <a:buNone/>
              <a:defRPr>
                <a:latin typeface="Nunito ExtraBold"/>
                <a:ea typeface="Nunito ExtraBold"/>
                <a:cs typeface="Nunito ExtraBold"/>
                <a:sym typeface="Nunito ExtraBold"/>
              </a:defRPr>
            </a:lvl6pPr>
            <a:lvl7pPr lvl="6" algn="ctr" rtl="0">
              <a:spcBef>
                <a:spcPts val="1600"/>
              </a:spcBef>
              <a:spcAft>
                <a:spcPts val="0"/>
              </a:spcAft>
              <a:buSzPts val="1400"/>
              <a:buFont typeface="Nunito ExtraBold"/>
              <a:buNone/>
              <a:defRPr>
                <a:latin typeface="Nunito ExtraBold"/>
                <a:ea typeface="Nunito ExtraBold"/>
                <a:cs typeface="Nunito ExtraBold"/>
                <a:sym typeface="Nunito ExtraBold"/>
              </a:defRPr>
            </a:lvl7pPr>
            <a:lvl8pPr lvl="7" algn="ctr" rtl="0">
              <a:spcBef>
                <a:spcPts val="1600"/>
              </a:spcBef>
              <a:spcAft>
                <a:spcPts val="0"/>
              </a:spcAft>
              <a:buSzPts val="1400"/>
              <a:buFont typeface="Nunito ExtraBold"/>
              <a:buNone/>
              <a:defRPr>
                <a:latin typeface="Nunito ExtraBold"/>
                <a:ea typeface="Nunito ExtraBold"/>
                <a:cs typeface="Nunito ExtraBold"/>
                <a:sym typeface="Nunito ExtraBold"/>
              </a:defRPr>
            </a:lvl8pPr>
            <a:lvl9pPr lvl="8" algn="ctr" rtl="0">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a:endParaRPr/>
          </a:p>
        </p:txBody>
      </p:sp>
      <p:sp>
        <p:nvSpPr>
          <p:cNvPr id="1567" name="Google Shape;1567;p30"/>
          <p:cNvSpPr txBox="1">
            <a:spLocks noGrp="1"/>
          </p:cNvSpPr>
          <p:nvPr>
            <p:ph type="subTitle" idx="2"/>
          </p:nvPr>
        </p:nvSpPr>
        <p:spPr>
          <a:xfrm>
            <a:off x="2359306" y="1755200"/>
            <a:ext cx="1992000" cy="547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568" name="Google Shape;1568;p30"/>
          <p:cNvSpPr txBox="1">
            <a:spLocks noGrp="1"/>
          </p:cNvSpPr>
          <p:nvPr>
            <p:ph type="subTitle" idx="3"/>
          </p:nvPr>
        </p:nvSpPr>
        <p:spPr>
          <a:xfrm>
            <a:off x="2356892" y="3209125"/>
            <a:ext cx="19959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400"/>
              <a:buFont typeface="Nunito ExtraBold"/>
              <a:buNone/>
              <a:defRPr>
                <a:latin typeface="Nunito ExtraBold"/>
                <a:ea typeface="Nunito ExtraBold"/>
                <a:cs typeface="Nunito ExtraBold"/>
                <a:sym typeface="Nunito ExtraBold"/>
              </a:defRPr>
            </a:lvl2pPr>
            <a:lvl3pPr lvl="2" algn="ctr" rtl="0">
              <a:spcBef>
                <a:spcPts val="1600"/>
              </a:spcBef>
              <a:spcAft>
                <a:spcPts val="0"/>
              </a:spcAft>
              <a:buSzPts val="1400"/>
              <a:buFont typeface="Nunito ExtraBold"/>
              <a:buNone/>
              <a:defRPr>
                <a:latin typeface="Nunito ExtraBold"/>
                <a:ea typeface="Nunito ExtraBold"/>
                <a:cs typeface="Nunito ExtraBold"/>
                <a:sym typeface="Nunito ExtraBold"/>
              </a:defRPr>
            </a:lvl3pPr>
            <a:lvl4pPr lvl="3" algn="ctr" rtl="0">
              <a:spcBef>
                <a:spcPts val="1600"/>
              </a:spcBef>
              <a:spcAft>
                <a:spcPts val="0"/>
              </a:spcAft>
              <a:buSzPts val="1400"/>
              <a:buFont typeface="Nunito ExtraBold"/>
              <a:buNone/>
              <a:defRPr>
                <a:latin typeface="Nunito ExtraBold"/>
                <a:ea typeface="Nunito ExtraBold"/>
                <a:cs typeface="Nunito ExtraBold"/>
                <a:sym typeface="Nunito ExtraBold"/>
              </a:defRPr>
            </a:lvl4pPr>
            <a:lvl5pPr lvl="4" algn="ctr" rtl="0">
              <a:spcBef>
                <a:spcPts val="1600"/>
              </a:spcBef>
              <a:spcAft>
                <a:spcPts val="0"/>
              </a:spcAft>
              <a:buSzPts val="1400"/>
              <a:buFont typeface="Nunito ExtraBold"/>
              <a:buNone/>
              <a:defRPr>
                <a:latin typeface="Nunito ExtraBold"/>
                <a:ea typeface="Nunito ExtraBold"/>
                <a:cs typeface="Nunito ExtraBold"/>
                <a:sym typeface="Nunito ExtraBold"/>
              </a:defRPr>
            </a:lvl5pPr>
            <a:lvl6pPr lvl="5" algn="ctr" rtl="0">
              <a:spcBef>
                <a:spcPts val="1600"/>
              </a:spcBef>
              <a:spcAft>
                <a:spcPts val="0"/>
              </a:spcAft>
              <a:buSzPts val="1400"/>
              <a:buFont typeface="Nunito ExtraBold"/>
              <a:buNone/>
              <a:defRPr>
                <a:latin typeface="Nunito ExtraBold"/>
                <a:ea typeface="Nunito ExtraBold"/>
                <a:cs typeface="Nunito ExtraBold"/>
                <a:sym typeface="Nunito ExtraBold"/>
              </a:defRPr>
            </a:lvl6pPr>
            <a:lvl7pPr lvl="6" algn="ctr" rtl="0">
              <a:spcBef>
                <a:spcPts val="1600"/>
              </a:spcBef>
              <a:spcAft>
                <a:spcPts val="0"/>
              </a:spcAft>
              <a:buSzPts val="1400"/>
              <a:buFont typeface="Nunito ExtraBold"/>
              <a:buNone/>
              <a:defRPr>
                <a:latin typeface="Nunito ExtraBold"/>
                <a:ea typeface="Nunito ExtraBold"/>
                <a:cs typeface="Nunito ExtraBold"/>
                <a:sym typeface="Nunito ExtraBold"/>
              </a:defRPr>
            </a:lvl7pPr>
            <a:lvl8pPr lvl="7" algn="ctr" rtl="0">
              <a:spcBef>
                <a:spcPts val="1600"/>
              </a:spcBef>
              <a:spcAft>
                <a:spcPts val="0"/>
              </a:spcAft>
              <a:buSzPts val="1400"/>
              <a:buFont typeface="Nunito ExtraBold"/>
              <a:buNone/>
              <a:defRPr>
                <a:latin typeface="Nunito ExtraBold"/>
                <a:ea typeface="Nunito ExtraBold"/>
                <a:cs typeface="Nunito ExtraBold"/>
                <a:sym typeface="Nunito ExtraBold"/>
              </a:defRPr>
            </a:lvl8pPr>
            <a:lvl9pPr lvl="8" algn="ctr" rtl="0">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a:endParaRPr/>
          </a:p>
        </p:txBody>
      </p:sp>
      <p:sp>
        <p:nvSpPr>
          <p:cNvPr id="1569" name="Google Shape;1569;p30"/>
          <p:cNvSpPr txBox="1">
            <a:spLocks noGrp="1"/>
          </p:cNvSpPr>
          <p:nvPr>
            <p:ph type="subTitle" idx="4"/>
          </p:nvPr>
        </p:nvSpPr>
        <p:spPr>
          <a:xfrm>
            <a:off x="2356892" y="3575550"/>
            <a:ext cx="19965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570" name="Google Shape;1570;p30"/>
          <p:cNvSpPr txBox="1">
            <a:spLocks noGrp="1"/>
          </p:cNvSpPr>
          <p:nvPr>
            <p:ph type="subTitle" idx="5"/>
          </p:nvPr>
        </p:nvSpPr>
        <p:spPr>
          <a:xfrm>
            <a:off x="5758587" y="1388775"/>
            <a:ext cx="19959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400"/>
              <a:buFont typeface="Nunito ExtraBold"/>
              <a:buNone/>
              <a:defRPr>
                <a:latin typeface="Nunito ExtraBold"/>
                <a:ea typeface="Nunito ExtraBold"/>
                <a:cs typeface="Nunito ExtraBold"/>
                <a:sym typeface="Nunito ExtraBold"/>
              </a:defRPr>
            </a:lvl2pPr>
            <a:lvl3pPr lvl="2" algn="ctr" rtl="0">
              <a:spcBef>
                <a:spcPts val="1600"/>
              </a:spcBef>
              <a:spcAft>
                <a:spcPts val="0"/>
              </a:spcAft>
              <a:buSzPts val="1400"/>
              <a:buFont typeface="Nunito ExtraBold"/>
              <a:buNone/>
              <a:defRPr>
                <a:latin typeface="Nunito ExtraBold"/>
                <a:ea typeface="Nunito ExtraBold"/>
                <a:cs typeface="Nunito ExtraBold"/>
                <a:sym typeface="Nunito ExtraBold"/>
              </a:defRPr>
            </a:lvl3pPr>
            <a:lvl4pPr lvl="3" algn="ctr" rtl="0">
              <a:spcBef>
                <a:spcPts val="1600"/>
              </a:spcBef>
              <a:spcAft>
                <a:spcPts val="0"/>
              </a:spcAft>
              <a:buSzPts val="1400"/>
              <a:buFont typeface="Nunito ExtraBold"/>
              <a:buNone/>
              <a:defRPr>
                <a:latin typeface="Nunito ExtraBold"/>
                <a:ea typeface="Nunito ExtraBold"/>
                <a:cs typeface="Nunito ExtraBold"/>
                <a:sym typeface="Nunito ExtraBold"/>
              </a:defRPr>
            </a:lvl4pPr>
            <a:lvl5pPr lvl="4" algn="ctr" rtl="0">
              <a:spcBef>
                <a:spcPts val="1600"/>
              </a:spcBef>
              <a:spcAft>
                <a:spcPts val="0"/>
              </a:spcAft>
              <a:buSzPts val="1400"/>
              <a:buFont typeface="Nunito ExtraBold"/>
              <a:buNone/>
              <a:defRPr>
                <a:latin typeface="Nunito ExtraBold"/>
                <a:ea typeface="Nunito ExtraBold"/>
                <a:cs typeface="Nunito ExtraBold"/>
                <a:sym typeface="Nunito ExtraBold"/>
              </a:defRPr>
            </a:lvl5pPr>
            <a:lvl6pPr lvl="5" algn="ctr" rtl="0">
              <a:spcBef>
                <a:spcPts val="1600"/>
              </a:spcBef>
              <a:spcAft>
                <a:spcPts val="0"/>
              </a:spcAft>
              <a:buSzPts val="1400"/>
              <a:buFont typeface="Nunito ExtraBold"/>
              <a:buNone/>
              <a:defRPr>
                <a:latin typeface="Nunito ExtraBold"/>
                <a:ea typeface="Nunito ExtraBold"/>
                <a:cs typeface="Nunito ExtraBold"/>
                <a:sym typeface="Nunito ExtraBold"/>
              </a:defRPr>
            </a:lvl6pPr>
            <a:lvl7pPr lvl="6" algn="ctr" rtl="0">
              <a:spcBef>
                <a:spcPts val="1600"/>
              </a:spcBef>
              <a:spcAft>
                <a:spcPts val="0"/>
              </a:spcAft>
              <a:buSzPts val="1400"/>
              <a:buFont typeface="Nunito ExtraBold"/>
              <a:buNone/>
              <a:defRPr>
                <a:latin typeface="Nunito ExtraBold"/>
                <a:ea typeface="Nunito ExtraBold"/>
                <a:cs typeface="Nunito ExtraBold"/>
                <a:sym typeface="Nunito ExtraBold"/>
              </a:defRPr>
            </a:lvl7pPr>
            <a:lvl8pPr lvl="7" algn="ctr" rtl="0">
              <a:spcBef>
                <a:spcPts val="1600"/>
              </a:spcBef>
              <a:spcAft>
                <a:spcPts val="0"/>
              </a:spcAft>
              <a:buSzPts val="1400"/>
              <a:buFont typeface="Nunito ExtraBold"/>
              <a:buNone/>
              <a:defRPr>
                <a:latin typeface="Nunito ExtraBold"/>
                <a:ea typeface="Nunito ExtraBold"/>
                <a:cs typeface="Nunito ExtraBold"/>
                <a:sym typeface="Nunito ExtraBold"/>
              </a:defRPr>
            </a:lvl8pPr>
            <a:lvl9pPr lvl="8" algn="ctr" rtl="0">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a:endParaRPr/>
          </a:p>
        </p:txBody>
      </p:sp>
      <p:sp>
        <p:nvSpPr>
          <p:cNvPr id="1571" name="Google Shape;1571;p30"/>
          <p:cNvSpPr txBox="1">
            <a:spLocks noGrp="1"/>
          </p:cNvSpPr>
          <p:nvPr>
            <p:ph type="subTitle" idx="6"/>
          </p:nvPr>
        </p:nvSpPr>
        <p:spPr>
          <a:xfrm>
            <a:off x="5758215" y="1755200"/>
            <a:ext cx="19965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572" name="Google Shape;1572;p30"/>
          <p:cNvSpPr txBox="1">
            <a:spLocks noGrp="1"/>
          </p:cNvSpPr>
          <p:nvPr>
            <p:ph type="subTitle" idx="7"/>
          </p:nvPr>
        </p:nvSpPr>
        <p:spPr>
          <a:xfrm>
            <a:off x="5758587" y="3209125"/>
            <a:ext cx="19959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400"/>
              <a:buFont typeface="Nunito ExtraBold"/>
              <a:buNone/>
              <a:defRPr>
                <a:latin typeface="Nunito ExtraBold"/>
                <a:ea typeface="Nunito ExtraBold"/>
                <a:cs typeface="Nunito ExtraBold"/>
                <a:sym typeface="Nunito ExtraBold"/>
              </a:defRPr>
            </a:lvl2pPr>
            <a:lvl3pPr lvl="2" algn="ctr" rtl="0">
              <a:spcBef>
                <a:spcPts val="1600"/>
              </a:spcBef>
              <a:spcAft>
                <a:spcPts val="0"/>
              </a:spcAft>
              <a:buSzPts val="1400"/>
              <a:buFont typeface="Nunito ExtraBold"/>
              <a:buNone/>
              <a:defRPr>
                <a:latin typeface="Nunito ExtraBold"/>
                <a:ea typeface="Nunito ExtraBold"/>
                <a:cs typeface="Nunito ExtraBold"/>
                <a:sym typeface="Nunito ExtraBold"/>
              </a:defRPr>
            </a:lvl3pPr>
            <a:lvl4pPr lvl="3" algn="ctr" rtl="0">
              <a:spcBef>
                <a:spcPts val="1600"/>
              </a:spcBef>
              <a:spcAft>
                <a:spcPts val="0"/>
              </a:spcAft>
              <a:buSzPts val="1400"/>
              <a:buFont typeface="Nunito ExtraBold"/>
              <a:buNone/>
              <a:defRPr>
                <a:latin typeface="Nunito ExtraBold"/>
                <a:ea typeface="Nunito ExtraBold"/>
                <a:cs typeface="Nunito ExtraBold"/>
                <a:sym typeface="Nunito ExtraBold"/>
              </a:defRPr>
            </a:lvl4pPr>
            <a:lvl5pPr lvl="4" algn="ctr" rtl="0">
              <a:spcBef>
                <a:spcPts val="1600"/>
              </a:spcBef>
              <a:spcAft>
                <a:spcPts val="0"/>
              </a:spcAft>
              <a:buSzPts val="1400"/>
              <a:buFont typeface="Nunito ExtraBold"/>
              <a:buNone/>
              <a:defRPr>
                <a:latin typeface="Nunito ExtraBold"/>
                <a:ea typeface="Nunito ExtraBold"/>
                <a:cs typeface="Nunito ExtraBold"/>
                <a:sym typeface="Nunito ExtraBold"/>
              </a:defRPr>
            </a:lvl5pPr>
            <a:lvl6pPr lvl="5" algn="ctr" rtl="0">
              <a:spcBef>
                <a:spcPts val="1600"/>
              </a:spcBef>
              <a:spcAft>
                <a:spcPts val="0"/>
              </a:spcAft>
              <a:buSzPts val="1400"/>
              <a:buFont typeface="Nunito ExtraBold"/>
              <a:buNone/>
              <a:defRPr>
                <a:latin typeface="Nunito ExtraBold"/>
                <a:ea typeface="Nunito ExtraBold"/>
                <a:cs typeface="Nunito ExtraBold"/>
                <a:sym typeface="Nunito ExtraBold"/>
              </a:defRPr>
            </a:lvl6pPr>
            <a:lvl7pPr lvl="6" algn="ctr" rtl="0">
              <a:spcBef>
                <a:spcPts val="1600"/>
              </a:spcBef>
              <a:spcAft>
                <a:spcPts val="0"/>
              </a:spcAft>
              <a:buSzPts val="1400"/>
              <a:buFont typeface="Nunito ExtraBold"/>
              <a:buNone/>
              <a:defRPr>
                <a:latin typeface="Nunito ExtraBold"/>
                <a:ea typeface="Nunito ExtraBold"/>
                <a:cs typeface="Nunito ExtraBold"/>
                <a:sym typeface="Nunito ExtraBold"/>
              </a:defRPr>
            </a:lvl7pPr>
            <a:lvl8pPr lvl="7" algn="ctr" rtl="0">
              <a:spcBef>
                <a:spcPts val="1600"/>
              </a:spcBef>
              <a:spcAft>
                <a:spcPts val="0"/>
              </a:spcAft>
              <a:buSzPts val="1400"/>
              <a:buFont typeface="Nunito ExtraBold"/>
              <a:buNone/>
              <a:defRPr>
                <a:latin typeface="Nunito ExtraBold"/>
                <a:ea typeface="Nunito ExtraBold"/>
                <a:cs typeface="Nunito ExtraBold"/>
                <a:sym typeface="Nunito ExtraBold"/>
              </a:defRPr>
            </a:lvl8pPr>
            <a:lvl9pPr lvl="8" algn="ctr" rtl="0">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a:endParaRPr/>
          </a:p>
        </p:txBody>
      </p:sp>
      <p:sp>
        <p:nvSpPr>
          <p:cNvPr id="1573" name="Google Shape;1573;p30"/>
          <p:cNvSpPr txBox="1">
            <a:spLocks noGrp="1"/>
          </p:cNvSpPr>
          <p:nvPr>
            <p:ph type="subTitle" idx="8"/>
          </p:nvPr>
        </p:nvSpPr>
        <p:spPr>
          <a:xfrm>
            <a:off x="5758215" y="3575550"/>
            <a:ext cx="19965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574" name="Google Shape;1574;p30"/>
          <p:cNvSpPr/>
          <p:nvPr/>
        </p:nvSpPr>
        <p:spPr>
          <a:xfrm>
            <a:off x="358848" y="92004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0"/>
          <p:cNvSpPr/>
          <p:nvPr/>
        </p:nvSpPr>
        <p:spPr>
          <a:xfrm>
            <a:off x="489161" y="63436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0"/>
          <p:cNvSpPr/>
          <p:nvPr/>
        </p:nvSpPr>
        <p:spPr>
          <a:xfrm>
            <a:off x="647985" y="156877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0"/>
          <p:cNvSpPr/>
          <p:nvPr/>
        </p:nvSpPr>
        <p:spPr>
          <a:xfrm>
            <a:off x="887978" y="96914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five columns">
  <p:cSld name="CUSTOM_1_1_1_1_4">
    <p:spTree>
      <p:nvGrpSpPr>
        <p:cNvPr id="1" name="Shape 1578"/>
        <p:cNvGrpSpPr/>
        <p:nvPr/>
      </p:nvGrpSpPr>
      <p:grpSpPr>
        <a:xfrm>
          <a:off x="0" y="0"/>
          <a:ext cx="0" cy="0"/>
          <a:chOff x="0" y="0"/>
          <a:chExt cx="0" cy="0"/>
        </a:xfrm>
      </p:grpSpPr>
      <p:sp>
        <p:nvSpPr>
          <p:cNvPr id="1579" name="Google Shape;1579;p31"/>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1580" name="Google Shape;1580;p31"/>
          <p:cNvSpPr/>
          <p:nvPr/>
        </p:nvSpPr>
        <p:spPr>
          <a:xfrm rot="10800000">
            <a:off x="7048495" y="2269125"/>
            <a:ext cx="2051903" cy="2874373"/>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31"/>
          <p:cNvSpPr/>
          <p:nvPr/>
        </p:nvSpPr>
        <p:spPr>
          <a:xfrm>
            <a:off x="0" y="0"/>
            <a:ext cx="4687105" cy="634373"/>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1"/>
          <p:cNvSpPr/>
          <p:nvPr/>
        </p:nvSpPr>
        <p:spPr>
          <a:xfrm>
            <a:off x="123948" y="4008487"/>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1"/>
          <p:cNvSpPr/>
          <p:nvPr/>
        </p:nvSpPr>
        <p:spPr>
          <a:xfrm>
            <a:off x="254261" y="3722806"/>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31"/>
          <p:cNvSpPr/>
          <p:nvPr/>
        </p:nvSpPr>
        <p:spPr>
          <a:xfrm>
            <a:off x="413085" y="4657214"/>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31"/>
          <p:cNvSpPr/>
          <p:nvPr/>
        </p:nvSpPr>
        <p:spPr>
          <a:xfrm>
            <a:off x="653078" y="4057582"/>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31"/>
          <p:cNvSpPr/>
          <p:nvPr/>
        </p:nvSpPr>
        <p:spPr>
          <a:xfrm>
            <a:off x="8554680" y="9627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31"/>
          <p:cNvSpPr/>
          <p:nvPr/>
        </p:nvSpPr>
        <p:spPr>
          <a:xfrm>
            <a:off x="7189992" y="1730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31"/>
          <p:cNvSpPr/>
          <p:nvPr/>
        </p:nvSpPr>
        <p:spPr>
          <a:xfrm>
            <a:off x="8924753" y="13857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31"/>
          <p:cNvSpPr/>
          <p:nvPr/>
        </p:nvSpPr>
        <p:spPr>
          <a:xfrm>
            <a:off x="8462988" y="6877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1"/>
          <p:cNvSpPr/>
          <p:nvPr/>
        </p:nvSpPr>
        <p:spPr>
          <a:xfrm>
            <a:off x="8364298" y="2717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31"/>
          <p:cNvSpPr/>
          <p:nvPr/>
        </p:nvSpPr>
        <p:spPr>
          <a:xfrm>
            <a:off x="6710472" y="3811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31"/>
          <p:cNvSpPr txBox="1">
            <a:spLocks noGrp="1"/>
          </p:cNvSpPr>
          <p:nvPr>
            <p:ph type="subTitle" idx="1"/>
          </p:nvPr>
        </p:nvSpPr>
        <p:spPr>
          <a:xfrm>
            <a:off x="2140937" y="1769775"/>
            <a:ext cx="19824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400"/>
              <a:buFont typeface="Nunito ExtraBold"/>
              <a:buNone/>
              <a:defRPr>
                <a:latin typeface="Nunito ExtraBold"/>
                <a:ea typeface="Nunito ExtraBold"/>
                <a:cs typeface="Nunito ExtraBold"/>
                <a:sym typeface="Nunito ExtraBold"/>
              </a:defRPr>
            </a:lvl2pPr>
            <a:lvl3pPr lvl="2" algn="ctr" rtl="0">
              <a:spcBef>
                <a:spcPts val="1600"/>
              </a:spcBef>
              <a:spcAft>
                <a:spcPts val="0"/>
              </a:spcAft>
              <a:buSzPts val="1400"/>
              <a:buFont typeface="Nunito ExtraBold"/>
              <a:buNone/>
              <a:defRPr>
                <a:latin typeface="Nunito ExtraBold"/>
                <a:ea typeface="Nunito ExtraBold"/>
                <a:cs typeface="Nunito ExtraBold"/>
                <a:sym typeface="Nunito ExtraBold"/>
              </a:defRPr>
            </a:lvl3pPr>
            <a:lvl4pPr lvl="3" algn="ctr" rtl="0">
              <a:spcBef>
                <a:spcPts val="1600"/>
              </a:spcBef>
              <a:spcAft>
                <a:spcPts val="0"/>
              </a:spcAft>
              <a:buSzPts val="1400"/>
              <a:buFont typeface="Nunito ExtraBold"/>
              <a:buNone/>
              <a:defRPr>
                <a:latin typeface="Nunito ExtraBold"/>
                <a:ea typeface="Nunito ExtraBold"/>
                <a:cs typeface="Nunito ExtraBold"/>
                <a:sym typeface="Nunito ExtraBold"/>
              </a:defRPr>
            </a:lvl4pPr>
            <a:lvl5pPr lvl="4" algn="ctr" rtl="0">
              <a:spcBef>
                <a:spcPts val="1600"/>
              </a:spcBef>
              <a:spcAft>
                <a:spcPts val="0"/>
              </a:spcAft>
              <a:buSzPts val="1400"/>
              <a:buFont typeface="Nunito ExtraBold"/>
              <a:buNone/>
              <a:defRPr>
                <a:latin typeface="Nunito ExtraBold"/>
                <a:ea typeface="Nunito ExtraBold"/>
                <a:cs typeface="Nunito ExtraBold"/>
                <a:sym typeface="Nunito ExtraBold"/>
              </a:defRPr>
            </a:lvl5pPr>
            <a:lvl6pPr lvl="5" algn="ctr" rtl="0">
              <a:spcBef>
                <a:spcPts val="1600"/>
              </a:spcBef>
              <a:spcAft>
                <a:spcPts val="0"/>
              </a:spcAft>
              <a:buSzPts val="1400"/>
              <a:buFont typeface="Nunito ExtraBold"/>
              <a:buNone/>
              <a:defRPr>
                <a:latin typeface="Nunito ExtraBold"/>
                <a:ea typeface="Nunito ExtraBold"/>
                <a:cs typeface="Nunito ExtraBold"/>
                <a:sym typeface="Nunito ExtraBold"/>
              </a:defRPr>
            </a:lvl6pPr>
            <a:lvl7pPr lvl="6" algn="ctr" rtl="0">
              <a:spcBef>
                <a:spcPts val="1600"/>
              </a:spcBef>
              <a:spcAft>
                <a:spcPts val="0"/>
              </a:spcAft>
              <a:buSzPts val="1400"/>
              <a:buFont typeface="Nunito ExtraBold"/>
              <a:buNone/>
              <a:defRPr>
                <a:latin typeface="Nunito ExtraBold"/>
                <a:ea typeface="Nunito ExtraBold"/>
                <a:cs typeface="Nunito ExtraBold"/>
                <a:sym typeface="Nunito ExtraBold"/>
              </a:defRPr>
            </a:lvl7pPr>
            <a:lvl8pPr lvl="7" algn="ctr" rtl="0">
              <a:spcBef>
                <a:spcPts val="1600"/>
              </a:spcBef>
              <a:spcAft>
                <a:spcPts val="0"/>
              </a:spcAft>
              <a:buSzPts val="1400"/>
              <a:buFont typeface="Nunito ExtraBold"/>
              <a:buNone/>
              <a:defRPr>
                <a:latin typeface="Nunito ExtraBold"/>
                <a:ea typeface="Nunito ExtraBold"/>
                <a:cs typeface="Nunito ExtraBold"/>
                <a:sym typeface="Nunito ExtraBold"/>
              </a:defRPr>
            </a:lvl8pPr>
            <a:lvl9pPr lvl="8" algn="ctr" rtl="0">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a:endParaRPr/>
          </a:p>
        </p:txBody>
      </p:sp>
      <p:sp>
        <p:nvSpPr>
          <p:cNvPr id="1593" name="Google Shape;1593;p31"/>
          <p:cNvSpPr txBox="1">
            <a:spLocks noGrp="1"/>
          </p:cNvSpPr>
          <p:nvPr>
            <p:ph type="subTitle" idx="2"/>
          </p:nvPr>
        </p:nvSpPr>
        <p:spPr>
          <a:xfrm>
            <a:off x="2141762" y="2135475"/>
            <a:ext cx="1978500" cy="45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594" name="Google Shape;1594;p31"/>
          <p:cNvSpPr txBox="1">
            <a:spLocks noGrp="1"/>
          </p:cNvSpPr>
          <p:nvPr>
            <p:ph type="subTitle" idx="3"/>
          </p:nvPr>
        </p:nvSpPr>
        <p:spPr>
          <a:xfrm>
            <a:off x="704173" y="3665600"/>
            <a:ext cx="19824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400"/>
              <a:buFont typeface="Nunito ExtraBold"/>
              <a:buNone/>
              <a:defRPr>
                <a:latin typeface="Nunito ExtraBold"/>
                <a:ea typeface="Nunito ExtraBold"/>
                <a:cs typeface="Nunito ExtraBold"/>
                <a:sym typeface="Nunito ExtraBold"/>
              </a:defRPr>
            </a:lvl2pPr>
            <a:lvl3pPr lvl="2" algn="ctr" rtl="0">
              <a:spcBef>
                <a:spcPts val="1600"/>
              </a:spcBef>
              <a:spcAft>
                <a:spcPts val="0"/>
              </a:spcAft>
              <a:buSzPts val="1400"/>
              <a:buFont typeface="Nunito ExtraBold"/>
              <a:buNone/>
              <a:defRPr>
                <a:latin typeface="Nunito ExtraBold"/>
                <a:ea typeface="Nunito ExtraBold"/>
                <a:cs typeface="Nunito ExtraBold"/>
                <a:sym typeface="Nunito ExtraBold"/>
              </a:defRPr>
            </a:lvl3pPr>
            <a:lvl4pPr lvl="3" algn="ctr" rtl="0">
              <a:spcBef>
                <a:spcPts val="1600"/>
              </a:spcBef>
              <a:spcAft>
                <a:spcPts val="0"/>
              </a:spcAft>
              <a:buSzPts val="1400"/>
              <a:buFont typeface="Nunito ExtraBold"/>
              <a:buNone/>
              <a:defRPr>
                <a:latin typeface="Nunito ExtraBold"/>
                <a:ea typeface="Nunito ExtraBold"/>
                <a:cs typeface="Nunito ExtraBold"/>
                <a:sym typeface="Nunito ExtraBold"/>
              </a:defRPr>
            </a:lvl4pPr>
            <a:lvl5pPr lvl="4" algn="ctr" rtl="0">
              <a:spcBef>
                <a:spcPts val="1600"/>
              </a:spcBef>
              <a:spcAft>
                <a:spcPts val="0"/>
              </a:spcAft>
              <a:buSzPts val="1400"/>
              <a:buFont typeface="Nunito ExtraBold"/>
              <a:buNone/>
              <a:defRPr>
                <a:latin typeface="Nunito ExtraBold"/>
                <a:ea typeface="Nunito ExtraBold"/>
                <a:cs typeface="Nunito ExtraBold"/>
                <a:sym typeface="Nunito ExtraBold"/>
              </a:defRPr>
            </a:lvl5pPr>
            <a:lvl6pPr lvl="5" algn="ctr" rtl="0">
              <a:spcBef>
                <a:spcPts val="1600"/>
              </a:spcBef>
              <a:spcAft>
                <a:spcPts val="0"/>
              </a:spcAft>
              <a:buSzPts val="1400"/>
              <a:buFont typeface="Nunito ExtraBold"/>
              <a:buNone/>
              <a:defRPr>
                <a:latin typeface="Nunito ExtraBold"/>
                <a:ea typeface="Nunito ExtraBold"/>
                <a:cs typeface="Nunito ExtraBold"/>
                <a:sym typeface="Nunito ExtraBold"/>
              </a:defRPr>
            </a:lvl6pPr>
            <a:lvl7pPr lvl="6" algn="ctr" rtl="0">
              <a:spcBef>
                <a:spcPts val="1600"/>
              </a:spcBef>
              <a:spcAft>
                <a:spcPts val="0"/>
              </a:spcAft>
              <a:buSzPts val="1400"/>
              <a:buFont typeface="Nunito ExtraBold"/>
              <a:buNone/>
              <a:defRPr>
                <a:latin typeface="Nunito ExtraBold"/>
                <a:ea typeface="Nunito ExtraBold"/>
                <a:cs typeface="Nunito ExtraBold"/>
                <a:sym typeface="Nunito ExtraBold"/>
              </a:defRPr>
            </a:lvl7pPr>
            <a:lvl8pPr lvl="7" algn="ctr" rtl="0">
              <a:spcBef>
                <a:spcPts val="1600"/>
              </a:spcBef>
              <a:spcAft>
                <a:spcPts val="0"/>
              </a:spcAft>
              <a:buSzPts val="1400"/>
              <a:buFont typeface="Nunito ExtraBold"/>
              <a:buNone/>
              <a:defRPr>
                <a:latin typeface="Nunito ExtraBold"/>
                <a:ea typeface="Nunito ExtraBold"/>
                <a:cs typeface="Nunito ExtraBold"/>
                <a:sym typeface="Nunito ExtraBold"/>
              </a:defRPr>
            </a:lvl8pPr>
            <a:lvl9pPr lvl="8" algn="ctr" rtl="0">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a:endParaRPr/>
          </a:p>
        </p:txBody>
      </p:sp>
      <p:sp>
        <p:nvSpPr>
          <p:cNvPr id="1595" name="Google Shape;1595;p31"/>
          <p:cNvSpPr txBox="1">
            <a:spLocks noGrp="1"/>
          </p:cNvSpPr>
          <p:nvPr>
            <p:ph type="subTitle" idx="4"/>
          </p:nvPr>
        </p:nvSpPr>
        <p:spPr>
          <a:xfrm>
            <a:off x="703873" y="4032025"/>
            <a:ext cx="1983000" cy="457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596" name="Google Shape;1596;p31"/>
          <p:cNvSpPr txBox="1">
            <a:spLocks noGrp="1"/>
          </p:cNvSpPr>
          <p:nvPr>
            <p:ph type="subTitle" idx="5"/>
          </p:nvPr>
        </p:nvSpPr>
        <p:spPr>
          <a:xfrm>
            <a:off x="5014464" y="1769775"/>
            <a:ext cx="19824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400"/>
              <a:buFont typeface="Nunito ExtraBold"/>
              <a:buNone/>
              <a:defRPr>
                <a:latin typeface="Nunito ExtraBold"/>
                <a:ea typeface="Nunito ExtraBold"/>
                <a:cs typeface="Nunito ExtraBold"/>
                <a:sym typeface="Nunito ExtraBold"/>
              </a:defRPr>
            </a:lvl2pPr>
            <a:lvl3pPr lvl="2" algn="ctr" rtl="0">
              <a:spcBef>
                <a:spcPts val="1600"/>
              </a:spcBef>
              <a:spcAft>
                <a:spcPts val="0"/>
              </a:spcAft>
              <a:buSzPts val="1400"/>
              <a:buFont typeface="Nunito ExtraBold"/>
              <a:buNone/>
              <a:defRPr>
                <a:latin typeface="Nunito ExtraBold"/>
                <a:ea typeface="Nunito ExtraBold"/>
                <a:cs typeface="Nunito ExtraBold"/>
                <a:sym typeface="Nunito ExtraBold"/>
              </a:defRPr>
            </a:lvl3pPr>
            <a:lvl4pPr lvl="3" algn="ctr" rtl="0">
              <a:spcBef>
                <a:spcPts val="1600"/>
              </a:spcBef>
              <a:spcAft>
                <a:spcPts val="0"/>
              </a:spcAft>
              <a:buSzPts val="1400"/>
              <a:buFont typeface="Nunito ExtraBold"/>
              <a:buNone/>
              <a:defRPr>
                <a:latin typeface="Nunito ExtraBold"/>
                <a:ea typeface="Nunito ExtraBold"/>
                <a:cs typeface="Nunito ExtraBold"/>
                <a:sym typeface="Nunito ExtraBold"/>
              </a:defRPr>
            </a:lvl4pPr>
            <a:lvl5pPr lvl="4" algn="ctr" rtl="0">
              <a:spcBef>
                <a:spcPts val="1600"/>
              </a:spcBef>
              <a:spcAft>
                <a:spcPts val="0"/>
              </a:spcAft>
              <a:buSzPts val="1400"/>
              <a:buFont typeface="Nunito ExtraBold"/>
              <a:buNone/>
              <a:defRPr>
                <a:latin typeface="Nunito ExtraBold"/>
                <a:ea typeface="Nunito ExtraBold"/>
                <a:cs typeface="Nunito ExtraBold"/>
                <a:sym typeface="Nunito ExtraBold"/>
              </a:defRPr>
            </a:lvl5pPr>
            <a:lvl6pPr lvl="5" algn="ctr" rtl="0">
              <a:spcBef>
                <a:spcPts val="1600"/>
              </a:spcBef>
              <a:spcAft>
                <a:spcPts val="0"/>
              </a:spcAft>
              <a:buSzPts val="1400"/>
              <a:buFont typeface="Nunito ExtraBold"/>
              <a:buNone/>
              <a:defRPr>
                <a:latin typeface="Nunito ExtraBold"/>
                <a:ea typeface="Nunito ExtraBold"/>
                <a:cs typeface="Nunito ExtraBold"/>
                <a:sym typeface="Nunito ExtraBold"/>
              </a:defRPr>
            </a:lvl6pPr>
            <a:lvl7pPr lvl="6" algn="ctr" rtl="0">
              <a:spcBef>
                <a:spcPts val="1600"/>
              </a:spcBef>
              <a:spcAft>
                <a:spcPts val="0"/>
              </a:spcAft>
              <a:buSzPts val="1400"/>
              <a:buFont typeface="Nunito ExtraBold"/>
              <a:buNone/>
              <a:defRPr>
                <a:latin typeface="Nunito ExtraBold"/>
                <a:ea typeface="Nunito ExtraBold"/>
                <a:cs typeface="Nunito ExtraBold"/>
                <a:sym typeface="Nunito ExtraBold"/>
              </a:defRPr>
            </a:lvl7pPr>
            <a:lvl8pPr lvl="7" algn="ctr" rtl="0">
              <a:spcBef>
                <a:spcPts val="1600"/>
              </a:spcBef>
              <a:spcAft>
                <a:spcPts val="0"/>
              </a:spcAft>
              <a:buSzPts val="1400"/>
              <a:buFont typeface="Nunito ExtraBold"/>
              <a:buNone/>
              <a:defRPr>
                <a:latin typeface="Nunito ExtraBold"/>
                <a:ea typeface="Nunito ExtraBold"/>
                <a:cs typeface="Nunito ExtraBold"/>
                <a:sym typeface="Nunito ExtraBold"/>
              </a:defRPr>
            </a:lvl8pPr>
            <a:lvl9pPr lvl="8" algn="ctr" rtl="0">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a:endParaRPr/>
          </a:p>
        </p:txBody>
      </p:sp>
      <p:sp>
        <p:nvSpPr>
          <p:cNvPr id="1597" name="Google Shape;1597;p31"/>
          <p:cNvSpPr txBox="1">
            <a:spLocks noGrp="1"/>
          </p:cNvSpPr>
          <p:nvPr>
            <p:ph type="subTitle" idx="6"/>
          </p:nvPr>
        </p:nvSpPr>
        <p:spPr>
          <a:xfrm>
            <a:off x="5013039" y="2135475"/>
            <a:ext cx="1983000" cy="457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598" name="Google Shape;1598;p31"/>
          <p:cNvSpPr txBox="1">
            <a:spLocks noGrp="1"/>
          </p:cNvSpPr>
          <p:nvPr>
            <p:ph type="subTitle" idx="7"/>
          </p:nvPr>
        </p:nvSpPr>
        <p:spPr>
          <a:xfrm>
            <a:off x="3577700" y="3666325"/>
            <a:ext cx="19824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400"/>
              <a:buFont typeface="Nunito ExtraBold"/>
              <a:buNone/>
              <a:defRPr>
                <a:latin typeface="Nunito ExtraBold"/>
                <a:ea typeface="Nunito ExtraBold"/>
                <a:cs typeface="Nunito ExtraBold"/>
                <a:sym typeface="Nunito ExtraBold"/>
              </a:defRPr>
            </a:lvl2pPr>
            <a:lvl3pPr lvl="2" algn="ctr" rtl="0">
              <a:spcBef>
                <a:spcPts val="1600"/>
              </a:spcBef>
              <a:spcAft>
                <a:spcPts val="0"/>
              </a:spcAft>
              <a:buSzPts val="1400"/>
              <a:buFont typeface="Nunito ExtraBold"/>
              <a:buNone/>
              <a:defRPr>
                <a:latin typeface="Nunito ExtraBold"/>
                <a:ea typeface="Nunito ExtraBold"/>
                <a:cs typeface="Nunito ExtraBold"/>
                <a:sym typeface="Nunito ExtraBold"/>
              </a:defRPr>
            </a:lvl3pPr>
            <a:lvl4pPr lvl="3" algn="ctr" rtl="0">
              <a:spcBef>
                <a:spcPts val="1600"/>
              </a:spcBef>
              <a:spcAft>
                <a:spcPts val="0"/>
              </a:spcAft>
              <a:buSzPts val="1400"/>
              <a:buFont typeface="Nunito ExtraBold"/>
              <a:buNone/>
              <a:defRPr>
                <a:latin typeface="Nunito ExtraBold"/>
                <a:ea typeface="Nunito ExtraBold"/>
                <a:cs typeface="Nunito ExtraBold"/>
                <a:sym typeface="Nunito ExtraBold"/>
              </a:defRPr>
            </a:lvl4pPr>
            <a:lvl5pPr lvl="4" algn="ctr" rtl="0">
              <a:spcBef>
                <a:spcPts val="1600"/>
              </a:spcBef>
              <a:spcAft>
                <a:spcPts val="0"/>
              </a:spcAft>
              <a:buSzPts val="1400"/>
              <a:buFont typeface="Nunito ExtraBold"/>
              <a:buNone/>
              <a:defRPr>
                <a:latin typeface="Nunito ExtraBold"/>
                <a:ea typeface="Nunito ExtraBold"/>
                <a:cs typeface="Nunito ExtraBold"/>
                <a:sym typeface="Nunito ExtraBold"/>
              </a:defRPr>
            </a:lvl5pPr>
            <a:lvl6pPr lvl="5" algn="ctr" rtl="0">
              <a:spcBef>
                <a:spcPts val="1600"/>
              </a:spcBef>
              <a:spcAft>
                <a:spcPts val="0"/>
              </a:spcAft>
              <a:buSzPts val="1400"/>
              <a:buFont typeface="Nunito ExtraBold"/>
              <a:buNone/>
              <a:defRPr>
                <a:latin typeface="Nunito ExtraBold"/>
                <a:ea typeface="Nunito ExtraBold"/>
                <a:cs typeface="Nunito ExtraBold"/>
                <a:sym typeface="Nunito ExtraBold"/>
              </a:defRPr>
            </a:lvl6pPr>
            <a:lvl7pPr lvl="6" algn="ctr" rtl="0">
              <a:spcBef>
                <a:spcPts val="1600"/>
              </a:spcBef>
              <a:spcAft>
                <a:spcPts val="0"/>
              </a:spcAft>
              <a:buSzPts val="1400"/>
              <a:buFont typeface="Nunito ExtraBold"/>
              <a:buNone/>
              <a:defRPr>
                <a:latin typeface="Nunito ExtraBold"/>
                <a:ea typeface="Nunito ExtraBold"/>
                <a:cs typeface="Nunito ExtraBold"/>
                <a:sym typeface="Nunito ExtraBold"/>
              </a:defRPr>
            </a:lvl7pPr>
            <a:lvl8pPr lvl="7" algn="ctr" rtl="0">
              <a:spcBef>
                <a:spcPts val="1600"/>
              </a:spcBef>
              <a:spcAft>
                <a:spcPts val="0"/>
              </a:spcAft>
              <a:buSzPts val="1400"/>
              <a:buFont typeface="Nunito ExtraBold"/>
              <a:buNone/>
              <a:defRPr>
                <a:latin typeface="Nunito ExtraBold"/>
                <a:ea typeface="Nunito ExtraBold"/>
                <a:cs typeface="Nunito ExtraBold"/>
                <a:sym typeface="Nunito ExtraBold"/>
              </a:defRPr>
            </a:lvl8pPr>
            <a:lvl9pPr lvl="8" algn="ctr" rtl="0">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a:endParaRPr/>
          </a:p>
        </p:txBody>
      </p:sp>
      <p:sp>
        <p:nvSpPr>
          <p:cNvPr id="1599" name="Google Shape;1599;p31"/>
          <p:cNvSpPr txBox="1">
            <a:spLocks noGrp="1"/>
          </p:cNvSpPr>
          <p:nvPr>
            <p:ph type="subTitle" idx="8"/>
          </p:nvPr>
        </p:nvSpPr>
        <p:spPr>
          <a:xfrm>
            <a:off x="3575150" y="4032025"/>
            <a:ext cx="1983000" cy="457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600" name="Google Shape;1600;p31"/>
          <p:cNvSpPr/>
          <p:nvPr/>
        </p:nvSpPr>
        <p:spPr>
          <a:xfrm>
            <a:off x="358848" y="92004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1"/>
          <p:cNvSpPr/>
          <p:nvPr/>
        </p:nvSpPr>
        <p:spPr>
          <a:xfrm>
            <a:off x="489161" y="63436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1"/>
          <p:cNvSpPr/>
          <p:nvPr/>
        </p:nvSpPr>
        <p:spPr>
          <a:xfrm>
            <a:off x="647985" y="156877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1"/>
          <p:cNvSpPr/>
          <p:nvPr/>
        </p:nvSpPr>
        <p:spPr>
          <a:xfrm>
            <a:off x="887978" y="96914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1"/>
          <p:cNvSpPr txBox="1">
            <a:spLocks noGrp="1"/>
          </p:cNvSpPr>
          <p:nvPr>
            <p:ph type="subTitle" idx="9"/>
          </p:nvPr>
        </p:nvSpPr>
        <p:spPr>
          <a:xfrm>
            <a:off x="6451228" y="3666325"/>
            <a:ext cx="19824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400"/>
              <a:buFont typeface="Nunito ExtraBold"/>
              <a:buNone/>
              <a:defRPr>
                <a:latin typeface="Nunito ExtraBold"/>
                <a:ea typeface="Nunito ExtraBold"/>
                <a:cs typeface="Nunito ExtraBold"/>
                <a:sym typeface="Nunito ExtraBold"/>
              </a:defRPr>
            </a:lvl2pPr>
            <a:lvl3pPr lvl="2" algn="ctr" rtl="0">
              <a:spcBef>
                <a:spcPts val="1600"/>
              </a:spcBef>
              <a:spcAft>
                <a:spcPts val="0"/>
              </a:spcAft>
              <a:buSzPts val="1400"/>
              <a:buFont typeface="Nunito ExtraBold"/>
              <a:buNone/>
              <a:defRPr>
                <a:latin typeface="Nunito ExtraBold"/>
                <a:ea typeface="Nunito ExtraBold"/>
                <a:cs typeface="Nunito ExtraBold"/>
                <a:sym typeface="Nunito ExtraBold"/>
              </a:defRPr>
            </a:lvl3pPr>
            <a:lvl4pPr lvl="3" algn="ctr" rtl="0">
              <a:spcBef>
                <a:spcPts val="1600"/>
              </a:spcBef>
              <a:spcAft>
                <a:spcPts val="0"/>
              </a:spcAft>
              <a:buSzPts val="1400"/>
              <a:buFont typeface="Nunito ExtraBold"/>
              <a:buNone/>
              <a:defRPr>
                <a:latin typeface="Nunito ExtraBold"/>
                <a:ea typeface="Nunito ExtraBold"/>
                <a:cs typeface="Nunito ExtraBold"/>
                <a:sym typeface="Nunito ExtraBold"/>
              </a:defRPr>
            </a:lvl4pPr>
            <a:lvl5pPr lvl="4" algn="ctr" rtl="0">
              <a:spcBef>
                <a:spcPts val="1600"/>
              </a:spcBef>
              <a:spcAft>
                <a:spcPts val="0"/>
              </a:spcAft>
              <a:buSzPts val="1400"/>
              <a:buFont typeface="Nunito ExtraBold"/>
              <a:buNone/>
              <a:defRPr>
                <a:latin typeface="Nunito ExtraBold"/>
                <a:ea typeface="Nunito ExtraBold"/>
                <a:cs typeface="Nunito ExtraBold"/>
                <a:sym typeface="Nunito ExtraBold"/>
              </a:defRPr>
            </a:lvl5pPr>
            <a:lvl6pPr lvl="5" algn="ctr" rtl="0">
              <a:spcBef>
                <a:spcPts val="1600"/>
              </a:spcBef>
              <a:spcAft>
                <a:spcPts val="0"/>
              </a:spcAft>
              <a:buSzPts val="1400"/>
              <a:buFont typeface="Nunito ExtraBold"/>
              <a:buNone/>
              <a:defRPr>
                <a:latin typeface="Nunito ExtraBold"/>
                <a:ea typeface="Nunito ExtraBold"/>
                <a:cs typeface="Nunito ExtraBold"/>
                <a:sym typeface="Nunito ExtraBold"/>
              </a:defRPr>
            </a:lvl6pPr>
            <a:lvl7pPr lvl="6" algn="ctr" rtl="0">
              <a:spcBef>
                <a:spcPts val="1600"/>
              </a:spcBef>
              <a:spcAft>
                <a:spcPts val="0"/>
              </a:spcAft>
              <a:buSzPts val="1400"/>
              <a:buFont typeface="Nunito ExtraBold"/>
              <a:buNone/>
              <a:defRPr>
                <a:latin typeface="Nunito ExtraBold"/>
                <a:ea typeface="Nunito ExtraBold"/>
                <a:cs typeface="Nunito ExtraBold"/>
                <a:sym typeface="Nunito ExtraBold"/>
              </a:defRPr>
            </a:lvl7pPr>
            <a:lvl8pPr lvl="7" algn="ctr" rtl="0">
              <a:spcBef>
                <a:spcPts val="1600"/>
              </a:spcBef>
              <a:spcAft>
                <a:spcPts val="0"/>
              </a:spcAft>
              <a:buSzPts val="1400"/>
              <a:buFont typeface="Nunito ExtraBold"/>
              <a:buNone/>
              <a:defRPr>
                <a:latin typeface="Nunito ExtraBold"/>
                <a:ea typeface="Nunito ExtraBold"/>
                <a:cs typeface="Nunito ExtraBold"/>
                <a:sym typeface="Nunito ExtraBold"/>
              </a:defRPr>
            </a:lvl8pPr>
            <a:lvl9pPr lvl="8" algn="ctr" rtl="0">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a:endParaRPr/>
          </a:p>
        </p:txBody>
      </p:sp>
      <p:sp>
        <p:nvSpPr>
          <p:cNvPr id="1605" name="Google Shape;1605;p31"/>
          <p:cNvSpPr txBox="1">
            <a:spLocks noGrp="1"/>
          </p:cNvSpPr>
          <p:nvPr>
            <p:ph type="subTitle" idx="13"/>
          </p:nvPr>
        </p:nvSpPr>
        <p:spPr>
          <a:xfrm>
            <a:off x="6450928" y="4032025"/>
            <a:ext cx="1983000" cy="457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six columns">
  <p:cSld name="CUSTOM_1_1_1_1_2">
    <p:spTree>
      <p:nvGrpSpPr>
        <p:cNvPr id="1" name="Shape 1606"/>
        <p:cNvGrpSpPr/>
        <p:nvPr/>
      </p:nvGrpSpPr>
      <p:grpSpPr>
        <a:xfrm>
          <a:off x="0" y="0"/>
          <a:ext cx="0" cy="0"/>
          <a:chOff x="0" y="0"/>
          <a:chExt cx="0" cy="0"/>
        </a:xfrm>
      </p:grpSpPr>
      <p:sp>
        <p:nvSpPr>
          <p:cNvPr id="1607" name="Google Shape;1607;p32"/>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1608" name="Google Shape;1608;p32"/>
          <p:cNvSpPr txBox="1">
            <a:spLocks noGrp="1"/>
          </p:cNvSpPr>
          <p:nvPr>
            <p:ph type="subTitle" idx="1"/>
          </p:nvPr>
        </p:nvSpPr>
        <p:spPr>
          <a:xfrm>
            <a:off x="1496675" y="1857375"/>
            <a:ext cx="1152000" cy="365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2pPr>
            <a:lvl3pPr lvl="2"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algn="ctr" rtl="0">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a:endParaRPr/>
          </a:p>
        </p:txBody>
      </p:sp>
      <p:sp>
        <p:nvSpPr>
          <p:cNvPr id="1609" name="Google Shape;1609;p32"/>
          <p:cNvSpPr txBox="1">
            <a:spLocks noGrp="1"/>
          </p:cNvSpPr>
          <p:nvPr>
            <p:ph type="subTitle" idx="2"/>
          </p:nvPr>
        </p:nvSpPr>
        <p:spPr>
          <a:xfrm>
            <a:off x="4069200" y="1857375"/>
            <a:ext cx="1152000" cy="365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2pPr>
            <a:lvl3pPr lvl="2"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algn="ctr" rtl="0">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a:endParaRPr/>
          </a:p>
        </p:txBody>
      </p:sp>
      <p:sp>
        <p:nvSpPr>
          <p:cNvPr id="1610" name="Google Shape;1610;p32"/>
          <p:cNvSpPr txBox="1">
            <a:spLocks noGrp="1"/>
          </p:cNvSpPr>
          <p:nvPr>
            <p:ph type="subTitle" idx="3"/>
          </p:nvPr>
        </p:nvSpPr>
        <p:spPr>
          <a:xfrm>
            <a:off x="6643850" y="1857375"/>
            <a:ext cx="1152000" cy="365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2pPr>
            <a:lvl3pPr lvl="2"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algn="ctr" rtl="0">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a:endParaRPr/>
          </a:p>
        </p:txBody>
      </p:sp>
      <p:sp>
        <p:nvSpPr>
          <p:cNvPr id="1611" name="Google Shape;1611;p32"/>
          <p:cNvSpPr txBox="1">
            <a:spLocks noGrp="1"/>
          </p:cNvSpPr>
          <p:nvPr>
            <p:ph type="subTitle" idx="4"/>
          </p:nvPr>
        </p:nvSpPr>
        <p:spPr>
          <a:xfrm>
            <a:off x="998225" y="2238375"/>
            <a:ext cx="2148900" cy="47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sz="1400"/>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1612" name="Google Shape;1612;p32"/>
          <p:cNvSpPr txBox="1">
            <a:spLocks noGrp="1"/>
          </p:cNvSpPr>
          <p:nvPr>
            <p:ph type="subTitle" idx="5"/>
          </p:nvPr>
        </p:nvSpPr>
        <p:spPr>
          <a:xfrm>
            <a:off x="3570750" y="2238375"/>
            <a:ext cx="2148900" cy="47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sz="1400"/>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1613" name="Google Shape;1613;p32"/>
          <p:cNvSpPr txBox="1">
            <a:spLocks noGrp="1"/>
          </p:cNvSpPr>
          <p:nvPr>
            <p:ph type="subTitle" idx="6"/>
          </p:nvPr>
        </p:nvSpPr>
        <p:spPr>
          <a:xfrm>
            <a:off x="6143750" y="2238375"/>
            <a:ext cx="2152200" cy="47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sz="1400"/>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1614" name="Google Shape;1614;p32"/>
          <p:cNvSpPr txBox="1">
            <a:spLocks noGrp="1"/>
          </p:cNvSpPr>
          <p:nvPr>
            <p:ph type="subTitle" idx="7"/>
          </p:nvPr>
        </p:nvSpPr>
        <p:spPr>
          <a:xfrm>
            <a:off x="1496675" y="3609975"/>
            <a:ext cx="1152000" cy="365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2pPr>
            <a:lvl3pPr lvl="2"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algn="ctr" rtl="0">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a:endParaRPr/>
          </a:p>
        </p:txBody>
      </p:sp>
      <p:sp>
        <p:nvSpPr>
          <p:cNvPr id="1615" name="Google Shape;1615;p32"/>
          <p:cNvSpPr txBox="1">
            <a:spLocks noGrp="1"/>
          </p:cNvSpPr>
          <p:nvPr>
            <p:ph type="subTitle" idx="8"/>
          </p:nvPr>
        </p:nvSpPr>
        <p:spPr>
          <a:xfrm>
            <a:off x="4069200" y="3609975"/>
            <a:ext cx="1152000" cy="365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2pPr>
            <a:lvl3pPr lvl="2"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algn="ctr" rtl="0">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a:endParaRPr/>
          </a:p>
        </p:txBody>
      </p:sp>
      <p:sp>
        <p:nvSpPr>
          <p:cNvPr id="1616" name="Google Shape;1616;p32"/>
          <p:cNvSpPr txBox="1">
            <a:spLocks noGrp="1"/>
          </p:cNvSpPr>
          <p:nvPr>
            <p:ph type="subTitle" idx="9"/>
          </p:nvPr>
        </p:nvSpPr>
        <p:spPr>
          <a:xfrm>
            <a:off x="6643850" y="3609975"/>
            <a:ext cx="1152000" cy="365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2pPr>
            <a:lvl3pPr lvl="2"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algn="ctr" rtl="0">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a:endParaRPr/>
          </a:p>
        </p:txBody>
      </p:sp>
      <p:sp>
        <p:nvSpPr>
          <p:cNvPr id="1617" name="Google Shape;1617;p32"/>
          <p:cNvSpPr txBox="1">
            <a:spLocks noGrp="1"/>
          </p:cNvSpPr>
          <p:nvPr>
            <p:ph type="subTitle" idx="13"/>
          </p:nvPr>
        </p:nvSpPr>
        <p:spPr>
          <a:xfrm>
            <a:off x="998225" y="4000500"/>
            <a:ext cx="2148900" cy="47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sz="1400"/>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1618" name="Google Shape;1618;p32"/>
          <p:cNvSpPr txBox="1">
            <a:spLocks noGrp="1"/>
          </p:cNvSpPr>
          <p:nvPr>
            <p:ph type="subTitle" idx="14"/>
          </p:nvPr>
        </p:nvSpPr>
        <p:spPr>
          <a:xfrm>
            <a:off x="3570750" y="4000500"/>
            <a:ext cx="2148900" cy="47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sz="1400"/>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1619" name="Google Shape;1619;p32"/>
          <p:cNvSpPr txBox="1">
            <a:spLocks noGrp="1"/>
          </p:cNvSpPr>
          <p:nvPr>
            <p:ph type="subTitle" idx="15"/>
          </p:nvPr>
        </p:nvSpPr>
        <p:spPr>
          <a:xfrm>
            <a:off x="6145400" y="4000500"/>
            <a:ext cx="2148900" cy="47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sz="1400"/>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1620" name="Google Shape;1620;p32"/>
          <p:cNvSpPr/>
          <p:nvPr/>
        </p:nvSpPr>
        <p:spPr>
          <a:xfrm flipH="1">
            <a:off x="321590" y="12038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32"/>
          <p:cNvSpPr/>
          <p:nvPr/>
        </p:nvSpPr>
        <p:spPr>
          <a:xfrm flipH="1">
            <a:off x="1700081" y="4141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32"/>
          <p:cNvSpPr/>
          <p:nvPr/>
        </p:nvSpPr>
        <p:spPr>
          <a:xfrm flipH="1">
            <a:off x="152397" y="16269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32"/>
          <p:cNvSpPr/>
          <p:nvPr/>
        </p:nvSpPr>
        <p:spPr>
          <a:xfrm flipH="1">
            <a:off x="614097" y="9288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32"/>
          <p:cNvSpPr/>
          <p:nvPr/>
        </p:nvSpPr>
        <p:spPr>
          <a:xfrm flipH="1">
            <a:off x="712853" y="5128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32"/>
          <p:cNvSpPr/>
          <p:nvPr/>
        </p:nvSpPr>
        <p:spPr>
          <a:xfrm flipH="1">
            <a:off x="2362920" y="6222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32"/>
          <p:cNvSpPr/>
          <p:nvPr/>
        </p:nvSpPr>
        <p:spPr>
          <a:xfrm>
            <a:off x="8430723" y="56714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2"/>
          <p:cNvSpPr/>
          <p:nvPr/>
        </p:nvSpPr>
        <p:spPr>
          <a:xfrm>
            <a:off x="8561036" y="28146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32"/>
          <p:cNvSpPr/>
          <p:nvPr/>
        </p:nvSpPr>
        <p:spPr>
          <a:xfrm>
            <a:off x="8719860" y="121587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32"/>
          <p:cNvSpPr/>
          <p:nvPr/>
        </p:nvSpPr>
        <p:spPr>
          <a:xfrm>
            <a:off x="8959853" y="61624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32"/>
          <p:cNvSpPr/>
          <p:nvPr/>
        </p:nvSpPr>
        <p:spPr>
          <a:xfrm flipH="1">
            <a:off x="4967668" y="0"/>
            <a:ext cx="4176332" cy="565243"/>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32"/>
          <p:cNvSpPr/>
          <p:nvPr/>
        </p:nvSpPr>
        <p:spPr>
          <a:xfrm>
            <a:off x="6605" y="0"/>
            <a:ext cx="4176332" cy="565243"/>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six columns 1">
  <p:cSld name="CUSTOM_1_1_1_1_2_1">
    <p:spTree>
      <p:nvGrpSpPr>
        <p:cNvPr id="1" name="Shape 1632"/>
        <p:cNvGrpSpPr/>
        <p:nvPr/>
      </p:nvGrpSpPr>
      <p:grpSpPr>
        <a:xfrm>
          <a:off x="0" y="0"/>
          <a:ext cx="0" cy="0"/>
          <a:chOff x="0" y="0"/>
          <a:chExt cx="0" cy="0"/>
        </a:xfrm>
      </p:grpSpPr>
      <p:sp>
        <p:nvSpPr>
          <p:cNvPr id="1633" name="Google Shape;1633;p33"/>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1634" name="Google Shape;1634;p33"/>
          <p:cNvSpPr txBox="1">
            <a:spLocks noGrp="1"/>
          </p:cNvSpPr>
          <p:nvPr>
            <p:ph type="subTitle" idx="1"/>
          </p:nvPr>
        </p:nvSpPr>
        <p:spPr>
          <a:xfrm>
            <a:off x="2233783" y="1224106"/>
            <a:ext cx="2148900" cy="365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800"/>
              <a:buFont typeface="Nunito ExtraBold"/>
              <a:buNone/>
              <a:defRPr sz="1800">
                <a:latin typeface="Nunito ExtraBold"/>
                <a:ea typeface="Nunito ExtraBold"/>
                <a:cs typeface="Nunito ExtraBold"/>
                <a:sym typeface="Nunito ExtraBold"/>
              </a:defRPr>
            </a:lvl2pPr>
            <a:lvl3pPr lvl="2"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algn="ctr" rtl="0">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a:endParaRPr/>
          </a:p>
        </p:txBody>
      </p:sp>
      <p:sp>
        <p:nvSpPr>
          <p:cNvPr id="1635" name="Google Shape;1635;p33"/>
          <p:cNvSpPr txBox="1">
            <a:spLocks noGrp="1"/>
          </p:cNvSpPr>
          <p:nvPr>
            <p:ph type="subTitle" idx="2"/>
          </p:nvPr>
        </p:nvSpPr>
        <p:spPr>
          <a:xfrm>
            <a:off x="5725358" y="1224106"/>
            <a:ext cx="21489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800"/>
              <a:buFont typeface="Nunito ExtraBold"/>
              <a:buNone/>
              <a:defRPr sz="1800">
                <a:latin typeface="Nunito ExtraBold"/>
                <a:ea typeface="Nunito ExtraBold"/>
                <a:cs typeface="Nunito ExtraBold"/>
                <a:sym typeface="Nunito ExtraBold"/>
              </a:defRPr>
            </a:lvl2pPr>
            <a:lvl3pPr lvl="2"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algn="ctr" rtl="0">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a:endParaRPr/>
          </a:p>
        </p:txBody>
      </p:sp>
      <p:sp>
        <p:nvSpPr>
          <p:cNvPr id="1636" name="Google Shape;1636;p33"/>
          <p:cNvSpPr txBox="1">
            <a:spLocks noGrp="1"/>
          </p:cNvSpPr>
          <p:nvPr>
            <p:ph type="subTitle" idx="3"/>
          </p:nvPr>
        </p:nvSpPr>
        <p:spPr>
          <a:xfrm>
            <a:off x="2233783" y="2394859"/>
            <a:ext cx="2148900" cy="365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800"/>
              <a:buFont typeface="Nunito ExtraBold"/>
              <a:buNone/>
              <a:defRPr sz="1800">
                <a:latin typeface="Nunito ExtraBold"/>
                <a:ea typeface="Nunito ExtraBold"/>
                <a:cs typeface="Nunito ExtraBold"/>
                <a:sym typeface="Nunito ExtraBold"/>
              </a:defRPr>
            </a:lvl2pPr>
            <a:lvl3pPr lvl="2"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algn="ctr" rtl="0">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a:endParaRPr/>
          </a:p>
        </p:txBody>
      </p:sp>
      <p:sp>
        <p:nvSpPr>
          <p:cNvPr id="1637" name="Google Shape;1637;p33"/>
          <p:cNvSpPr txBox="1">
            <a:spLocks noGrp="1"/>
          </p:cNvSpPr>
          <p:nvPr>
            <p:ph type="subTitle" idx="4"/>
          </p:nvPr>
        </p:nvSpPr>
        <p:spPr>
          <a:xfrm>
            <a:off x="2233783" y="1591438"/>
            <a:ext cx="21489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300"/>
              <a:buNone/>
              <a:defRPr sz="1400"/>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1638" name="Google Shape;1638;p33"/>
          <p:cNvSpPr txBox="1">
            <a:spLocks noGrp="1"/>
          </p:cNvSpPr>
          <p:nvPr>
            <p:ph type="subTitle" idx="5"/>
          </p:nvPr>
        </p:nvSpPr>
        <p:spPr>
          <a:xfrm>
            <a:off x="5725358" y="1591438"/>
            <a:ext cx="21489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300"/>
              <a:buNone/>
              <a:defRPr sz="1400"/>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1639" name="Google Shape;1639;p33"/>
          <p:cNvSpPr txBox="1">
            <a:spLocks noGrp="1"/>
          </p:cNvSpPr>
          <p:nvPr>
            <p:ph type="subTitle" idx="6"/>
          </p:nvPr>
        </p:nvSpPr>
        <p:spPr>
          <a:xfrm>
            <a:off x="2233783" y="2762191"/>
            <a:ext cx="21522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300"/>
              <a:buNone/>
              <a:defRPr sz="1400"/>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1640" name="Google Shape;1640;p33"/>
          <p:cNvSpPr txBox="1">
            <a:spLocks noGrp="1"/>
          </p:cNvSpPr>
          <p:nvPr>
            <p:ph type="subTitle" idx="7"/>
          </p:nvPr>
        </p:nvSpPr>
        <p:spPr>
          <a:xfrm>
            <a:off x="2233783" y="3567945"/>
            <a:ext cx="2148900" cy="365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800"/>
              <a:buFont typeface="Nunito ExtraBold"/>
              <a:buNone/>
              <a:defRPr sz="1800">
                <a:latin typeface="Nunito ExtraBold"/>
                <a:ea typeface="Nunito ExtraBold"/>
                <a:cs typeface="Nunito ExtraBold"/>
                <a:sym typeface="Nunito ExtraBold"/>
              </a:defRPr>
            </a:lvl2pPr>
            <a:lvl3pPr lvl="2"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algn="ctr" rtl="0">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a:endParaRPr/>
          </a:p>
        </p:txBody>
      </p:sp>
      <p:sp>
        <p:nvSpPr>
          <p:cNvPr id="1641" name="Google Shape;1641;p33"/>
          <p:cNvSpPr txBox="1">
            <a:spLocks noGrp="1"/>
          </p:cNvSpPr>
          <p:nvPr>
            <p:ph type="subTitle" idx="8"/>
          </p:nvPr>
        </p:nvSpPr>
        <p:spPr>
          <a:xfrm>
            <a:off x="5725358" y="3567945"/>
            <a:ext cx="21489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800"/>
              <a:buFont typeface="Nunito ExtraBold"/>
              <a:buNone/>
              <a:defRPr sz="1800">
                <a:latin typeface="Nunito ExtraBold"/>
                <a:ea typeface="Nunito ExtraBold"/>
                <a:cs typeface="Nunito ExtraBold"/>
                <a:sym typeface="Nunito ExtraBold"/>
              </a:defRPr>
            </a:lvl2pPr>
            <a:lvl3pPr lvl="2"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algn="ctr" rtl="0">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a:endParaRPr/>
          </a:p>
        </p:txBody>
      </p:sp>
      <p:sp>
        <p:nvSpPr>
          <p:cNvPr id="1642" name="Google Shape;1642;p33"/>
          <p:cNvSpPr txBox="1">
            <a:spLocks noGrp="1"/>
          </p:cNvSpPr>
          <p:nvPr>
            <p:ph type="subTitle" idx="9"/>
          </p:nvPr>
        </p:nvSpPr>
        <p:spPr>
          <a:xfrm>
            <a:off x="5725358" y="2394859"/>
            <a:ext cx="21489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800"/>
              <a:buFont typeface="Nunito ExtraBold"/>
              <a:buNone/>
              <a:defRPr sz="1800">
                <a:latin typeface="Nunito ExtraBold"/>
                <a:ea typeface="Nunito ExtraBold"/>
                <a:cs typeface="Nunito ExtraBold"/>
                <a:sym typeface="Nunito ExtraBold"/>
              </a:defRPr>
            </a:lvl2pPr>
            <a:lvl3pPr lvl="2"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algn="ctr" rtl="0">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a:endParaRPr/>
          </a:p>
        </p:txBody>
      </p:sp>
      <p:sp>
        <p:nvSpPr>
          <p:cNvPr id="1643" name="Google Shape;1643;p33"/>
          <p:cNvSpPr txBox="1">
            <a:spLocks noGrp="1"/>
          </p:cNvSpPr>
          <p:nvPr>
            <p:ph type="subTitle" idx="13"/>
          </p:nvPr>
        </p:nvSpPr>
        <p:spPr>
          <a:xfrm>
            <a:off x="2233783" y="3931134"/>
            <a:ext cx="21489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300"/>
              <a:buNone/>
              <a:defRPr sz="1400"/>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1644" name="Google Shape;1644;p33"/>
          <p:cNvSpPr txBox="1">
            <a:spLocks noGrp="1"/>
          </p:cNvSpPr>
          <p:nvPr>
            <p:ph type="subTitle" idx="14"/>
          </p:nvPr>
        </p:nvSpPr>
        <p:spPr>
          <a:xfrm>
            <a:off x="5725358" y="3931134"/>
            <a:ext cx="21489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300"/>
              <a:buNone/>
              <a:defRPr sz="1400"/>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1645" name="Google Shape;1645;p33"/>
          <p:cNvSpPr txBox="1">
            <a:spLocks noGrp="1"/>
          </p:cNvSpPr>
          <p:nvPr>
            <p:ph type="subTitle" idx="15"/>
          </p:nvPr>
        </p:nvSpPr>
        <p:spPr>
          <a:xfrm>
            <a:off x="5725358" y="2762191"/>
            <a:ext cx="21489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300"/>
              <a:buNone/>
              <a:defRPr sz="1400"/>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1646" name="Google Shape;1646;p33"/>
          <p:cNvSpPr/>
          <p:nvPr/>
        </p:nvSpPr>
        <p:spPr>
          <a:xfrm flipH="1">
            <a:off x="321590" y="12038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33"/>
          <p:cNvSpPr/>
          <p:nvPr/>
        </p:nvSpPr>
        <p:spPr>
          <a:xfrm flipH="1">
            <a:off x="1700081" y="4141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33"/>
          <p:cNvSpPr/>
          <p:nvPr/>
        </p:nvSpPr>
        <p:spPr>
          <a:xfrm flipH="1">
            <a:off x="152397" y="16269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33"/>
          <p:cNvSpPr/>
          <p:nvPr/>
        </p:nvSpPr>
        <p:spPr>
          <a:xfrm flipH="1">
            <a:off x="614097" y="9288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33"/>
          <p:cNvSpPr/>
          <p:nvPr/>
        </p:nvSpPr>
        <p:spPr>
          <a:xfrm flipH="1">
            <a:off x="712853" y="5128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33"/>
          <p:cNvSpPr/>
          <p:nvPr/>
        </p:nvSpPr>
        <p:spPr>
          <a:xfrm flipH="1">
            <a:off x="2362920" y="6222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33"/>
          <p:cNvSpPr/>
          <p:nvPr/>
        </p:nvSpPr>
        <p:spPr>
          <a:xfrm>
            <a:off x="8430723" y="56714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33"/>
          <p:cNvSpPr/>
          <p:nvPr/>
        </p:nvSpPr>
        <p:spPr>
          <a:xfrm>
            <a:off x="8561036" y="28146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33"/>
          <p:cNvSpPr/>
          <p:nvPr/>
        </p:nvSpPr>
        <p:spPr>
          <a:xfrm>
            <a:off x="8719860" y="121587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33"/>
          <p:cNvSpPr/>
          <p:nvPr/>
        </p:nvSpPr>
        <p:spPr>
          <a:xfrm>
            <a:off x="8959853" y="61624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33"/>
          <p:cNvSpPr/>
          <p:nvPr/>
        </p:nvSpPr>
        <p:spPr>
          <a:xfrm flipH="1">
            <a:off x="4967668" y="0"/>
            <a:ext cx="4176332" cy="565243"/>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33"/>
          <p:cNvSpPr/>
          <p:nvPr/>
        </p:nvSpPr>
        <p:spPr>
          <a:xfrm>
            <a:off x="6605" y="0"/>
            <a:ext cx="4176332" cy="565243"/>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Numbers and text">
  <p:cSld name="CUSTOM_1_1_1_1_1">
    <p:spTree>
      <p:nvGrpSpPr>
        <p:cNvPr id="1" name="Shape 1658"/>
        <p:cNvGrpSpPr/>
        <p:nvPr/>
      </p:nvGrpSpPr>
      <p:grpSpPr>
        <a:xfrm>
          <a:off x="0" y="0"/>
          <a:ext cx="0" cy="0"/>
          <a:chOff x="0" y="0"/>
          <a:chExt cx="0" cy="0"/>
        </a:xfrm>
      </p:grpSpPr>
      <p:sp>
        <p:nvSpPr>
          <p:cNvPr id="1659" name="Google Shape;1659;p34"/>
          <p:cNvSpPr txBox="1">
            <a:spLocks noGrp="1"/>
          </p:cNvSpPr>
          <p:nvPr>
            <p:ph type="title"/>
          </p:nvPr>
        </p:nvSpPr>
        <p:spPr>
          <a:xfrm>
            <a:off x="713225" y="539500"/>
            <a:ext cx="7717500" cy="478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1660" name="Google Shape;1660;p34"/>
          <p:cNvSpPr/>
          <p:nvPr/>
        </p:nvSpPr>
        <p:spPr>
          <a:xfrm flipH="1">
            <a:off x="0" y="3186075"/>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61" name="Google Shape;1661;p34"/>
          <p:cNvSpPr/>
          <p:nvPr/>
        </p:nvSpPr>
        <p:spPr>
          <a:xfrm>
            <a:off x="6520050" y="3186063"/>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62" name="Google Shape;1662;p34"/>
          <p:cNvGrpSpPr/>
          <p:nvPr/>
        </p:nvGrpSpPr>
        <p:grpSpPr>
          <a:xfrm>
            <a:off x="7853225" y="3974325"/>
            <a:ext cx="531275" cy="821125"/>
            <a:chOff x="238125" y="3188925"/>
            <a:chExt cx="531275" cy="821125"/>
          </a:xfrm>
        </p:grpSpPr>
        <p:sp>
          <p:nvSpPr>
            <p:cNvPr id="1663" name="Google Shape;1663;p34"/>
            <p:cNvSpPr/>
            <p:nvPr/>
          </p:nvSpPr>
          <p:spPr>
            <a:xfrm>
              <a:off x="281625" y="3275750"/>
              <a:ext cx="487775" cy="734300"/>
            </a:xfrm>
            <a:custGeom>
              <a:avLst/>
              <a:gdLst/>
              <a:ahLst/>
              <a:cxnLst/>
              <a:rect l="l" t="t" r="r" b="b"/>
              <a:pathLst>
                <a:path w="19511" h="29372" extrusionOk="0">
                  <a:moveTo>
                    <a:pt x="11950" y="1"/>
                  </a:moveTo>
                  <a:lnTo>
                    <a:pt x="1" y="3475"/>
                  </a:lnTo>
                  <a:lnTo>
                    <a:pt x="7357" y="28403"/>
                  </a:lnTo>
                  <a:cubicBezTo>
                    <a:pt x="7526" y="28991"/>
                    <a:pt x="8040" y="29371"/>
                    <a:pt x="8619" y="29371"/>
                  </a:cubicBezTo>
                  <a:cubicBezTo>
                    <a:pt x="8741" y="29371"/>
                    <a:pt x="8866" y="29354"/>
                    <a:pt x="8992" y="29319"/>
                  </a:cubicBezTo>
                  <a:lnTo>
                    <a:pt x="18391" y="26564"/>
                  </a:lnTo>
                  <a:cubicBezTo>
                    <a:pt x="19102" y="26360"/>
                    <a:pt x="19511" y="25641"/>
                    <a:pt x="19306" y="24930"/>
                  </a:cubicBezTo>
                  <a:lnTo>
                    <a:pt x="11950"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34"/>
            <p:cNvSpPr/>
            <p:nvPr/>
          </p:nvSpPr>
          <p:spPr>
            <a:xfrm>
              <a:off x="324950" y="3418800"/>
              <a:ext cx="365375" cy="316750"/>
            </a:xfrm>
            <a:custGeom>
              <a:avLst/>
              <a:gdLst/>
              <a:ahLst/>
              <a:cxnLst/>
              <a:rect l="l" t="t" r="r" b="b"/>
              <a:pathLst>
                <a:path w="14615" h="12670" extrusionOk="0">
                  <a:moveTo>
                    <a:pt x="11852" y="0"/>
                  </a:moveTo>
                  <a:lnTo>
                    <a:pt x="1" y="3474"/>
                  </a:lnTo>
                  <a:lnTo>
                    <a:pt x="2657" y="12669"/>
                  </a:lnTo>
                  <a:lnTo>
                    <a:pt x="14615" y="9195"/>
                  </a:lnTo>
                  <a:lnTo>
                    <a:pt x="118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34"/>
            <p:cNvSpPr/>
            <p:nvPr/>
          </p:nvSpPr>
          <p:spPr>
            <a:xfrm>
              <a:off x="238125" y="3188925"/>
              <a:ext cx="360250" cy="178800"/>
            </a:xfrm>
            <a:custGeom>
              <a:avLst/>
              <a:gdLst/>
              <a:ahLst/>
              <a:cxnLst/>
              <a:rect l="l" t="t" r="r" b="b"/>
              <a:pathLst>
                <a:path w="14410" h="7152" extrusionOk="0">
                  <a:moveTo>
                    <a:pt x="13486" y="0"/>
                  </a:moveTo>
                  <a:lnTo>
                    <a:pt x="0" y="3981"/>
                  </a:lnTo>
                  <a:lnTo>
                    <a:pt x="1022" y="7152"/>
                  </a:lnTo>
                  <a:lnTo>
                    <a:pt x="14410" y="3270"/>
                  </a:lnTo>
                  <a:lnTo>
                    <a:pt x="134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4"/>
            <p:cNvSpPr/>
            <p:nvPr/>
          </p:nvSpPr>
          <p:spPr>
            <a:xfrm>
              <a:off x="250975" y="3280875"/>
              <a:ext cx="38250" cy="84200"/>
            </a:xfrm>
            <a:custGeom>
              <a:avLst/>
              <a:gdLst/>
              <a:ahLst/>
              <a:cxnLst/>
              <a:rect l="l" t="t" r="r" b="b"/>
              <a:pathLst>
                <a:path w="1530" h="3368" extrusionOk="0">
                  <a:moveTo>
                    <a:pt x="614" y="0"/>
                  </a:moveTo>
                  <a:lnTo>
                    <a:pt x="1" y="205"/>
                  </a:lnTo>
                  <a:lnTo>
                    <a:pt x="916" y="3368"/>
                  </a:lnTo>
                  <a:lnTo>
                    <a:pt x="1529" y="3163"/>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4"/>
            <p:cNvSpPr/>
            <p:nvPr/>
          </p:nvSpPr>
          <p:spPr>
            <a:xfrm>
              <a:off x="281625" y="3273100"/>
              <a:ext cx="35800" cy="84425"/>
            </a:xfrm>
            <a:custGeom>
              <a:avLst/>
              <a:gdLst/>
              <a:ahLst/>
              <a:cxnLst/>
              <a:rect l="l" t="t" r="r" b="b"/>
              <a:pathLst>
                <a:path w="1432" h="3377" extrusionOk="0">
                  <a:moveTo>
                    <a:pt x="508" y="1"/>
                  </a:moveTo>
                  <a:lnTo>
                    <a:pt x="1" y="107"/>
                  </a:lnTo>
                  <a:lnTo>
                    <a:pt x="916" y="3376"/>
                  </a:lnTo>
                  <a:lnTo>
                    <a:pt x="1431" y="3172"/>
                  </a:lnTo>
                  <a:lnTo>
                    <a:pt x="508"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34"/>
            <p:cNvSpPr/>
            <p:nvPr/>
          </p:nvSpPr>
          <p:spPr>
            <a:xfrm>
              <a:off x="309625" y="3262875"/>
              <a:ext cx="38450" cy="84425"/>
            </a:xfrm>
            <a:custGeom>
              <a:avLst/>
              <a:gdLst/>
              <a:ahLst/>
              <a:cxnLst/>
              <a:rect l="l" t="t" r="r" b="b"/>
              <a:pathLst>
                <a:path w="1538" h="3377" extrusionOk="0">
                  <a:moveTo>
                    <a:pt x="614" y="1"/>
                  </a:moveTo>
                  <a:lnTo>
                    <a:pt x="1" y="205"/>
                  </a:lnTo>
                  <a:lnTo>
                    <a:pt x="1022" y="3377"/>
                  </a:lnTo>
                  <a:lnTo>
                    <a:pt x="1537" y="3270"/>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34"/>
            <p:cNvSpPr/>
            <p:nvPr/>
          </p:nvSpPr>
          <p:spPr>
            <a:xfrm>
              <a:off x="340275" y="3255325"/>
              <a:ext cx="38450" cy="84200"/>
            </a:xfrm>
            <a:custGeom>
              <a:avLst/>
              <a:gdLst/>
              <a:ahLst/>
              <a:cxnLst/>
              <a:rect l="l" t="t" r="r" b="b"/>
              <a:pathLst>
                <a:path w="1538" h="3368" extrusionOk="0">
                  <a:moveTo>
                    <a:pt x="614" y="1"/>
                  </a:moveTo>
                  <a:lnTo>
                    <a:pt x="1" y="205"/>
                  </a:lnTo>
                  <a:lnTo>
                    <a:pt x="924" y="3368"/>
                  </a:lnTo>
                  <a:lnTo>
                    <a:pt x="1537" y="3164"/>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4"/>
            <p:cNvSpPr/>
            <p:nvPr/>
          </p:nvSpPr>
          <p:spPr>
            <a:xfrm>
              <a:off x="370925" y="3245100"/>
              <a:ext cx="38450" cy="84225"/>
            </a:xfrm>
            <a:custGeom>
              <a:avLst/>
              <a:gdLst/>
              <a:ahLst/>
              <a:cxnLst/>
              <a:rect l="l" t="t" r="r" b="b"/>
              <a:pathLst>
                <a:path w="1538" h="3369" extrusionOk="0">
                  <a:moveTo>
                    <a:pt x="516" y="1"/>
                  </a:moveTo>
                  <a:lnTo>
                    <a:pt x="1" y="205"/>
                  </a:lnTo>
                  <a:lnTo>
                    <a:pt x="924" y="3368"/>
                  </a:lnTo>
                  <a:lnTo>
                    <a:pt x="1537" y="3270"/>
                  </a:lnTo>
                  <a:lnTo>
                    <a:pt x="516"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4"/>
            <p:cNvSpPr/>
            <p:nvPr/>
          </p:nvSpPr>
          <p:spPr>
            <a:xfrm>
              <a:off x="401575" y="3237350"/>
              <a:ext cx="35800" cy="84400"/>
            </a:xfrm>
            <a:custGeom>
              <a:avLst/>
              <a:gdLst/>
              <a:ahLst/>
              <a:cxnLst/>
              <a:rect l="l" t="t" r="r" b="b"/>
              <a:pathLst>
                <a:path w="1432" h="3376" extrusionOk="0">
                  <a:moveTo>
                    <a:pt x="516" y="0"/>
                  </a:moveTo>
                  <a:lnTo>
                    <a:pt x="1" y="205"/>
                  </a:lnTo>
                  <a:lnTo>
                    <a:pt x="924" y="3376"/>
                  </a:lnTo>
                  <a:lnTo>
                    <a:pt x="1431" y="3172"/>
                  </a:lnTo>
                  <a:lnTo>
                    <a:pt x="516"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34"/>
            <p:cNvSpPr/>
            <p:nvPr/>
          </p:nvSpPr>
          <p:spPr>
            <a:xfrm>
              <a:off x="429775" y="3229775"/>
              <a:ext cx="38250" cy="81775"/>
            </a:xfrm>
            <a:custGeom>
              <a:avLst/>
              <a:gdLst/>
              <a:ahLst/>
              <a:cxnLst/>
              <a:rect l="l" t="t" r="r" b="b"/>
              <a:pathLst>
                <a:path w="1530" h="3271" extrusionOk="0">
                  <a:moveTo>
                    <a:pt x="614" y="1"/>
                  </a:moveTo>
                  <a:lnTo>
                    <a:pt x="1" y="99"/>
                  </a:lnTo>
                  <a:lnTo>
                    <a:pt x="916" y="3270"/>
                  </a:lnTo>
                  <a:lnTo>
                    <a:pt x="1529" y="3164"/>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34"/>
            <p:cNvSpPr/>
            <p:nvPr/>
          </p:nvSpPr>
          <p:spPr>
            <a:xfrm>
              <a:off x="460425" y="3219575"/>
              <a:ext cx="38250" cy="84200"/>
            </a:xfrm>
            <a:custGeom>
              <a:avLst/>
              <a:gdLst/>
              <a:ahLst/>
              <a:cxnLst/>
              <a:rect l="l" t="t" r="r" b="b"/>
              <a:pathLst>
                <a:path w="1530" h="3368" extrusionOk="0">
                  <a:moveTo>
                    <a:pt x="614" y="0"/>
                  </a:moveTo>
                  <a:lnTo>
                    <a:pt x="1" y="205"/>
                  </a:lnTo>
                  <a:lnTo>
                    <a:pt x="916" y="3368"/>
                  </a:lnTo>
                  <a:lnTo>
                    <a:pt x="1529" y="3163"/>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34"/>
            <p:cNvSpPr/>
            <p:nvPr/>
          </p:nvSpPr>
          <p:spPr>
            <a:xfrm>
              <a:off x="491075" y="3211800"/>
              <a:ext cx="35800" cy="84425"/>
            </a:xfrm>
            <a:custGeom>
              <a:avLst/>
              <a:gdLst/>
              <a:ahLst/>
              <a:cxnLst/>
              <a:rect l="l" t="t" r="r" b="b"/>
              <a:pathLst>
                <a:path w="1432" h="3377" extrusionOk="0">
                  <a:moveTo>
                    <a:pt x="507" y="1"/>
                  </a:moveTo>
                  <a:lnTo>
                    <a:pt x="1" y="107"/>
                  </a:lnTo>
                  <a:lnTo>
                    <a:pt x="916" y="3376"/>
                  </a:lnTo>
                  <a:lnTo>
                    <a:pt x="1431" y="3172"/>
                  </a:lnTo>
                  <a:lnTo>
                    <a:pt x="507"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34"/>
            <p:cNvSpPr/>
            <p:nvPr/>
          </p:nvSpPr>
          <p:spPr>
            <a:xfrm>
              <a:off x="519075" y="3201575"/>
              <a:ext cx="38450" cy="84425"/>
            </a:xfrm>
            <a:custGeom>
              <a:avLst/>
              <a:gdLst/>
              <a:ahLst/>
              <a:cxnLst/>
              <a:rect l="l" t="t" r="r" b="b"/>
              <a:pathLst>
                <a:path w="1538" h="3377" extrusionOk="0">
                  <a:moveTo>
                    <a:pt x="613" y="1"/>
                  </a:moveTo>
                  <a:lnTo>
                    <a:pt x="0" y="205"/>
                  </a:lnTo>
                  <a:lnTo>
                    <a:pt x="1022" y="3377"/>
                  </a:lnTo>
                  <a:lnTo>
                    <a:pt x="1537" y="3270"/>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34"/>
            <p:cNvSpPr/>
            <p:nvPr/>
          </p:nvSpPr>
          <p:spPr>
            <a:xfrm>
              <a:off x="549725" y="3194025"/>
              <a:ext cx="38450" cy="84200"/>
            </a:xfrm>
            <a:custGeom>
              <a:avLst/>
              <a:gdLst/>
              <a:ahLst/>
              <a:cxnLst/>
              <a:rect l="l" t="t" r="r" b="b"/>
              <a:pathLst>
                <a:path w="1538" h="3368" extrusionOk="0">
                  <a:moveTo>
                    <a:pt x="613" y="1"/>
                  </a:moveTo>
                  <a:lnTo>
                    <a:pt x="0" y="99"/>
                  </a:lnTo>
                  <a:lnTo>
                    <a:pt x="924" y="3368"/>
                  </a:lnTo>
                  <a:lnTo>
                    <a:pt x="1537" y="3164"/>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34"/>
            <p:cNvSpPr/>
            <p:nvPr/>
          </p:nvSpPr>
          <p:spPr>
            <a:xfrm>
              <a:off x="281625" y="3275750"/>
              <a:ext cx="309000" cy="122625"/>
            </a:xfrm>
            <a:custGeom>
              <a:avLst/>
              <a:gdLst/>
              <a:ahLst/>
              <a:cxnLst/>
              <a:rect l="l" t="t" r="r" b="b"/>
              <a:pathLst>
                <a:path w="12360" h="4905" extrusionOk="0">
                  <a:moveTo>
                    <a:pt x="11950" y="1"/>
                  </a:moveTo>
                  <a:lnTo>
                    <a:pt x="1" y="3475"/>
                  </a:lnTo>
                  <a:lnTo>
                    <a:pt x="410" y="4905"/>
                  </a:lnTo>
                  <a:lnTo>
                    <a:pt x="12359" y="1325"/>
                  </a:lnTo>
                  <a:lnTo>
                    <a:pt x="11950"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34"/>
            <p:cNvSpPr/>
            <p:nvPr/>
          </p:nvSpPr>
          <p:spPr>
            <a:xfrm>
              <a:off x="557500" y="3574500"/>
              <a:ext cx="86850" cy="38425"/>
            </a:xfrm>
            <a:custGeom>
              <a:avLst/>
              <a:gdLst/>
              <a:ahLst/>
              <a:cxnLst/>
              <a:rect l="l" t="t" r="r" b="b"/>
              <a:pathLst>
                <a:path w="3474" h="1537" extrusionOk="0">
                  <a:moveTo>
                    <a:pt x="3367" y="0"/>
                  </a:moveTo>
                  <a:lnTo>
                    <a:pt x="0" y="1022"/>
                  </a:lnTo>
                  <a:lnTo>
                    <a:pt x="204" y="1537"/>
                  </a:lnTo>
                  <a:lnTo>
                    <a:pt x="3474" y="613"/>
                  </a:lnTo>
                  <a:lnTo>
                    <a:pt x="3367"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34"/>
            <p:cNvSpPr/>
            <p:nvPr/>
          </p:nvSpPr>
          <p:spPr>
            <a:xfrm>
              <a:off x="549725" y="3546500"/>
              <a:ext cx="86875" cy="38250"/>
            </a:xfrm>
            <a:custGeom>
              <a:avLst/>
              <a:gdLst/>
              <a:ahLst/>
              <a:cxnLst/>
              <a:rect l="l" t="t" r="r" b="b"/>
              <a:pathLst>
                <a:path w="3475" h="1530" extrusionOk="0">
                  <a:moveTo>
                    <a:pt x="3270" y="1"/>
                  </a:moveTo>
                  <a:lnTo>
                    <a:pt x="0" y="1022"/>
                  </a:lnTo>
                  <a:lnTo>
                    <a:pt x="205" y="1529"/>
                  </a:lnTo>
                  <a:lnTo>
                    <a:pt x="3474" y="614"/>
                  </a:lnTo>
                  <a:lnTo>
                    <a:pt x="3270"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4"/>
            <p:cNvSpPr/>
            <p:nvPr/>
          </p:nvSpPr>
          <p:spPr>
            <a:xfrm>
              <a:off x="542175" y="3518300"/>
              <a:ext cx="86850" cy="38450"/>
            </a:xfrm>
            <a:custGeom>
              <a:avLst/>
              <a:gdLst/>
              <a:ahLst/>
              <a:cxnLst/>
              <a:rect l="l" t="t" r="r" b="b"/>
              <a:pathLst>
                <a:path w="3474" h="1538" extrusionOk="0">
                  <a:moveTo>
                    <a:pt x="3269" y="1"/>
                  </a:moveTo>
                  <a:lnTo>
                    <a:pt x="0" y="1022"/>
                  </a:lnTo>
                  <a:lnTo>
                    <a:pt x="98" y="1537"/>
                  </a:lnTo>
                  <a:lnTo>
                    <a:pt x="3474" y="614"/>
                  </a:lnTo>
                  <a:lnTo>
                    <a:pt x="3269"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34"/>
            <p:cNvSpPr/>
            <p:nvPr/>
          </p:nvSpPr>
          <p:spPr>
            <a:xfrm>
              <a:off x="360725" y="3514550"/>
              <a:ext cx="84400" cy="75050"/>
            </a:xfrm>
            <a:custGeom>
              <a:avLst/>
              <a:gdLst/>
              <a:ahLst/>
              <a:cxnLst/>
              <a:rect l="l" t="t" r="r" b="b"/>
              <a:pathLst>
                <a:path w="3376" h="3002" extrusionOk="0">
                  <a:moveTo>
                    <a:pt x="1712" y="1"/>
                  </a:moveTo>
                  <a:cubicBezTo>
                    <a:pt x="1583" y="1"/>
                    <a:pt x="1454" y="18"/>
                    <a:pt x="1332" y="53"/>
                  </a:cubicBezTo>
                  <a:cubicBezTo>
                    <a:pt x="515" y="355"/>
                    <a:pt x="0" y="1172"/>
                    <a:pt x="311" y="1892"/>
                  </a:cubicBezTo>
                  <a:cubicBezTo>
                    <a:pt x="474" y="2546"/>
                    <a:pt x="1031" y="3002"/>
                    <a:pt x="1666" y="3002"/>
                  </a:cubicBezTo>
                  <a:cubicBezTo>
                    <a:pt x="1824" y="3002"/>
                    <a:pt x="1987" y="2974"/>
                    <a:pt x="2150" y="2913"/>
                  </a:cubicBezTo>
                  <a:cubicBezTo>
                    <a:pt x="2967" y="2709"/>
                    <a:pt x="3376" y="1892"/>
                    <a:pt x="3171" y="1074"/>
                  </a:cubicBezTo>
                  <a:cubicBezTo>
                    <a:pt x="3002" y="397"/>
                    <a:pt x="2339" y="1"/>
                    <a:pt x="1712"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34"/>
            <p:cNvSpPr/>
            <p:nvPr/>
          </p:nvSpPr>
          <p:spPr>
            <a:xfrm>
              <a:off x="450200" y="3847900"/>
              <a:ext cx="319200" cy="162150"/>
            </a:xfrm>
            <a:custGeom>
              <a:avLst/>
              <a:gdLst/>
              <a:ahLst/>
              <a:cxnLst/>
              <a:rect l="l" t="t" r="r" b="b"/>
              <a:pathLst>
                <a:path w="12768" h="6486" extrusionOk="0">
                  <a:moveTo>
                    <a:pt x="1" y="3572"/>
                  </a:moveTo>
                  <a:lnTo>
                    <a:pt x="1" y="3572"/>
                  </a:lnTo>
                  <a:cubicBezTo>
                    <a:pt x="9" y="3599"/>
                    <a:pt x="17" y="3625"/>
                    <a:pt x="26" y="3651"/>
                  </a:cubicBezTo>
                  <a:lnTo>
                    <a:pt x="26" y="3651"/>
                  </a:lnTo>
                  <a:lnTo>
                    <a:pt x="1" y="3572"/>
                  </a:lnTo>
                  <a:close/>
                  <a:moveTo>
                    <a:pt x="11950" y="0"/>
                  </a:moveTo>
                  <a:cubicBezTo>
                    <a:pt x="12155" y="711"/>
                    <a:pt x="11746" y="1431"/>
                    <a:pt x="11035" y="1635"/>
                  </a:cubicBezTo>
                  <a:lnTo>
                    <a:pt x="1636" y="4496"/>
                  </a:lnTo>
                  <a:cubicBezTo>
                    <a:pt x="1510" y="4531"/>
                    <a:pt x="1385" y="4548"/>
                    <a:pt x="1263" y="4548"/>
                  </a:cubicBezTo>
                  <a:cubicBezTo>
                    <a:pt x="710" y="4548"/>
                    <a:pt x="216" y="4200"/>
                    <a:pt x="26" y="3651"/>
                  </a:cubicBezTo>
                  <a:lnTo>
                    <a:pt x="26" y="3651"/>
                  </a:lnTo>
                  <a:lnTo>
                    <a:pt x="614" y="5517"/>
                  </a:lnTo>
                  <a:cubicBezTo>
                    <a:pt x="783" y="6105"/>
                    <a:pt x="1297" y="6485"/>
                    <a:pt x="1876" y="6485"/>
                  </a:cubicBezTo>
                  <a:cubicBezTo>
                    <a:pt x="1998" y="6485"/>
                    <a:pt x="2123" y="6468"/>
                    <a:pt x="2249" y="6433"/>
                  </a:cubicBezTo>
                  <a:lnTo>
                    <a:pt x="11648" y="3678"/>
                  </a:lnTo>
                  <a:cubicBezTo>
                    <a:pt x="12359" y="3474"/>
                    <a:pt x="12768" y="2755"/>
                    <a:pt x="12563" y="2044"/>
                  </a:cubicBezTo>
                  <a:lnTo>
                    <a:pt x="11950"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3" name="Google Shape;1683;p34"/>
          <p:cNvGrpSpPr/>
          <p:nvPr/>
        </p:nvGrpSpPr>
        <p:grpSpPr>
          <a:xfrm>
            <a:off x="220263" y="4286238"/>
            <a:ext cx="985925" cy="744150"/>
            <a:chOff x="1666700" y="5967688"/>
            <a:chExt cx="985925" cy="744150"/>
          </a:xfrm>
        </p:grpSpPr>
        <p:sp>
          <p:nvSpPr>
            <p:cNvPr id="1684" name="Google Shape;1684;p34"/>
            <p:cNvSpPr/>
            <p:nvPr/>
          </p:nvSpPr>
          <p:spPr>
            <a:xfrm>
              <a:off x="1666700" y="5967688"/>
              <a:ext cx="985925" cy="744150"/>
            </a:xfrm>
            <a:custGeom>
              <a:avLst/>
              <a:gdLst/>
              <a:ahLst/>
              <a:cxn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34"/>
            <p:cNvSpPr/>
            <p:nvPr/>
          </p:nvSpPr>
          <p:spPr>
            <a:xfrm>
              <a:off x="1758650" y="6363863"/>
              <a:ext cx="130375" cy="130375"/>
            </a:xfrm>
            <a:custGeom>
              <a:avLst/>
              <a:gdLst/>
              <a:ahLst/>
              <a:cxn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34"/>
            <p:cNvSpPr/>
            <p:nvPr/>
          </p:nvSpPr>
          <p:spPr>
            <a:xfrm>
              <a:off x="1735750" y="6361013"/>
              <a:ext cx="148175" cy="131150"/>
            </a:xfrm>
            <a:custGeom>
              <a:avLst/>
              <a:gdLst/>
              <a:ahLst/>
              <a:cxn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34"/>
            <p:cNvSpPr/>
            <p:nvPr/>
          </p:nvSpPr>
          <p:spPr>
            <a:xfrm>
              <a:off x="1766400" y="6369163"/>
              <a:ext cx="117525" cy="122175"/>
            </a:xfrm>
            <a:custGeom>
              <a:avLst/>
              <a:gdLst/>
              <a:ahLst/>
              <a:cxn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34"/>
            <p:cNvSpPr/>
            <p:nvPr/>
          </p:nvSpPr>
          <p:spPr>
            <a:xfrm>
              <a:off x="1751075" y="6397163"/>
              <a:ext cx="119975" cy="66425"/>
            </a:xfrm>
            <a:custGeom>
              <a:avLst/>
              <a:gdLst/>
              <a:ahLst/>
              <a:cxn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34"/>
            <p:cNvSpPr/>
            <p:nvPr/>
          </p:nvSpPr>
          <p:spPr>
            <a:xfrm>
              <a:off x="1748425" y="6392063"/>
              <a:ext cx="120175" cy="69075"/>
            </a:xfrm>
            <a:custGeom>
              <a:avLst/>
              <a:gdLst/>
              <a:ahLst/>
              <a:cxn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34"/>
            <p:cNvSpPr/>
            <p:nvPr/>
          </p:nvSpPr>
          <p:spPr>
            <a:xfrm>
              <a:off x="1911900" y="6282113"/>
              <a:ext cx="130375" cy="130400"/>
            </a:xfrm>
            <a:custGeom>
              <a:avLst/>
              <a:gdLst/>
              <a:ahLst/>
              <a:cxn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34"/>
            <p:cNvSpPr/>
            <p:nvPr/>
          </p:nvSpPr>
          <p:spPr>
            <a:xfrm>
              <a:off x="1889000" y="6279288"/>
              <a:ext cx="148175" cy="129975"/>
            </a:xfrm>
            <a:custGeom>
              <a:avLst/>
              <a:gdLst/>
              <a:ahLst/>
              <a:cxn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4"/>
            <p:cNvSpPr/>
            <p:nvPr/>
          </p:nvSpPr>
          <p:spPr>
            <a:xfrm>
              <a:off x="1922125" y="6287438"/>
              <a:ext cx="115050" cy="122175"/>
            </a:xfrm>
            <a:custGeom>
              <a:avLst/>
              <a:gdLst/>
              <a:ahLst/>
              <a:cxn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4"/>
            <p:cNvSpPr/>
            <p:nvPr/>
          </p:nvSpPr>
          <p:spPr>
            <a:xfrm>
              <a:off x="1906800" y="6315438"/>
              <a:ext cx="117500" cy="66425"/>
            </a:xfrm>
            <a:custGeom>
              <a:avLst/>
              <a:gdLst/>
              <a:ahLst/>
              <a:cxn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4"/>
            <p:cNvSpPr/>
            <p:nvPr/>
          </p:nvSpPr>
          <p:spPr>
            <a:xfrm>
              <a:off x="1904325" y="6310313"/>
              <a:ext cx="119975" cy="69100"/>
            </a:xfrm>
            <a:custGeom>
              <a:avLst/>
              <a:gdLst/>
              <a:ahLst/>
              <a:cxn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4"/>
            <p:cNvSpPr/>
            <p:nvPr/>
          </p:nvSpPr>
          <p:spPr>
            <a:xfrm>
              <a:off x="2067800" y="62003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4"/>
            <p:cNvSpPr/>
            <p:nvPr/>
          </p:nvSpPr>
          <p:spPr>
            <a:xfrm>
              <a:off x="2044725" y="6197563"/>
              <a:ext cx="148150" cy="129975"/>
            </a:xfrm>
            <a:custGeom>
              <a:avLst/>
              <a:gdLst/>
              <a:ahLst/>
              <a:cxn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4"/>
            <p:cNvSpPr/>
            <p:nvPr/>
          </p:nvSpPr>
          <p:spPr>
            <a:xfrm>
              <a:off x="2078025" y="6205713"/>
              <a:ext cx="114850" cy="122175"/>
            </a:xfrm>
            <a:custGeom>
              <a:avLst/>
              <a:gdLst/>
              <a:ahLst/>
              <a:cxn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4"/>
            <p:cNvSpPr/>
            <p:nvPr/>
          </p:nvSpPr>
          <p:spPr>
            <a:xfrm>
              <a:off x="2060050" y="6233688"/>
              <a:ext cx="120175" cy="66450"/>
            </a:xfrm>
            <a:custGeom>
              <a:avLst/>
              <a:gdLst/>
              <a:ahLst/>
              <a:cxn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4"/>
            <p:cNvSpPr/>
            <p:nvPr/>
          </p:nvSpPr>
          <p:spPr>
            <a:xfrm>
              <a:off x="2060050" y="6228588"/>
              <a:ext cx="117500" cy="69100"/>
            </a:xfrm>
            <a:custGeom>
              <a:avLst/>
              <a:gdLst/>
              <a:ahLst/>
              <a:cxn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4"/>
            <p:cNvSpPr/>
            <p:nvPr/>
          </p:nvSpPr>
          <p:spPr>
            <a:xfrm>
              <a:off x="2221050" y="6118663"/>
              <a:ext cx="130200" cy="130375"/>
            </a:xfrm>
            <a:custGeom>
              <a:avLst/>
              <a:gdLst/>
              <a:ahLst/>
              <a:cxn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4"/>
            <p:cNvSpPr/>
            <p:nvPr/>
          </p:nvSpPr>
          <p:spPr>
            <a:xfrm>
              <a:off x="2197975" y="6115813"/>
              <a:ext cx="150825" cy="129975"/>
            </a:xfrm>
            <a:custGeom>
              <a:avLst/>
              <a:gdLst/>
              <a:ahLst/>
              <a:cxn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4"/>
            <p:cNvSpPr/>
            <p:nvPr/>
          </p:nvSpPr>
          <p:spPr>
            <a:xfrm>
              <a:off x="2231275" y="6123963"/>
              <a:ext cx="117525" cy="122175"/>
            </a:xfrm>
            <a:custGeom>
              <a:avLst/>
              <a:gdLst/>
              <a:ahLst/>
              <a:cxn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4"/>
            <p:cNvSpPr/>
            <p:nvPr/>
          </p:nvSpPr>
          <p:spPr>
            <a:xfrm>
              <a:off x="2215950" y="6151963"/>
              <a:ext cx="117525" cy="66425"/>
            </a:xfrm>
            <a:custGeom>
              <a:avLst/>
              <a:gdLst/>
              <a:ahLst/>
              <a:cxn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4"/>
            <p:cNvSpPr/>
            <p:nvPr/>
          </p:nvSpPr>
          <p:spPr>
            <a:xfrm>
              <a:off x="2213300" y="6146863"/>
              <a:ext cx="120175" cy="69075"/>
            </a:xfrm>
            <a:custGeom>
              <a:avLst/>
              <a:gdLst/>
              <a:ahLst/>
              <a:cxn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4"/>
            <p:cNvSpPr/>
            <p:nvPr/>
          </p:nvSpPr>
          <p:spPr>
            <a:xfrm>
              <a:off x="2376750" y="6036913"/>
              <a:ext cx="130400" cy="130400"/>
            </a:xfrm>
            <a:custGeom>
              <a:avLst/>
              <a:gdLst/>
              <a:ahLst/>
              <a:cxn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4"/>
            <p:cNvSpPr/>
            <p:nvPr/>
          </p:nvSpPr>
          <p:spPr>
            <a:xfrm>
              <a:off x="2353875" y="6034013"/>
              <a:ext cx="148175" cy="130050"/>
            </a:xfrm>
            <a:custGeom>
              <a:avLst/>
              <a:gdLst/>
              <a:ahLst/>
              <a:cxn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4"/>
            <p:cNvSpPr/>
            <p:nvPr/>
          </p:nvSpPr>
          <p:spPr>
            <a:xfrm>
              <a:off x="2386975" y="6042238"/>
              <a:ext cx="115075" cy="122175"/>
            </a:xfrm>
            <a:custGeom>
              <a:avLst/>
              <a:gdLst/>
              <a:ahLst/>
              <a:cxn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4"/>
            <p:cNvSpPr/>
            <p:nvPr/>
          </p:nvSpPr>
          <p:spPr>
            <a:xfrm>
              <a:off x="2371650" y="6070238"/>
              <a:ext cx="117525" cy="66425"/>
            </a:xfrm>
            <a:custGeom>
              <a:avLst/>
              <a:gdLst/>
              <a:ahLst/>
              <a:cxn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34"/>
            <p:cNvSpPr/>
            <p:nvPr/>
          </p:nvSpPr>
          <p:spPr>
            <a:xfrm>
              <a:off x="2369200" y="6065113"/>
              <a:ext cx="117525" cy="69100"/>
            </a:xfrm>
            <a:custGeom>
              <a:avLst/>
              <a:gdLst/>
              <a:ahLst/>
              <a:cxn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34"/>
            <p:cNvSpPr/>
            <p:nvPr/>
          </p:nvSpPr>
          <p:spPr>
            <a:xfrm>
              <a:off x="1832825" y="6506888"/>
              <a:ext cx="130175" cy="130400"/>
            </a:xfrm>
            <a:custGeom>
              <a:avLst/>
              <a:gdLst/>
              <a:ahLst/>
              <a:cxn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34"/>
            <p:cNvSpPr/>
            <p:nvPr/>
          </p:nvSpPr>
          <p:spPr>
            <a:xfrm>
              <a:off x="1809725" y="6504063"/>
              <a:ext cx="148175" cy="129975"/>
            </a:xfrm>
            <a:custGeom>
              <a:avLst/>
              <a:gdLst/>
              <a:ahLst/>
              <a:cxn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4"/>
            <p:cNvSpPr/>
            <p:nvPr/>
          </p:nvSpPr>
          <p:spPr>
            <a:xfrm>
              <a:off x="1843025" y="6512213"/>
              <a:ext cx="114875" cy="122175"/>
            </a:xfrm>
            <a:custGeom>
              <a:avLst/>
              <a:gdLst/>
              <a:ahLst/>
              <a:cxn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4"/>
            <p:cNvSpPr/>
            <p:nvPr/>
          </p:nvSpPr>
          <p:spPr>
            <a:xfrm>
              <a:off x="1827700" y="6540188"/>
              <a:ext cx="117525" cy="66450"/>
            </a:xfrm>
            <a:custGeom>
              <a:avLst/>
              <a:gdLst/>
              <a:ahLst/>
              <a:cxn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4"/>
            <p:cNvSpPr/>
            <p:nvPr/>
          </p:nvSpPr>
          <p:spPr>
            <a:xfrm>
              <a:off x="1825050" y="6535088"/>
              <a:ext cx="120175" cy="69100"/>
            </a:xfrm>
            <a:custGeom>
              <a:avLst/>
              <a:gdLst/>
              <a:ahLst/>
              <a:cxn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4"/>
            <p:cNvSpPr/>
            <p:nvPr/>
          </p:nvSpPr>
          <p:spPr>
            <a:xfrm>
              <a:off x="1988525" y="6425163"/>
              <a:ext cx="130400" cy="130375"/>
            </a:xfrm>
            <a:custGeom>
              <a:avLst/>
              <a:gdLst/>
              <a:ahLst/>
              <a:cxn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4"/>
            <p:cNvSpPr/>
            <p:nvPr/>
          </p:nvSpPr>
          <p:spPr>
            <a:xfrm>
              <a:off x="1965625" y="6422313"/>
              <a:ext cx="148175" cy="129975"/>
            </a:xfrm>
            <a:custGeom>
              <a:avLst/>
              <a:gdLst/>
              <a:ahLst/>
              <a:cxn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4"/>
            <p:cNvSpPr/>
            <p:nvPr/>
          </p:nvSpPr>
          <p:spPr>
            <a:xfrm>
              <a:off x="1998750" y="6430463"/>
              <a:ext cx="115050" cy="122175"/>
            </a:xfrm>
            <a:custGeom>
              <a:avLst/>
              <a:gdLst/>
              <a:ahLst/>
              <a:cxn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4"/>
            <p:cNvSpPr/>
            <p:nvPr/>
          </p:nvSpPr>
          <p:spPr>
            <a:xfrm>
              <a:off x="1980950" y="6458463"/>
              <a:ext cx="119975" cy="66425"/>
            </a:xfrm>
            <a:custGeom>
              <a:avLst/>
              <a:gdLst/>
              <a:ahLst/>
              <a:cxn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4"/>
            <p:cNvSpPr/>
            <p:nvPr/>
          </p:nvSpPr>
          <p:spPr>
            <a:xfrm>
              <a:off x="1980950" y="6453363"/>
              <a:ext cx="117525" cy="69075"/>
            </a:xfrm>
            <a:custGeom>
              <a:avLst/>
              <a:gdLst/>
              <a:ahLst/>
              <a:cxn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4"/>
            <p:cNvSpPr/>
            <p:nvPr/>
          </p:nvSpPr>
          <p:spPr>
            <a:xfrm>
              <a:off x="2141775" y="6343413"/>
              <a:ext cx="130400" cy="130400"/>
            </a:xfrm>
            <a:custGeom>
              <a:avLst/>
              <a:gdLst/>
              <a:ahLst/>
              <a:cxn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4"/>
            <p:cNvSpPr/>
            <p:nvPr/>
          </p:nvSpPr>
          <p:spPr>
            <a:xfrm>
              <a:off x="2118900" y="6340513"/>
              <a:ext cx="150600" cy="130050"/>
            </a:xfrm>
            <a:custGeom>
              <a:avLst/>
              <a:gdLst/>
              <a:ahLst/>
              <a:cxn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4"/>
            <p:cNvSpPr/>
            <p:nvPr/>
          </p:nvSpPr>
          <p:spPr>
            <a:xfrm>
              <a:off x="2152000" y="6348738"/>
              <a:ext cx="117500" cy="122175"/>
            </a:xfrm>
            <a:custGeom>
              <a:avLst/>
              <a:gdLst/>
              <a:ahLst/>
              <a:cxn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4"/>
            <p:cNvSpPr/>
            <p:nvPr/>
          </p:nvSpPr>
          <p:spPr>
            <a:xfrm>
              <a:off x="2136675" y="6376738"/>
              <a:ext cx="117500" cy="66425"/>
            </a:xfrm>
            <a:custGeom>
              <a:avLst/>
              <a:gdLst/>
              <a:ahLst/>
              <a:cxn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4"/>
            <p:cNvSpPr/>
            <p:nvPr/>
          </p:nvSpPr>
          <p:spPr>
            <a:xfrm>
              <a:off x="2134225" y="6371613"/>
              <a:ext cx="119950" cy="66450"/>
            </a:xfrm>
            <a:custGeom>
              <a:avLst/>
              <a:gdLst/>
              <a:ahLst/>
              <a:cxn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4"/>
            <p:cNvSpPr/>
            <p:nvPr/>
          </p:nvSpPr>
          <p:spPr>
            <a:xfrm>
              <a:off x="2297675" y="62616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4"/>
            <p:cNvSpPr/>
            <p:nvPr/>
          </p:nvSpPr>
          <p:spPr>
            <a:xfrm>
              <a:off x="2274600" y="6258788"/>
              <a:ext cx="148150" cy="129600"/>
            </a:xfrm>
            <a:custGeom>
              <a:avLst/>
              <a:gdLst/>
              <a:ahLst/>
              <a:cxn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4"/>
            <p:cNvSpPr/>
            <p:nvPr/>
          </p:nvSpPr>
          <p:spPr>
            <a:xfrm>
              <a:off x="2307900" y="6267013"/>
              <a:ext cx="114850" cy="122175"/>
            </a:xfrm>
            <a:custGeom>
              <a:avLst/>
              <a:gdLst/>
              <a:ahLst/>
              <a:cxn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4"/>
            <p:cNvSpPr/>
            <p:nvPr/>
          </p:nvSpPr>
          <p:spPr>
            <a:xfrm>
              <a:off x="2292575" y="6292538"/>
              <a:ext cx="117525" cy="68900"/>
            </a:xfrm>
            <a:custGeom>
              <a:avLst/>
              <a:gdLst/>
              <a:ahLst/>
              <a:cxn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4"/>
            <p:cNvSpPr/>
            <p:nvPr/>
          </p:nvSpPr>
          <p:spPr>
            <a:xfrm>
              <a:off x="2289925" y="6289888"/>
              <a:ext cx="117500" cy="66425"/>
            </a:xfrm>
            <a:custGeom>
              <a:avLst/>
              <a:gdLst/>
              <a:ahLst/>
              <a:cxn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4"/>
            <p:cNvSpPr/>
            <p:nvPr/>
          </p:nvSpPr>
          <p:spPr>
            <a:xfrm>
              <a:off x="2453375" y="6179963"/>
              <a:ext cx="130400" cy="130375"/>
            </a:xfrm>
            <a:custGeom>
              <a:avLst/>
              <a:gdLst/>
              <a:ahLst/>
              <a:cxn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4"/>
            <p:cNvSpPr/>
            <p:nvPr/>
          </p:nvSpPr>
          <p:spPr>
            <a:xfrm>
              <a:off x="2430500" y="6177038"/>
              <a:ext cx="148175" cy="129600"/>
            </a:xfrm>
            <a:custGeom>
              <a:avLst/>
              <a:gdLst/>
              <a:ahLst/>
              <a:cxn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4"/>
            <p:cNvSpPr/>
            <p:nvPr/>
          </p:nvSpPr>
          <p:spPr>
            <a:xfrm>
              <a:off x="2461150" y="6182613"/>
              <a:ext cx="117525" cy="124825"/>
            </a:xfrm>
            <a:custGeom>
              <a:avLst/>
              <a:gdLst/>
              <a:ahLst/>
              <a:cxn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4"/>
            <p:cNvSpPr/>
            <p:nvPr/>
          </p:nvSpPr>
          <p:spPr>
            <a:xfrm>
              <a:off x="2445825" y="6210813"/>
              <a:ext cx="119975" cy="68875"/>
            </a:xfrm>
            <a:custGeom>
              <a:avLst/>
              <a:gdLst/>
              <a:ahLst/>
              <a:cxn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4"/>
            <p:cNvSpPr/>
            <p:nvPr/>
          </p:nvSpPr>
          <p:spPr>
            <a:xfrm>
              <a:off x="2443175" y="6208163"/>
              <a:ext cx="120175" cy="66425"/>
            </a:xfrm>
            <a:custGeom>
              <a:avLst/>
              <a:gdLst/>
              <a:ahLst/>
              <a:cxn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35" name="Google Shape;1735;p34"/>
          <p:cNvSpPr/>
          <p:nvPr/>
        </p:nvSpPr>
        <p:spPr>
          <a:xfrm>
            <a:off x="8554680" y="9627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4"/>
          <p:cNvSpPr/>
          <p:nvPr/>
        </p:nvSpPr>
        <p:spPr>
          <a:xfrm>
            <a:off x="7189992" y="1730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4"/>
          <p:cNvSpPr/>
          <p:nvPr/>
        </p:nvSpPr>
        <p:spPr>
          <a:xfrm>
            <a:off x="8924753" y="13857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4"/>
          <p:cNvSpPr/>
          <p:nvPr/>
        </p:nvSpPr>
        <p:spPr>
          <a:xfrm>
            <a:off x="8462988" y="6877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4"/>
          <p:cNvSpPr/>
          <p:nvPr/>
        </p:nvSpPr>
        <p:spPr>
          <a:xfrm>
            <a:off x="8364298" y="2717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4"/>
          <p:cNvSpPr/>
          <p:nvPr/>
        </p:nvSpPr>
        <p:spPr>
          <a:xfrm>
            <a:off x="6710472" y="3811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4"/>
          <p:cNvSpPr/>
          <p:nvPr/>
        </p:nvSpPr>
        <p:spPr>
          <a:xfrm>
            <a:off x="931165" y="33158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4"/>
          <p:cNvSpPr/>
          <p:nvPr/>
        </p:nvSpPr>
        <p:spPr>
          <a:xfrm>
            <a:off x="560833" y="454889"/>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4"/>
          <p:cNvSpPr/>
          <p:nvPr/>
        </p:nvSpPr>
        <p:spPr>
          <a:xfrm>
            <a:off x="1488251" y="215148"/>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4"/>
          <p:cNvSpPr txBox="1">
            <a:spLocks noGrp="1"/>
          </p:cNvSpPr>
          <p:nvPr>
            <p:ph type="title" idx="2" hasCustomPrompt="1"/>
          </p:nvPr>
        </p:nvSpPr>
        <p:spPr>
          <a:xfrm>
            <a:off x="3436650" y="1555634"/>
            <a:ext cx="22707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1745" name="Google Shape;1745;p34"/>
          <p:cNvSpPr txBox="1">
            <a:spLocks noGrp="1"/>
          </p:cNvSpPr>
          <p:nvPr>
            <p:ph type="subTitle" idx="1"/>
          </p:nvPr>
        </p:nvSpPr>
        <p:spPr>
          <a:xfrm>
            <a:off x="2023500" y="2009909"/>
            <a:ext cx="5097000" cy="402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746" name="Google Shape;1746;p34"/>
          <p:cNvSpPr txBox="1">
            <a:spLocks noGrp="1"/>
          </p:cNvSpPr>
          <p:nvPr>
            <p:ph type="title" idx="3" hasCustomPrompt="1"/>
          </p:nvPr>
        </p:nvSpPr>
        <p:spPr>
          <a:xfrm>
            <a:off x="3436650" y="2605265"/>
            <a:ext cx="22707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1747" name="Google Shape;1747;p34"/>
          <p:cNvSpPr txBox="1">
            <a:spLocks noGrp="1"/>
          </p:cNvSpPr>
          <p:nvPr>
            <p:ph type="subTitle" idx="4"/>
          </p:nvPr>
        </p:nvSpPr>
        <p:spPr>
          <a:xfrm>
            <a:off x="2023500" y="3059540"/>
            <a:ext cx="5097000" cy="402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748" name="Google Shape;1748;p34"/>
          <p:cNvSpPr txBox="1">
            <a:spLocks noGrp="1"/>
          </p:cNvSpPr>
          <p:nvPr>
            <p:ph type="title" idx="5" hasCustomPrompt="1"/>
          </p:nvPr>
        </p:nvSpPr>
        <p:spPr>
          <a:xfrm>
            <a:off x="3436650" y="3654896"/>
            <a:ext cx="22707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1749" name="Google Shape;1749;p34"/>
          <p:cNvSpPr txBox="1">
            <a:spLocks noGrp="1"/>
          </p:cNvSpPr>
          <p:nvPr>
            <p:ph type="subTitle" idx="6"/>
          </p:nvPr>
        </p:nvSpPr>
        <p:spPr>
          <a:xfrm>
            <a:off x="2023500" y="4109171"/>
            <a:ext cx="5097000" cy="402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750" name="Google Shape;1750;p34"/>
          <p:cNvSpPr/>
          <p:nvPr/>
        </p:nvSpPr>
        <p:spPr>
          <a:xfrm>
            <a:off x="123948" y="1850837"/>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4"/>
          <p:cNvSpPr/>
          <p:nvPr/>
        </p:nvSpPr>
        <p:spPr>
          <a:xfrm>
            <a:off x="254261" y="1565156"/>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4"/>
          <p:cNvSpPr/>
          <p:nvPr/>
        </p:nvSpPr>
        <p:spPr>
          <a:xfrm>
            <a:off x="413085" y="2499564"/>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4"/>
          <p:cNvSpPr/>
          <p:nvPr/>
        </p:nvSpPr>
        <p:spPr>
          <a:xfrm>
            <a:off x="653078" y="1899932"/>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Numbers and text 1">
  <p:cSld name="CUSTOM_1_1_1_1_1_1">
    <p:spTree>
      <p:nvGrpSpPr>
        <p:cNvPr id="1" name="Shape 1754"/>
        <p:cNvGrpSpPr/>
        <p:nvPr/>
      </p:nvGrpSpPr>
      <p:grpSpPr>
        <a:xfrm>
          <a:off x="0" y="0"/>
          <a:ext cx="0" cy="0"/>
          <a:chOff x="0" y="0"/>
          <a:chExt cx="0" cy="0"/>
        </a:xfrm>
      </p:grpSpPr>
      <p:sp>
        <p:nvSpPr>
          <p:cNvPr id="1755" name="Google Shape;1755;p35"/>
          <p:cNvSpPr/>
          <p:nvPr/>
        </p:nvSpPr>
        <p:spPr>
          <a:xfrm flipH="1">
            <a:off x="0" y="3186075"/>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6" name="Google Shape;1756;p35"/>
          <p:cNvSpPr/>
          <p:nvPr/>
        </p:nvSpPr>
        <p:spPr>
          <a:xfrm>
            <a:off x="6520050" y="3186063"/>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57" name="Google Shape;1757;p35"/>
          <p:cNvGrpSpPr/>
          <p:nvPr/>
        </p:nvGrpSpPr>
        <p:grpSpPr>
          <a:xfrm>
            <a:off x="7853225" y="3974325"/>
            <a:ext cx="531275" cy="821125"/>
            <a:chOff x="238125" y="3188925"/>
            <a:chExt cx="531275" cy="821125"/>
          </a:xfrm>
        </p:grpSpPr>
        <p:sp>
          <p:nvSpPr>
            <p:cNvPr id="1758" name="Google Shape;1758;p35"/>
            <p:cNvSpPr/>
            <p:nvPr/>
          </p:nvSpPr>
          <p:spPr>
            <a:xfrm>
              <a:off x="281625" y="3275750"/>
              <a:ext cx="487775" cy="734300"/>
            </a:xfrm>
            <a:custGeom>
              <a:avLst/>
              <a:gdLst/>
              <a:ahLst/>
              <a:cxnLst/>
              <a:rect l="l" t="t" r="r" b="b"/>
              <a:pathLst>
                <a:path w="19511" h="29372" extrusionOk="0">
                  <a:moveTo>
                    <a:pt x="11950" y="1"/>
                  </a:moveTo>
                  <a:lnTo>
                    <a:pt x="1" y="3475"/>
                  </a:lnTo>
                  <a:lnTo>
                    <a:pt x="7357" y="28403"/>
                  </a:lnTo>
                  <a:cubicBezTo>
                    <a:pt x="7526" y="28991"/>
                    <a:pt x="8040" y="29371"/>
                    <a:pt x="8619" y="29371"/>
                  </a:cubicBezTo>
                  <a:cubicBezTo>
                    <a:pt x="8741" y="29371"/>
                    <a:pt x="8866" y="29354"/>
                    <a:pt x="8992" y="29319"/>
                  </a:cubicBezTo>
                  <a:lnTo>
                    <a:pt x="18391" y="26564"/>
                  </a:lnTo>
                  <a:cubicBezTo>
                    <a:pt x="19102" y="26360"/>
                    <a:pt x="19511" y="25641"/>
                    <a:pt x="19306" y="24930"/>
                  </a:cubicBezTo>
                  <a:lnTo>
                    <a:pt x="11950"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5"/>
            <p:cNvSpPr/>
            <p:nvPr/>
          </p:nvSpPr>
          <p:spPr>
            <a:xfrm>
              <a:off x="324950" y="3418800"/>
              <a:ext cx="365375" cy="316750"/>
            </a:xfrm>
            <a:custGeom>
              <a:avLst/>
              <a:gdLst/>
              <a:ahLst/>
              <a:cxnLst/>
              <a:rect l="l" t="t" r="r" b="b"/>
              <a:pathLst>
                <a:path w="14615" h="12670" extrusionOk="0">
                  <a:moveTo>
                    <a:pt x="11852" y="0"/>
                  </a:moveTo>
                  <a:lnTo>
                    <a:pt x="1" y="3474"/>
                  </a:lnTo>
                  <a:lnTo>
                    <a:pt x="2657" y="12669"/>
                  </a:lnTo>
                  <a:lnTo>
                    <a:pt x="14615" y="9195"/>
                  </a:lnTo>
                  <a:lnTo>
                    <a:pt x="118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5"/>
            <p:cNvSpPr/>
            <p:nvPr/>
          </p:nvSpPr>
          <p:spPr>
            <a:xfrm>
              <a:off x="238125" y="3188925"/>
              <a:ext cx="360250" cy="178800"/>
            </a:xfrm>
            <a:custGeom>
              <a:avLst/>
              <a:gdLst/>
              <a:ahLst/>
              <a:cxnLst/>
              <a:rect l="l" t="t" r="r" b="b"/>
              <a:pathLst>
                <a:path w="14410" h="7152" extrusionOk="0">
                  <a:moveTo>
                    <a:pt x="13486" y="0"/>
                  </a:moveTo>
                  <a:lnTo>
                    <a:pt x="0" y="3981"/>
                  </a:lnTo>
                  <a:lnTo>
                    <a:pt x="1022" y="7152"/>
                  </a:lnTo>
                  <a:lnTo>
                    <a:pt x="14410" y="3270"/>
                  </a:lnTo>
                  <a:lnTo>
                    <a:pt x="134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5"/>
            <p:cNvSpPr/>
            <p:nvPr/>
          </p:nvSpPr>
          <p:spPr>
            <a:xfrm>
              <a:off x="250975" y="3280875"/>
              <a:ext cx="38250" cy="84200"/>
            </a:xfrm>
            <a:custGeom>
              <a:avLst/>
              <a:gdLst/>
              <a:ahLst/>
              <a:cxnLst/>
              <a:rect l="l" t="t" r="r" b="b"/>
              <a:pathLst>
                <a:path w="1530" h="3368" extrusionOk="0">
                  <a:moveTo>
                    <a:pt x="614" y="0"/>
                  </a:moveTo>
                  <a:lnTo>
                    <a:pt x="1" y="205"/>
                  </a:lnTo>
                  <a:lnTo>
                    <a:pt x="916" y="3368"/>
                  </a:lnTo>
                  <a:lnTo>
                    <a:pt x="1529" y="3163"/>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5"/>
            <p:cNvSpPr/>
            <p:nvPr/>
          </p:nvSpPr>
          <p:spPr>
            <a:xfrm>
              <a:off x="281625" y="3273100"/>
              <a:ext cx="35800" cy="84425"/>
            </a:xfrm>
            <a:custGeom>
              <a:avLst/>
              <a:gdLst/>
              <a:ahLst/>
              <a:cxnLst/>
              <a:rect l="l" t="t" r="r" b="b"/>
              <a:pathLst>
                <a:path w="1432" h="3377" extrusionOk="0">
                  <a:moveTo>
                    <a:pt x="508" y="1"/>
                  </a:moveTo>
                  <a:lnTo>
                    <a:pt x="1" y="107"/>
                  </a:lnTo>
                  <a:lnTo>
                    <a:pt x="916" y="3376"/>
                  </a:lnTo>
                  <a:lnTo>
                    <a:pt x="1431" y="3172"/>
                  </a:lnTo>
                  <a:lnTo>
                    <a:pt x="508"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5"/>
            <p:cNvSpPr/>
            <p:nvPr/>
          </p:nvSpPr>
          <p:spPr>
            <a:xfrm>
              <a:off x="309625" y="3262875"/>
              <a:ext cx="38450" cy="84425"/>
            </a:xfrm>
            <a:custGeom>
              <a:avLst/>
              <a:gdLst/>
              <a:ahLst/>
              <a:cxnLst/>
              <a:rect l="l" t="t" r="r" b="b"/>
              <a:pathLst>
                <a:path w="1538" h="3377" extrusionOk="0">
                  <a:moveTo>
                    <a:pt x="614" y="1"/>
                  </a:moveTo>
                  <a:lnTo>
                    <a:pt x="1" y="205"/>
                  </a:lnTo>
                  <a:lnTo>
                    <a:pt x="1022" y="3377"/>
                  </a:lnTo>
                  <a:lnTo>
                    <a:pt x="1537" y="3270"/>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5"/>
            <p:cNvSpPr/>
            <p:nvPr/>
          </p:nvSpPr>
          <p:spPr>
            <a:xfrm>
              <a:off x="340275" y="3255325"/>
              <a:ext cx="38450" cy="84200"/>
            </a:xfrm>
            <a:custGeom>
              <a:avLst/>
              <a:gdLst/>
              <a:ahLst/>
              <a:cxnLst/>
              <a:rect l="l" t="t" r="r" b="b"/>
              <a:pathLst>
                <a:path w="1538" h="3368" extrusionOk="0">
                  <a:moveTo>
                    <a:pt x="614" y="1"/>
                  </a:moveTo>
                  <a:lnTo>
                    <a:pt x="1" y="205"/>
                  </a:lnTo>
                  <a:lnTo>
                    <a:pt x="924" y="3368"/>
                  </a:lnTo>
                  <a:lnTo>
                    <a:pt x="1537" y="3164"/>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5"/>
            <p:cNvSpPr/>
            <p:nvPr/>
          </p:nvSpPr>
          <p:spPr>
            <a:xfrm>
              <a:off x="370925" y="3245100"/>
              <a:ext cx="38450" cy="84225"/>
            </a:xfrm>
            <a:custGeom>
              <a:avLst/>
              <a:gdLst/>
              <a:ahLst/>
              <a:cxnLst/>
              <a:rect l="l" t="t" r="r" b="b"/>
              <a:pathLst>
                <a:path w="1538" h="3369" extrusionOk="0">
                  <a:moveTo>
                    <a:pt x="516" y="1"/>
                  </a:moveTo>
                  <a:lnTo>
                    <a:pt x="1" y="205"/>
                  </a:lnTo>
                  <a:lnTo>
                    <a:pt x="924" y="3368"/>
                  </a:lnTo>
                  <a:lnTo>
                    <a:pt x="1537" y="3270"/>
                  </a:lnTo>
                  <a:lnTo>
                    <a:pt x="516"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5"/>
            <p:cNvSpPr/>
            <p:nvPr/>
          </p:nvSpPr>
          <p:spPr>
            <a:xfrm>
              <a:off x="401575" y="3237350"/>
              <a:ext cx="35800" cy="84400"/>
            </a:xfrm>
            <a:custGeom>
              <a:avLst/>
              <a:gdLst/>
              <a:ahLst/>
              <a:cxnLst/>
              <a:rect l="l" t="t" r="r" b="b"/>
              <a:pathLst>
                <a:path w="1432" h="3376" extrusionOk="0">
                  <a:moveTo>
                    <a:pt x="516" y="0"/>
                  </a:moveTo>
                  <a:lnTo>
                    <a:pt x="1" y="205"/>
                  </a:lnTo>
                  <a:lnTo>
                    <a:pt x="924" y="3376"/>
                  </a:lnTo>
                  <a:lnTo>
                    <a:pt x="1431" y="3172"/>
                  </a:lnTo>
                  <a:lnTo>
                    <a:pt x="516"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5"/>
            <p:cNvSpPr/>
            <p:nvPr/>
          </p:nvSpPr>
          <p:spPr>
            <a:xfrm>
              <a:off x="429775" y="3229775"/>
              <a:ext cx="38250" cy="81775"/>
            </a:xfrm>
            <a:custGeom>
              <a:avLst/>
              <a:gdLst/>
              <a:ahLst/>
              <a:cxnLst/>
              <a:rect l="l" t="t" r="r" b="b"/>
              <a:pathLst>
                <a:path w="1530" h="3271" extrusionOk="0">
                  <a:moveTo>
                    <a:pt x="614" y="1"/>
                  </a:moveTo>
                  <a:lnTo>
                    <a:pt x="1" y="99"/>
                  </a:lnTo>
                  <a:lnTo>
                    <a:pt x="916" y="3270"/>
                  </a:lnTo>
                  <a:lnTo>
                    <a:pt x="1529" y="3164"/>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5"/>
            <p:cNvSpPr/>
            <p:nvPr/>
          </p:nvSpPr>
          <p:spPr>
            <a:xfrm>
              <a:off x="460425" y="3219575"/>
              <a:ext cx="38250" cy="84200"/>
            </a:xfrm>
            <a:custGeom>
              <a:avLst/>
              <a:gdLst/>
              <a:ahLst/>
              <a:cxnLst/>
              <a:rect l="l" t="t" r="r" b="b"/>
              <a:pathLst>
                <a:path w="1530" h="3368" extrusionOk="0">
                  <a:moveTo>
                    <a:pt x="614" y="0"/>
                  </a:moveTo>
                  <a:lnTo>
                    <a:pt x="1" y="205"/>
                  </a:lnTo>
                  <a:lnTo>
                    <a:pt x="916" y="3368"/>
                  </a:lnTo>
                  <a:lnTo>
                    <a:pt x="1529" y="3163"/>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5"/>
            <p:cNvSpPr/>
            <p:nvPr/>
          </p:nvSpPr>
          <p:spPr>
            <a:xfrm>
              <a:off x="491075" y="3211800"/>
              <a:ext cx="35800" cy="84425"/>
            </a:xfrm>
            <a:custGeom>
              <a:avLst/>
              <a:gdLst/>
              <a:ahLst/>
              <a:cxnLst/>
              <a:rect l="l" t="t" r="r" b="b"/>
              <a:pathLst>
                <a:path w="1432" h="3377" extrusionOk="0">
                  <a:moveTo>
                    <a:pt x="507" y="1"/>
                  </a:moveTo>
                  <a:lnTo>
                    <a:pt x="1" y="107"/>
                  </a:lnTo>
                  <a:lnTo>
                    <a:pt x="916" y="3376"/>
                  </a:lnTo>
                  <a:lnTo>
                    <a:pt x="1431" y="3172"/>
                  </a:lnTo>
                  <a:lnTo>
                    <a:pt x="507"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5"/>
            <p:cNvSpPr/>
            <p:nvPr/>
          </p:nvSpPr>
          <p:spPr>
            <a:xfrm>
              <a:off x="519075" y="3201575"/>
              <a:ext cx="38450" cy="84425"/>
            </a:xfrm>
            <a:custGeom>
              <a:avLst/>
              <a:gdLst/>
              <a:ahLst/>
              <a:cxnLst/>
              <a:rect l="l" t="t" r="r" b="b"/>
              <a:pathLst>
                <a:path w="1538" h="3377" extrusionOk="0">
                  <a:moveTo>
                    <a:pt x="613" y="1"/>
                  </a:moveTo>
                  <a:lnTo>
                    <a:pt x="0" y="205"/>
                  </a:lnTo>
                  <a:lnTo>
                    <a:pt x="1022" y="3377"/>
                  </a:lnTo>
                  <a:lnTo>
                    <a:pt x="1537" y="3270"/>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5"/>
            <p:cNvSpPr/>
            <p:nvPr/>
          </p:nvSpPr>
          <p:spPr>
            <a:xfrm>
              <a:off x="549725" y="3194025"/>
              <a:ext cx="38450" cy="84200"/>
            </a:xfrm>
            <a:custGeom>
              <a:avLst/>
              <a:gdLst/>
              <a:ahLst/>
              <a:cxnLst/>
              <a:rect l="l" t="t" r="r" b="b"/>
              <a:pathLst>
                <a:path w="1538" h="3368" extrusionOk="0">
                  <a:moveTo>
                    <a:pt x="613" y="1"/>
                  </a:moveTo>
                  <a:lnTo>
                    <a:pt x="0" y="99"/>
                  </a:lnTo>
                  <a:lnTo>
                    <a:pt x="924" y="3368"/>
                  </a:lnTo>
                  <a:lnTo>
                    <a:pt x="1537" y="3164"/>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5"/>
            <p:cNvSpPr/>
            <p:nvPr/>
          </p:nvSpPr>
          <p:spPr>
            <a:xfrm>
              <a:off x="281625" y="3275750"/>
              <a:ext cx="309000" cy="122625"/>
            </a:xfrm>
            <a:custGeom>
              <a:avLst/>
              <a:gdLst/>
              <a:ahLst/>
              <a:cxnLst/>
              <a:rect l="l" t="t" r="r" b="b"/>
              <a:pathLst>
                <a:path w="12360" h="4905" extrusionOk="0">
                  <a:moveTo>
                    <a:pt x="11950" y="1"/>
                  </a:moveTo>
                  <a:lnTo>
                    <a:pt x="1" y="3475"/>
                  </a:lnTo>
                  <a:lnTo>
                    <a:pt x="410" y="4905"/>
                  </a:lnTo>
                  <a:lnTo>
                    <a:pt x="12359" y="1325"/>
                  </a:lnTo>
                  <a:lnTo>
                    <a:pt x="11950"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5"/>
            <p:cNvSpPr/>
            <p:nvPr/>
          </p:nvSpPr>
          <p:spPr>
            <a:xfrm>
              <a:off x="557500" y="3574500"/>
              <a:ext cx="86850" cy="38425"/>
            </a:xfrm>
            <a:custGeom>
              <a:avLst/>
              <a:gdLst/>
              <a:ahLst/>
              <a:cxnLst/>
              <a:rect l="l" t="t" r="r" b="b"/>
              <a:pathLst>
                <a:path w="3474" h="1537" extrusionOk="0">
                  <a:moveTo>
                    <a:pt x="3367" y="0"/>
                  </a:moveTo>
                  <a:lnTo>
                    <a:pt x="0" y="1022"/>
                  </a:lnTo>
                  <a:lnTo>
                    <a:pt x="204" y="1537"/>
                  </a:lnTo>
                  <a:lnTo>
                    <a:pt x="3474" y="613"/>
                  </a:lnTo>
                  <a:lnTo>
                    <a:pt x="3367"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5"/>
            <p:cNvSpPr/>
            <p:nvPr/>
          </p:nvSpPr>
          <p:spPr>
            <a:xfrm>
              <a:off x="549725" y="3546500"/>
              <a:ext cx="86875" cy="38250"/>
            </a:xfrm>
            <a:custGeom>
              <a:avLst/>
              <a:gdLst/>
              <a:ahLst/>
              <a:cxnLst/>
              <a:rect l="l" t="t" r="r" b="b"/>
              <a:pathLst>
                <a:path w="3475" h="1530" extrusionOk="0">
                  <a:moveTo>
                    <a:pt x="3270" y="1"/>
                  </a:moveTo>
                  <a:lnTo>
                    <a:pt x="0" y="1022"/>
                  </a:lnTo>
                  <a:lnTo>
                    <a:pt x="205" y="1529"/>
                  </a:lnTo>
                  <a:lnTo>
                    <a:pt x="3474" y="614"/>
                  </a:lnTo>
                  <a:lnTo>
                    <a:pt x="3270"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5"/>
            <p:cNvSpPr/>
            <p:nvPr/>
          </p:nvSpPr>
          <p:spPr>
            <a:xfrm>
              <a:off x="542175" y="3518300"/>
              <a:ext cx="86850" cy="38450"/>
            </a:xfrm>
            <a:custGeom>
              <a:avLst/>
              <a:gdLst/>
              <a:ahLst/>
              <a:cxnLst/>
              <a:rect l="l" t="t" r="r" b="b"/>
              <a:pathLst>
                <a:path w="3474" h="1538" extrusionOk="0">
                  <a:moveTo>
                    <a:pt x="3269" y="1"/>
                  </a:moveTo>
                  <a:lnTo>
                    <a:pt x="0" y="1022"/>
                  </a:lnTo>
                  <a:lnTo>
                    <a:pt x="98" y="1537"/>
                  </a:lnTo>
                  <a:lnTo>
                    <a:pt x="3474" y="614"/>
                  </a:lnTo>
                  <a:lnTo>
                    <a:pt x="3269"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35"/>
            <p:cNvSpPr/>
            <p:nvPr/>
          </p:nvSpPr>
          <p:spPr>
            <a:xfrm>
              <a:off x="360725" y="3514550"/>
              <a:ext cx="84400" cy="75050"/>
            </a:xfrm>
            <a:custGeom>
              <a:avLst/>
              <a:gdLst/>
              <a:ahLst/>
              <a:cxnLst/>
              <a:rect l="l" t="t" r="r" b="b"/>
              <a:pathLst>
                <a:path w="3376" h="3002" extrusionOk="0">
                  <a:moveTo>
                    <a:pt x="1712" y="1"/>
                  </a:moveTo>
                  <a:cubicBezTo>
                    <a:pt x="1583" y="1"/>
                    <a:pt x="1454" y="18"/>
                    <a:pt x="1332" y="53"/>
                  </a:cubicBezTo>
                  <a:cubicBezTo>
                    <a:pt x="515" y="355"/>
                    <a:pt x="0" y="1172"/>
                    <a:pt x="311" y="1892"/>
                  </a:cubicBezTo>
                  <a:cubicBezTo>
                    <a:pt x="474" y="2546"/>
                    <a:pt x="1031" y="3002"/>
                    <a:pt x="1666" y="3002"/>
                  </a:cubicBezTo>
                  <a:cubicBezTo>
                    <a:pt x="1824" y="3002"/>
                    <a:pt x="1987" y="2974"/>
                    <a:pt x="2150" y="2913"/>
                  </a:cubicBezTo>
                  <a:cubicBezTo>
                    <a:pt x="2967" y="2709"/>
                    <a:pt x="3376" y="1892"/>
                    <a:pt x="3171" y="1074"/>
                  </a:cubicBezTo>
                  <a:cubicBezTo>
                    <a:pt x="3002" y="397"/>
                    <a:pt x="2339" y="1"/>
                    <a:pt x="1712"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35"/>
            <p:cNvSpPr/>
            <p:nvPr/>
          </p:nvSpPr>
          <p:spPr>
            <a:xfrm>
              <a:off x="450200" y="3847900"/>
              <a:ext cx="319200" cy="162150"/>
            </a:xfrm>
            <a:custGeom>
              <a:avLst/>
              <a:gdLst/>
              <a:ahLst/>
              <a:cxnLst/>
              <a:rect l="l" t="t" r="r" b="b"/>
              <a:pathLst>
                <a:path w="12768" h="6486" extrusionOk="0">
                  <a:moveTo>
                    <a:pt x="1" y="3572"/>
                  </a:moveTo>
                  <a:lnTo>
                    <a:pt x="1" y="3572"/>
                  </a:lnTo>
                  <a:cubicBezTo>
                    <a:pt x="9" y="3599"/>
                    <a:pt x="17" y="3625"/>
                    <a:pt x="26" y="3651"/>
                  </a:cubicBezTo>
                  <a:lnTo>
                    <a:pt x="26" y="3651"/>
                  </a:lnTo>
                  <a:lnTo>
                    <a:pt x="1" y="3572"/>
                  </a:lnTo>
                  <a:close/>
                  <a:moveTo>
                    <a:pt x="11950" y="0"/>
                  </a:moveTo>
                  <a:cubicBezTo>
                    <a:pt x="12155" y="711"/>
                    <a:pt x="11746" y="1431"/>
                    <a:pt x="11035" y="1635"/>
                  </a:cubicBezTo>
                  <a:lnTo>
                    <a:pt x="1636" y="4496"/>
                  </a:lnTo>
                  <a:cubicBezTo>
                    <a:pt x="1510" y="4531"/>
                    <a:pt x="1385" y="4548"/>
                    <a:pt x="1263" y="4548"/>
                  </a:cubicBezTo>
                  <a:cubicBezTo>
                    <a:pt x="710" y="4548"/>
                    <a:pt x="216" y="4200"/>
                    <a:pt x="26" y="3651"/>
                  </a:cubicBezTo>
                  <a:lnTo>
                    <a:pt x="26" y="3651"/>
                  </a:lnTo>
                  <a:lnTo>
                    <a:pt x="614" y="5517"/>
                  </a:lnTo>
                  <a:cubicBezTo>
                    <a:pt x="783" y="6105"/>
                    <a:pt x="1297" y="6485"/>
                    <a:pt x="1876" y="6485"/>
                  </a:cubicBezTo>
                  <a:cubicBezTo>
                    <a:pt x="1998" y="6485"/>
                    <a:pt x="2123" y="6468"/>
                    <a:pt x="2249" y="6433"/>
                  </a:cubicBezTo>
                  <a:lnTo>
                    <a:pt x="11648" y="3678"/>
                  </a:lnTo>
                  <a:cubicBezTo>
                    <a:pt x="12359" y="3474"/>
                    <a:pt x="12768" y="2755"/>
                    <a:pt x="12563" y="2044"/>
                  </a:cubicBezTo>
                  <a:lnTo>
                    <a:pt x="11950"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8" name="Google Shape;1778;p35"/>
          <p:cNvGrpSpPr/>
          <p:nvPr/>
        </p:nvGrpSpPr>
        <p:grpSpPr>
          <a:xfrm>
            <a:off x="220263" y="4286238"/>
            <a:ext cx="985925" cy="744150"/>
            <a:chOff x="1666700" y="5967688"/>
            <a:chExt cx="985925" cy="744150"/>
          </a:xfrm>
        </p:grpSpPr>
        <p:sp>
          <p:nvSpPr>
            <p:cNvPr id="1779" name="Google Shape;1779;p35"/>
            <p:cNvSpPr/>
            <p:nvPr/>
          </p:nvSpPr>
          <p:spPr>
            <a:xfrm>
              <a:off x="1666700" y="5967688"/>
              <a:ext cx="985925" cy="744150"/>
            </a:xfrm>
            <a:custGeom>
              <a:avLst/>
              <a:gdLst/>
              <a:ahLst/>
              <a:cxn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5"/>
            <p:cNvSpPr/>
            <p:nvPr/>
          </p:nvSpPr>
          <p:spPr>
            <a:xfrm>
              <a:off x="1758650" y="6363863"/>
              <a:ext cx="130375" cy="130375"/>
            </a:xfrm>
            <a:custGeom>
              <a:avLst/>
              <a:gdLst/>
              <a:ahLst/>
              <a:cxn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5"/>
            <p:cNvSpPr/>
            <p:nvPr/>
          </p:nvSpPr>
          <p:spPr>
            <a:xfrm>
              <a:off x="1735750" y="6361013"/>
              <a:ext cx="148175" cy="131150"/>
            </a:xfrm>
            <a:custGeom>
              <a:avLst/>
              <a:gdLst/>
              <a:ahLst/>
              <a:cxn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5"/>
            <p:cNvSpPr/>
            <p:nvPr/>
          </p:nvSpPr>
          <p:spPr>
            <a:xfrm>
              <a:off x="1766400" y="6369163"/>
              <a:ext cx="117525" cy="122175"/>
            </a:xfrm>
            <a:custGeom>
              <a:avLst/>
              <a:gdLst/>
              <a:ahLst/>
              <a:cxn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5"/>
            <p:cNvSpPr/>
            <p:nvPr/>
          </p:nvSpPr>
          <p:spPr>
            <a:xfrm>
              <a:off x="1751075" y="6397163"/>
              <a:ext cx="119975" cy="66425"/>
            </a:xfrm>
            <a:custGeom>
              <a:avLst/>
              <a:gdLst/>
              <a:ahLst/>
              <a:cxn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5"/>
            <p:cNvSpPr/>
            <p:nvPr/>
          </p:nvSpPr>
          <p:spPr>
            <a:xfrm>
              <a:off x="1748425" y="6392063"/>
              <a:ext cx="120175" cy="69075"/>
            </a:xfrm>
            <a:custGeom>
              <a:avLst/>
              <a:gdLst/>
              <a:ahLst/>
              <a:cxn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5"/>
            <p:cNvSpPr/>
            <p:nvPr/>
          </p:nvSpPr>
          <p:spPr>
            <a:xfrm>
              <a:off x="1911900" y="6282113"/>
              <a:ext cx="130375" cy="130400"/>
            </a:xfrm>
            <a:custGeom>
              <a:avLst/>
              <a:gdLst/>
              <a:ahLst/>
              <a:cxn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5"/>
            <p:cNvSpPr/>
            <p:nvPr/>
          </p:nvSpPr>
          <p:spPr>
            <a:xfrm>
              <a:off x="1889000" y="6279288"/>
              <a:ext cx="148175" cy="129975"/>
            </a:xfrm>
            <a:custGeom>
              <a:avLst/>
              <a:gdLst/>
              <a:ahLst/>
              <a:cxn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5"/>
            <p:cNvSpPr/>
            <p:nvPr/>
          </p:nvSpPr>
          <p:spPr>
            <a:xfrm>
              <a:off x="1922125" y="6287438"/>
              <a:ext cx="115050" cy="122175"/>
            </a:xfrm>
            <a:custGeom>
              <a:avLst/>
              <a:gdLst/>
              <a:ahLst/>
              <a:cxn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5"/>
            <p:cNvSpPr/>
            <p:nvPr/>
          </p:nvSpPr>
          <p:spPr>
            <a:xfrm>
              <a:off x="1906800" y="6315438"/>
              <a:ext cx="117500" cy="66425"/>
            </a:xfrm>
            <a:custGeom>
              <a:avLst/>
              <a:gdLst/>
              <a:ahLst/>
              <a:cxn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5"/>
            <p:cNvSpPr/>
            <p:nvPr/>
          </p:nvSpPr>
          <p:spPr>
            <a:xfrm>
              <a:off x="1904325" y="6310313"/>
              <a:ext cx="119975" cy="69100"/>
            </a:xfrm>
            <a:custGeom>
              <a:avLst/>
              <a:gdLst/>
              <a:ahLst/>
              <a:cxn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5"/>
            <p:cNvSpPr/>
            <p:nvPr/>
          </p:nvSpPr>
          <p:spPr>
            <a:xfrm>
              <a:off x="2067800" y="62003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5"/>
            <p:cNvSpPr/>
            <p:nvPr/>
          </p:nvSpPr>
          <p:spPr>
            <a:xfrm>
              <a:off x="2044725" y="6197563"/>
              <a:ext cx="148150" cy="129975"/>
            </a:xfrm>
            <a:custGeom>
              <a:avLst/>
              <a:gdLst/>
              <a:ahLst/>
              <a:cxn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5"/>
            <p:cNvSpPr/>
            <p:nvPr/>
          </p:nvSpPr>
          <p:spPr>
            <a:xfrm>
              <a:off x="2078025" y="6205713"/>
              <a:ext cx="114850" cy="122175"/>
            </a:xfrm>
            <a:custGeom>
              <a:avLst/>
              <a:gdLst/>
              <a:ahLst/>
              <a:cxn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5"/>
            <p:cNvSpPr/>
            <p:nvPr/>
          </p:nvSpPr>
          <p:spPr>
            <a:xfrm>
              <a:off x="2060050" y="6233688"/>
              <a:ext cx="120175" cy="66450"/>
            </a:xfrm>
            <a:custGeom>
              <a:avLst/>
              <a:gdLst/>
              <a:ahLst/>
              <a:cxn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5"/>
            <p:cNvSpPr/>
            <p:nvPr/>
          </p:nvSpPr>
          <p:spPr>
            <a:xfrm>
              <a:off x="2060050" y="6228588"/>
              <a:ext cx="117500" cy="69100"/>
            </a:xfrm>
            <a:custGeom>
              <a:avLst/>
              <a:gdLst/>
              <a:ahLst/>
              <a:cxn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5"/>
            <p:cNvSpPr/>
            <p:nvPr/>
          </p:nvSpPr>
          <p:spPr>
            <a:xfrm>
              <a:off x="2221050" y="6118663"/>
              <a:ext cx="130200" cy="130375"/>
            </a:xfrm>
            <a:custGeom>
              <a:avLst/>
              <a:gdLst/>
              <a:ahLst/>
              <a:cxn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5"/>
            <p:cNvSpPr/>
            <p:nvPr/>
          </p:nvSpPr>
          <p:spPr>
            <a:xfrm>
              <a:off x="2197975" y="6115813"/>
              <a:ext cx="150825" cy="129975"/>
            </a:xfrm>
            <a:custGeom>
              <a:avLst/>
              <a:gdLst/>
              <a:ahLst/>
              <a:cxn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5"/>
            <p:cNvSpPr/>
            <p:nvPr/>
          </p:nvSpPr>
          <p:spPr>
            <a:xfrm>
              <a:off x="2231275" y="6123963"/>
              <a:ext cx="117525" cy="122175"/>
            </a:xfrm>
            <a:custGeom>
              <a:avLst/>
              <a:gdLst/>
              <a:ahLst/>
              <a:cxn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5"/>
            <p:cNvSpPr/>
            <p:nvPr/>
          </p:nvSpPr>
          <p:spPr>
            <a:xfrm>
              <a:off x="2215950" y="6151963"/>
              <a:ext cx="117525" cy="66425"/>
            </a:xfrm>
            <a:custGeom>
              <a:avLst/>
              <a:gdLst/>
              <a:ahLst/>
              <a:cxn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5"/>
            <p:cNvSpPr/>
            <p:nvPr/>
          </p:nvSpPr>
          <p:spPr>
            <a:xfrm>
              <a:off x="2213300" y="6146863"/>
              <a:ext cx="120175" cy="69075"/>
            </a:xfrm>
            <a:custGeom>
              <a:avLst/>
              <a:gdLst/>
              <a:ahLst/>
              <a:cxn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5"/>
            <p:cNvSpPr/>
            <p:nvPr/>
          </p:nvSpPr>
          <p:spPr>
            <a:xfrm>
              <a:off x="2376750" y="6036913"/>
              <a:ext cx="130400" cy="130400"/>
            </a:xfrm>
            <a:custGeom>
              <a:avLst/>
              <a:gdLst/>
              <a:ahLst/>
              <a:cxn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5"/>
            <p:cNvSpPr/>
            <p:nvPr/>
          </p:nvSpPr>
          <p:spPr>
            <a:xfrm>
              <a:off x="2353875" y="6034013"/>
              <a:ext cx="148175" cy="130050"/>
            </a:xfrm>
            <a:custGeom>
              <a:avLst/>
              <a:gdLst/>
              <a:ahLst/>
              <a:cxn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5"/>
            <p:cNvSpPr/>
            <p:nvPr/>
          </p:nvSpPr>
          <p:spPr>
            <a:xfrm>
              <a:off x="2386975" y="6042238"/>
              <a:ext cx="115075" cy="122175"/>
            </a:xfrm>
            <a:custGeom>
              <a:avLst/>
              <a:gdLst/>
              <a:ahLst/>
              <a:cxn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5"/>
            <p:cNvSpPr/>
            <p:nvPr/>
          </p:nvSpPr>
          <p:spPr>
            <a:xfrm>
              <a:off x="2371650" y="6070238"/>
              <a:ext cx="117525" cy="66425"/>
            </a:xfrm>
            <a:custGeom>
              <a:avLst/>
              <a:gdLst/>
              <a:ahLst/>
              <a:cxn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5"/>
            <p:cNvSpPr/>
            <p:nvPr/>
          </p:nvSpPr>
          <p:spPr>
            <a:xfrm>
              <a:off x="2369200" y="6065113"/>
              <a:ext cx="117525" cy="69100"/>
            </a:xfrm>
            <a:custGeom>
              <a:avLst/>
              <a:gdLst/>
              <a:ahLst/>
              <a:cxn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5"/>
            <p:cNvSpPr/>
            <p:nvPr/>
          </p:nvSpPr>
          <p:spPr>
            <a:xfrm>
              <a:off x="1832825" y="6506888"/>
              <a:ext cx="130175" cy="130400"/>
            </a:xfrm>
            <a:custGeom>
              <a:avLst/>
              <a:gdLst/>
              <a:ahLst/>
              <a:cxn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5"/>
            <p:cNvSpPr/>
            <p:nvPr/>
          </p:nvSpPr>
          <p:spPr>
            <a:xfrm>
              <a:off x="1809725" y="6504063"/>
              <a:ext cx="148175" cy="129975"/>
            </a:xfrm>
            <a:custGeom>
              <a:avLst/>
              <a:gdLst/>
              <a:ahLst/>
              <a:cxn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5"/>
            <p:cNvSpPr/>
            <p:nvPr/>
          </p:nvSpPr>
          <p:spPr>
            <a:xfrm>
              <a:off x="1843025" y="6512213"/>
              <a:ext cx="114875" cy="122175"/>
            </a:xfrm>
            <a:custGeom>
              <a:avLst/>
              <a:gdLst/>
              <a:ahLst/>
              <a:cxn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5"/>
            <p:cNvSpPr/>
            <p:nvPr/>
          </p:nvSpPr>
          <p:spPr>
            <a:xfrm>
              <a:off x="1827700" y="6540188"/>
              <a:ext cx="117525" cy="66450"/>
            </a:xfrm>
            <a:custGeom>
              <a:avLst/>
              <a:gdLst/>
              <a:ahLst/>
              <a:cxn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5"/>
            <p:cNvSpPr/>
            <p:nvPr/>
          </p:nvSpPr>
          <p:spPr>
            <a:xfrm>
              <a:off x="1825050" y="6535088"/>
              <a:ext cx="120175" cy="69100"/>
            </a:xfrm>
            <a:custGeom>
              <a:avLst/>
              <a:gdLst/>
              <a:ahLst/>
              <a:cxn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5"/>
            <p:cNvSpPr/>
            <p:nvPr/>
          </p:nvSpPr>
          <p:spPr>
            <a:xfrm>
              <a:off x="1988525" y="6425163"/>
              <a:ext cx="130400" cy="130375"/>
            </a:xfrm>
            <a:custGeom>
              <a:avLst/>
              <a:gdLst/>
              <a:ahLst/>
              <a:cxn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5"/>
            <p:cNvSpPr/>
            <p:nvPr/>
          </p:nvSpPr>
          <p:spPr>
            <a:xfrm>
              <a:off x="1965625" y="6422313"/>
              <a:ext cx="148175" cy="129975"/>
            </a:xfrm>
            <a:custGeom>
              <a:avLst/>
              <a:gdLst/>
              <a:ahLst/>
              <a:cxn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5"/>
            <p:cNvSpPr/>
            <p:nvPr/>
          </p:nvSpPr>
          <p:spPr>
            <a:xfrm>
              <a:off x="1998750" y="6430463"/>
              <a:ext cx="115050" cy="122175"/>
            </a:xfrm>
            <a:custGeom>
              <a:avLst/>
              <a:gdLst/>
              <a:ahLst/>
              <a:cxn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5"/>
            <p:cNvSpPr/>
            <p:nvPr/>
          </p:nvSpPr>
          <p:spPr>
            <a:xfrm>
              <a:off x="1980950" y="6458463"/>
              <a:ext cx="119975" cy="66425"/>
            </a:xfrm>
            <a:custGeom>
              <a:avLst/>
              <a:gdLst/>
              <a:ahLst/>
              <a:cxn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5"/>
            <p:cNvSpPr/>
            <p:nvPr/>
          </p:nvSpPr>
          <p:spPr>
            <a:xfrm>
              <a:off x="1980950" y="6453363"/>
              <a:ext cx="117525" cy="69075"/>
            </a:xfrm>
            <a:custGeom>
              <a:avLst/>
              <a:gdLst/>
              <a:ahLst/>
              <a:cxn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5"/>
            <p:cNvSpPr/>
            <p:nvPr/>
          </p:nvSpPr>
          <p:spPr>
            <a:xfrm>
              <a:off x="2141775" y="6343413"/>
              <a:ext cx="130400" cy="130400"/>
            </a:xfrm>
            <a:custGeom>
              <a:avLst/>
              <a:gdLst/>
              <a:ahLst/>
              <a:cxn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5"/>
            <p:cNvSpPr/>
            <p:nvPr/>
          </p:nvSpPr>
          <p:spPr>
            <a:xfrm>
              <a:off x="2118900" y="6340513"/>
              <a:ext cx="150600" cy="130050"/>
            </a:xfrm>
            <a:custGeom>
              <a:avLst/>
              <a:gdLst/>
              <a:ahLst/>
              <a:cxn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5"/>
            <p:cNvSpPr/>
            <p:nvPr/>
          </p:nvSpPr>
          <p:spPr>
            <a:xfrm>
              <a:off x="2152000" y="6348738"/>
              <a:ext cx="117500" cy="122175"/>
            </a:xfrm>
            <a:custGeom>
              <a:avLst/>
              <a:gdLst/>
              <a:ahLst/>
              <a:cxn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5"/>
            <p:cNvSpPr/>
            <p:nvPr/>
          </p:nvSpPr>
          <p:spPr>
            <a:xfrm>
              <a:off x="2136675" y="6376738"/>
              <a:ext cx="117500" cy="66425"/>
            </a:xfrm>
            <a:custGeom>
              <a:avLst/>
              <a:gdLst/>
              <a:ahLst/>
              <a:cxn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5"/>
            <p:cNvSpPr/>
            <p:nvPr/>
          </p:nvSpPr>
          <p:spPr>
            <a:xfrm>
              <a:off x="2134225" y="6371613"/>
              <a:ext cx="119950" cy="66450"/>
            </a:xfrm>
            <a:custGeom>
              <a:avLst/>
              <a:gdLst/>
              <a:ahLst/>
              <a:cxn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5"/>
            <p:cNvSpPr/>
            <p:nvPr/>
          </p:nvSpPr>
          <p:spPr>
            <a:xfrm>
              <a:off x="2297675" y="62616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5"/>
            <p:cNvSpPr/>
            <p:nvPr/>
          </p:nvSpPr>
          <p:spPr>
            <a:xfrm>
              <a:off x="2274600" y="6258788"/>
              <a:ext cx="148150" cy="129600"/>
            </a:xfrm>
            <a:custGeom>
              <a:avLst/>
              <a:gdLst/>
              <a:ahLst/>
              <a:cxn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5"/>
            <p:cNvSpPr/>
            <p:nvPr/>
          </p:nvSpPr>
          <p:spPr>
            <a:xfrm>
              <a:off x="2307900" y="6267013"/>
              <a:ext cx="114850" cy="122175"/>
            </a:xfrm>
            <a:custGeom>
              <a:avLst/>
              <a:gdLst/>
              <a:ahLst/>
              <a:cxn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5"/>
            <p:cNvSpPr/>
            <p:nvPr/>
          </p:nvSpPr>
          <p:spPr>
            <a:xfrm>
              <a:off x="2292575" y="6292538"/>
              <a:ext cx="117525" cy="68900"/>
            </a:xfrm>
            <a:custGeom>
              <a:avLst/>
              <a:gdLst/>
              <a:ahLst/>
              <a:cxn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5"/>
            <p:cNvSpPr/>
            <p:nvPr/>
          </p:nvSpPr>
          <p:spPr>
            <a:xfrm>
              <a:off x="2289925" y="6289888"/>
              <a:ext cx="117500" cy="66425"/>
            </a:xfrm>
            <a:custGeom>
              <a:avLst/>
              <a:gdLst/>
              <a:ahLst/>
              <a:cxn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5"/>
            <p:cNvSpPr/>
            <p:nvPr/>
          </p:nvSpPr>
          <p:spPr>
            <a:xfrm>
              <a:off x="2453375" y="6179963"/>
              <a:ext cx="130400" cy="130375"/>
            </a:xfrm>
            <a:custGeom>
              <a:avLst/>
              <a:gdLst/>
              <a:ahLst/>
              <a:cxn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5"/>
            <p:cNvSpPr/>
            <p:nvPr/>
          </p:nvSpPr>
          <p:spPr>
            <a:xfrm>
              <a:off x="2430500" y="6177038"/>
              <a:ext cx="148175" cy="129600"/>
            </a:xfrm>
            <a:custGeom>
              <a:avLst/>
              <a:gdLst/>
              <a:ahLst/>
              <a:cxn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5"/>
            <p:cNvSpPr/>
            <p:nvPr/>
          </p:nvSpPr>
          <p:spPr>
            <a:xfrm>
              <a:off x="2461150" y="6182613"/>
              <a:ext cx="117525" cy="124825"/>
            </a:xfrm>
            <a:custGeom>
              <a:avLst/>
              <a:gdLst/>
              <a:ahLst/>
              <a:cxn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5"/>
            <p:cNvSpPr/>
            <p:nvPr/>
          </p:nvSpPr>
          <p:spPr>
            <a:xfrm>
              <a:off x="2445825" y="6210813"/>
              <a:ext cx="119975" cy="68875"/>
            </a:xfrm>
            <a:custGeom>
              <a:avLst/>
              <a:gdLst/>
              <a:ahLst/>
              <a:cxn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5"/>
            <p:cNvSpPr/>
            <p:nvPr/>
          </p:nvSpPr>
          <p:spPr>
            <a:xfrm>
              <a:off x="2443175" y="6208163"/>
              <a:ext cx="120175" cy="66425"/>
            </a:xfrm>
            <a:custGeom>
              <a:avLst/>
              <a:gdLst/>
              <a:ahLst/>
              <a:cxn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30" name="Google Shape;1830;p35"/>
          <p:cNvSpPr/>
          <p:nvPr/>
        </p:nvSpPr>
        <p:spPr>
          <a:xfrm>
            <a:off x="8554680" y="9627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35"/>
          <p:cNvSpPr/>
          <p:nvPr/>
        </p:nvSpPr>
        <p:spPr>
          <a:xfrm>
            <a:off x="7189992" y="1730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35"/>
          <p:cNvSpPr/>
          <p:nvPr/>
        </p:nvSpPr>
        <p:spPr>
          <a:xfrm>
            <a:off x="8924753" y="13857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35"/>
          <p:cNvSpPr/>
          <p:nvPr/>
        </p:nvSpPr>
        <p:spPr>
          <a:xfrm>
            <a:off x="8462988" y="6877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35"/>
          <p:cNvSpPr/>
          <p:nvPr/>
        </p:nvSpPr>
        <p:spPr>
          <a:xfrm>
            <a:off x="8364298" y="2717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35"/>
          <p:cNvSpPr/>
          <p:nvPr/>
        </p:nvSpPr>
        <p:spPr>
          <a:xfrm>
            <a:off x="6710472" y="3811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35"/>
          <p:cNvSpPr/>
          <p:nvPr/>
        </p:nvSpPr>
        <p:spPr>
          <a:xfrm>
            <a:off x="931165" y="33158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35"/>
          <p:cNvSpPr/>
          <p:nvPr/>
        </p:nvSpPr>
        <p:spPr>
          <a:xfrm>
            <a:off x="560833" y="454889"/>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35"/>
          <p:cNvSpPr/>
          <p:nvPr/>
        </p:nvSpPr>
        <p:spPr>
          <a:xfrm>
            <a:off x="1488251" y="215148"/>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35"/>
          <p:cNvSpPr txBox="1">
            <a:spLocks noGrp="1"/>
          </p:cNvSpPr>
          <p:nvPr>
            <p:ph type="title" hasCustomPrompt="1"/>
          </p:nvPr>
        </p:nvSpPr>
        <p:spPr>
          <a:xfrm>
            <a:off x="707828" y="2003123"/>
            <a:ext cx="3708900" cy="731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5500"/>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1840" name="Google Shape;1840;p35"/>
          <p:cNvSpPr txBox="1">
            <a:spLocks noGrp="1"/>
          </p:cNvSpPr>
          <p:nvPr>
            <p:ph type="subTitle" idx="1"/>
          </p:nvPr>
        </p:nvSpPr>
        <p:spPr>
          <a:xfrm>
            <a:off x="706028" y="2738077"/>
            <a:ext cx="3712500" cy="402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841" name="Google Shape;1841;p35"/>
          <p:cNvSpPr txBox="1">
            <a:spLocks noGrp="1"/>
          </p:cNvSpPr>
          <p:nvPr>
            <p:ph type="title" idx="2" hasCustomPrompt="1"/>
          </p:nvPr>
        </p:nvSpPr>
        <p:spPr>
          <a:xfrm>
            <a:off x="4725472" y="2003123"/>
            <a:ext cx="3712500" cy="731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5500"/>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1842" name="Google Shape;1842;p35"/>
          <p:cNvSpPr txBox="1">
            <a:spLocks noGrp="1"/>
          </p:cNvSpPr>
          <p:nvPr>
            <p:ph type="subTitle" idx="3"/>
          </p:nvPr>
        </p:nvSpPr>
        <p:spPr>
          <a:xfrm>
            <a:off x="4725472" y="2738077"/>
            <a:ext cx="3712500" cy="402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843" name="Google Shape;1843;p35"/>
          <p:cNvSpPr/>
          <p:nvPr/>
        </p:nvSpPr>
        <p:spPr>
          <a:xfrm>
            <a:off x="123948" y="1850837"/>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35"/>
          <p:cNvSpPr/>
          <p:nvPr/>
        </p:nvSpPr>
        <p:spPr>
          <a:xfrm>
            <a:off x="254261" y="1565156"/>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35"/>
          <p:cNvSpPr/>
          <p:nvPr/>
        </p:nvSpPr>
        <p:spPr>
          <a:xfrm>
            <a:off x="413085" y="2499564"/>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35"/>
          <p:cNvSpPr/>
          <p:nvPr/>
        </p:nvSpPr>
        <p:spPr>
          <a:xfrm>
            <a:off x="653078" y="1899932"/>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Numbers and text 2">
  <p:cSld name="CUSTOM_1_1_1_1_1_1_1">
    <p:spTree>
      <p:nvGrpSpPr>
        <p:cNvPr id="1" name="Shape 1847"/>
        <p:cNvGrpSpPr/>
        <p:nvPr/>
      </p:nvGrpSpPr>
      <p:grpSpPr>
        <a:xfrm>
          <a:off x="0" y="0"/>
          <a:ext cx="0" cy="0"/>
          <a:chOff x="0" y="0"/>
          <a:chExt cx="0" cy="0"/>
        </a:xfrm>
      </p:grpSpPr>
      <p:sp>
        <p:nvSpPr>
          <p:cNvPr id="1848" name="Google Shape;1848;p36"/>
          <p:cNvSpPr/>
          <p:nvPr/>
        </p:nvSpPr>
        <p:spPr>
          <a:xfrm flipH="1">
            <a:off x="0" y="3186075"/>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49" name="Google Shape;1849;p36"/>
          <p:cNvSpPr/>
          <p:nvPr/>
        </p:nvSpPr>
        <p:spPr>
          <a:xfrm>
            <a:off x="6520050" y="3186063"/>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50" name="Google Shape;1850;p36"/>
          <p:cNvGrpSpPr/>
          <p:nvPr/>
        </p:nvGrpSpPr>
        <p:grpSpPr>
          <a:xfrm>
            <a:off x="7853225" y="3974325"/>
            <a:ext cx="531275" cy="821125"/>
            <a:chOff x="238125" y="3188925"/>
            <a:chExt cx="531275" cy="821125"/>
          </a:xfrm>
        </p:grpSpPr>
        <p:sp>
          <p:nvSpPr>
            <p:cNvPr id="1851" name="Google Shape;1851;p36"/>
            <p:cNvSpPr/>
            <p:nvPr/>
          </p:nvSpPr>
          <p:spPr>
            <a:xfrm>
              <a:off x="281625" y="3275750"/>
              <a:ext cx="487775" cy="734300"/>
            </a:xfrm>
            <a:custGeom>
              <a:avLst/>
              <a:gdLst/>
              <a:ahLst/>
              <a:cxnLst/>
              <a:rect l="l" t="t" r="r" b="b"/>
              <a:pathLst>
                <a:path w="19511" h="29372" extrusionOk="0">
                  <a:moveTo>
                    <a:pt x="11950" y="1"/>
                  </a:moveTo>
                  <a:lnTo>
                    <a:pt x="1" y="3475"/>
                  </a:lnTo>
                  <a:lnTo>
                    <a:pt x="7357" y="28403"/>
                  </a:lnTo>
                  <a:cubicBezTo>
                    <a:pt x="7526" y="28991"/>
                    <a:pt x="8040" y="29371"/>
                    <a:pt x="8619" y="29371"/>
                  </a:cubicBezTo>
                  <a:cubicBezTo>
                    <a:pt x="8741" y="29371"/>
                    <a:pt x="8866" y="29354"/>
                    <a:pt x="8992" y="29319"/>
                  </a:cubicBezTo>
                  <a:lnTo>
                    <a:pt x="18391" y="26564"/>
                  </a:lnTo>
                  <a:cubicBezTo>
                    <a:pt x="19102" y="26360"/>
                    <a:pt x="19511" y="25641"/>
                    <a:pt x="19306" y="24930"/>
                  </a:cubicBezTo>
                  <a:lnTo>
                    <a:pt x="11950"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36"/>
            <p:cNvSpPr/>
            <p:nvPr/>
          </p:nvSpPr>
          <p:spPr>
            <a:xfrm>
              <a:off x="324950" y="3418800"/>
              <a:ext cx="365375" cy="316750"/>
            </a:xfrm>
            <a:custGeom>
              <a:avLst/>
              <a:gdLst/>
              <a:ahLst/>
              <a:cxnLst/>
              <a:rect l="l" t="t" r="r" b="b"/>
              <a:pathLst>
                <a:path w="14615" h="12670" extrusionOk="0">
                  <a:moveTo>
                    <a:pt x="11852" y="0"/>
                  </a:moveTo>
                  <a:lnTo>
                    <a:pt x="1" y="3474"/>
                  </a:lnTo>
                  <a:lnTo>
                    <a:pt x="2657" y="12669"/>
                  </a:lnTo>
                  <a:lnTo>
                    <a:pt x="14615" y="9195"/>
                  </a:lnTo>
                  <a:lnTo>
                    <a:pt x="118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36"/>
            <p:cNvSpPr/>
            <p:nvPr/>
          </p:nvSpPr>
          <p:spPr>
            <a:xfrm>
              <a:off x="238125" y="3188925"/>
              <a:ext cx="360250" cy="178800"/>
            </a:xfrm>
            <a:custGeom>
              <a:avLst/>
              <a:gdLst/>
              <a:ahLst/>
              <a:cxnLst/>
              <a:rect l="l" t="t" r="r" b="b"/>
              <a:pathLst>
                <a:path w="14410" h="7152" extrusionOk="0">
                  <a:moveTo>
                    <a:pt x="13486" y="0"/>
                  </a:moveTo>
                  <a:lnTo>
                    <a:pt x="0" y="3981"/>
                  </a:lnTo>
                  <a:lnTo>
                    <a:pt x="1022" y="7152"/>
                  </a:lnTo>
                  <a:lnTo>
                    <a:pt x="14410" y="3270"/>
                  </a:lnTo>
                  <a:lnTo>
                    <a:pt x="134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36"/>
            <p:cNvSpPr/>
            <p:nvPr/>
          </p:nvSpPr>
          <p:spPr>
            <a:xfrm>
              <a:off x="250975" y="3280875"/>
              <a:ext cx="38250" cy="84200"/>
            </a:xfrm>
            <a:custGeom>
              <a:avLst/>
              <a:gdLst/>
              <a:ahLst/>
              <a:cxnLst/>
              <a:rect l="l" t="t" r="r" b="b"/>
              <a:pathLst>
                <a:path w="1530" h="3368" extrusionOk="0">
                  <a:moveTo>
                    <a:pt x="614" y="0"/>
                  </a:moveTo>
                  <a:lnTo>
                    <a:pt x="1" y="205"/>
                  </a:lnTo>
                  <a:lnTo>
                    <a:pt x="916" y="3368"/>
                  </a:lnTo>
                  <a:lnTo>
                    <a:pt x="1529" y="3163"/>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36"/>
            <p:cNvSpPr/>
            <p:nvPr/>
          </p:nvSpPr>
          <p:spPr>
            <a:xfrm>
              <a:off x="281625" y="3273100"/>
              <a:ext cx="35800" cy="84425"/>
            </a:xfrm>
            <a:custGeom>
              <a:avLst/>
              <a:gdLst/>
              <a:ahLst/>
              <a:cxnLst/>
              <a:rect l="l" t="t" r="r" b="b"/>
              <a:pathLst>
                <a:path w="1432" h="3377" extrusionOk="0">
                  <a:moveTo>
                    <a:pt x="508" y="1"/>
                  </a:moveTo>
                  <a:lnTo>
                    <a:pt x="1" y="107"/>
                  </a:lnTo>
                  <a:lnTo>
                    <a:pt x="916" y="3376"/>
                  </a:lnTo>
                  <a:lnTo>
                    <a:pt x="1431" y="3172"/>
                  </a:lnTo>
                  <a:lnTo>
                    <a:pt x="508"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36"/>
            <p:cNvSpPr/>
            <p:nvPr/>
          </p:nvSpPr>
          <p:spPr>
            <a:xfrm>
              <a:off x="309625" y="3262875"/>
              <a:ext cx="38450" cy="84425"/>
            </a:xfrm>
            <a:custGeom>
              <a:avLst/>
              <a:gdLst/>
              <a:ahLst/>
              <a:cxnLst/>
              <a:rect l="l" t="t" r="r" b="b"/>
              <a:pathLst>
                <a:path w="1538" h="3377" extrusionOk="0">
                  <a:moveTo>
                    <a:pt x="614" y="1"/>
                  </a:moveTo>
                  <a:lnTo>
                    <a:pt x="1" y="205"/>
                  </a:lnTo>
                  <a:lnTo>
                    <a:pt x="1022" y="3377"/>
                  </a:lnTo>
                  <a:lnTo>
                    <a:pt x="1537" y="3270"/>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36"/>
            <p:cNvSpPr/>
            <p:nvPr/>
          </p:nvSpPr>
          <p:spPr>
            <a:xfrm>
              <a:off x="340275" y="3255325"/>
              <a:ext cx="38450" cy="84200"/>
            </a:xfrm>
            <a:custGeom>
              <a:avLst/>
              <a:gdLst/>
              <a:ahLst/>
              <a:cxnLst/>
              <a:rect l="l" t="t" r="r" b="b"/>
              <a:pathLst>
                <a:path w="1538" h="3368" extrusionOk="0">
                  <a:moveTo>
                    <a:pt x="614" y="1"/>
                  </a:moveTo>
                  <a:lnTo>
                    <a:pt x="1" y="205"/>
                  </a:lnTo>
                  <a:lnTo>
                    <a:pt x="924" y="3368"/>
                  </a:lnTo>
                  <a:lnTo>
                    <a:pt x="1537" y="3164"/>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36"/>
            <p:cNvSpPr/>
            <p:nvPr/>
          </p:nvSpPr>
          <p:spPr>
            <a:xfrm>
              <a:off x="370925" y="3245100"/>
              <a:ext cx="38450" cy="84225"/>
            </a:xfrm>
            <a:custGeom>
              <a:avLst/>
              <a:gdLst/>
              <a:ahLst/>
              <a:cxnLst/>
              <a:rect l="l" t="t" r="r" b="b"/>
              <a:pathLst>
                <a:path w="1538" h="3369" extrusionOk="0">
                  <a:moveTo>
                    <a:pt x="516" y="1"/>
                  </a:moveTo>
                  <a:lnTo>
                    <a:pt x="1" y="205"/>
                  </a:lnTo>
                  <a:lnTo>
                    <a:pt x="924" y="3368"/>
                  </a:lnTo>
                  <a:lnTo>
                    <a:pt x="1537" y="3270"/>
                  </a:lnTo>
                  <a:lnTo>
                    <a:pt x="516"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36"/>
            <p:cNvSpPr/>
            <p:nvPr/>
          </p:nvSpPr>
          <p:spPr>
            <a:xfrm>
              <a:off x="401575" y="3237350"/>
              <a:ext cx="35800" cy="84400"/>
            </a:xfrm>
            <a:custGeom>
              <a:avLst/>
              <a:gdLst/>
              <a:ahLst/>
              <a:cxnLst/>
              <a:rect l="l" t="t" r="r" b="b"/>
              <a:pathLst>
                <a:path w="1432" h="3376" extrusionOk="0">
                  <a:moveTo>
                    <a:pt x="516" y="0"/>
                  </a:moveTo>
                  <a:lnTo>
                    <a:pt x="1" y="205"/>
                  </a:lnTo>
                  <a:lnTo>
                    <a:pt x="924" y="3376"/>
                  </a:lnTo>
                  <a:lnTo>
                    <a:pt x="1431" y="3172"/>
                  </a:lnTo>
                  <a:lnTo>
                    <a:pt x="516"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36"/>
            <p:cNvSpPr/>
            <p:nvPr/>
          </p:nvSpPr>
          <p:spPr>
            <a:xfrm>
              <a:off x="429775" y="3229775"/>
              <a:ext cx="38250" cy="81775"/>
            </a:xfrm>
            <a:custGeom>
              <a:avLst/>
              <a:gdLst/>
              <a:ahLst/>
              <a:cxnLst/>
              <a:rect l="l" t="t" r="r" b="b"/>
              <a:pathLst>
                <a:path w="1530" h="3271" extrusionOk="0">
                  <a:moveTo>
                    <a:pt x="614" y="1"/>
                  </a:moveTo>
                  <a:lnTo>
                    <a:pt x="1" y="99"/>
                  </a:lnTo>
                  <a:lnTo>
                    <a:pt x="916" y="3270"/>
                  </a:lnTo>
                  <a:lnTo>
                    <a:pt x="1529" y="3164"/>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36"/>
            <p:cNvSpPr/>
            <p:nvPr/>
          </p:nvSpPr>
          <p:spPr>
            <a:xfrm>
              <a:off x="460425" y="3219575"/>
              <a:ext cx="38250" cy="84200"/>
            </a:xfrm>
            <a:custGeom>
              <a:avLst/>
              <a:gdLst/>
              <a:ahLst/>
              <a:cxnLst/>
              <a:rect l="l" t="t" r="r" b="b"/>
              <a:pathLst>
                <a:path w="1530" h="3368" extrusionOk="0">
                  <a:moveTo>
                    <a:pt x="614" y="0"/>
                  </a:moveTo>
                  <a:lnTo>
                    <a:pt x="1" y="205"/>
                  </a:lnTo>
                  <a:lnTo>
                    <a:pt x="916" y="3368"/>
                  </a:lnTo>
                  <a:lnTo>
                    <a:pt x="1529" y="3163"/>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36"/>
            <p:cNvSpPr/>
            <p:nvPr/>
          </p:nvSpPr>
          <p:spPr>
            <a:xfrm>
              <a:off x="491075" y="3211800"/>
              <a:ext cx="35800" cy="84425"/>
            </a:xfrm>
            <a:custGeom>
              <a:avLst/>
              <a:gdLst/>
              <a:ahLst/>
              <a:cxnLst/>
              <a:rect l="l" t="t" r="r" b="b"/>
              <a:pathLst>
                <a:path w="1432" h="3377" extrusionOk="0">
                  <a:moveTo>
                    <a:pt x="507" y="1"/>
                  </a:moveTo>
                  <a:lnTo>
                    <a:pt x="1" y="107"/>
                  </a:lnTo>
                  <a:lnTo>
                    <a:pt x="916" y="3376"/>
                  </a:lnTo>
                  <a:lnTo>
                    <a:pt x="1431" y="3172"/>
                  </a:lnTo>
                  <a:lnTo>
                    <a:pt x="507"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36"/>
            <p:cNvSpPr/>
            <p:nvPr/>
          </p:nvSpPr>
          <p:spPr>
            <a:xfrm>
              <a:off x="519075" y="3201575"/>
              <a:ext cx="38450" cy="84425"/>
            </a:xfrm>
            <a:custGeom>
              <a:avLst/>
              <a:gdLst/>
              <a:ahLst/>
              <a:cxnLst/>
              <a:rect l="l" t="t" r="r" b="b"/>
              <a:pathLst>
                <a:path w="1538" h="3377" extrusionOk="0">
                  <a:moveTo>
                    <a:pt x="613" y="1"/>
                  </a:moveTo>
                  <a:lnTo>
                    <a:pt x="0" y="205"/>
                  </a:lnTo>
                  <a:lnTo>
                    <a:pt x="1022" y="3377"/>
                  </a:lnTo>
                  <a:lnTo>
                    <a:pt x="1537" y="3270"/>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36"/>
            <p:cNvSpPr/>
            <p:nvPr/>
          </p:nvSpPr>
          <p:spPr>
            <a:xfrm>
              <a:off x="549725" y="3194025"/>
              <a:ext cx="38450" cy="84200"/>
            </a:xfrm>
            <a:custGeom>
              <a:avLst/>
              <a:gdLst/>
              <a:ahLst/>
              <a:cxnLst/>
              <a:rect l="l" t="t" r="r" b="b"/>
              <a:pathLst>
                <a:path w="1538" h="3368" extrusionOk="0">
                  <a:moveTo>
                    <a:pt x="613" y="1"/>
                  </a:moveTo>
                  <a:lnTo>
                    <a:pt x="0" y="99"/>
                  </a:lnTo>
                  <a:lnTo>
                    <a:pt x="924" y="3368"/>
                  </a:lnTo>
                  <a:lnTo>
                    <a:pt x="1537" y="3164"/>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36"/>
            <p:cNvSpPr/>
            <p:nvPr/>
          </p:nvSpPr>
          <p:spPr>
            <a:xfrm>
              <a:off x="281625" y="3275750"/>
              <a:ext cx="309000" cy="122625"/>
            </a:xfrm>
            <a:custGeom>
              <a:avLst/>
              <a:gdLst/>
              <a:ahLst/>
              <a:cxnLst/>
              <a:rect l="l" t="t" r="r" b="b"/>
              <a:pathLst>
                <a:path w="12360" h="4905" extrusionOk="0">
                  <a:moveTo>
                    <a:pt x="11950" y="1"/>
                  </a:moveTo>
                  <a:lnTo>
                    <a:pt x="1" y="3475"/>
                  </a:lnTo>
                  <a:lnTo>
                    <a:pt x="410" y="4905"/>
                  </a:lnTo>
                  <a:lnTo>
                    <a:pt x="12359" y="1325"/>
                  </a:lnTo>
                  <a:lnTo>
                    <a:pt x="11950"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36"/>
            <p:cNvSpPr/>
            <p:nvPr/>
          </p:nvSpPr>
          <p:spPr>
            <a:xfrm>
              <a:off x="557500" y="3574500"/>
              <a:ext cx="86850" cy="38425"/>
            </a:xfrm>
            <a:custGeom>
              <a:avLst/>
              <a:gdLst/>
              <a:ahLst/>
              <a:cxnLst/>
              <a:rect l="l" t="t" r="r" b="b"/>
              <a:pathLst>
                <a:path w="3474" h="1537" extrusionOk="0">
                  <a:moveTo>
                    <a:pt x="3367" y="0"/>
                  </a:moveTo>
                  <a:lnTo>
                    <a:pt x="0" y="1022"/>
                  </a:lnTo>
                  <a:lnTo>
                    <a:pt x="204" y="1537"/>
                  </a:lnTo>
                  <a:lnTo>
                    <a:pt x="3474" y="613"/>
                  </a:lnTo>
                  <a:lnTo>
                    <a:pt x="3367"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36"/>
            <p:cNvSpPr/>
            <p:nvPr/>
          </p:nvSpPr>
          <p:spPr>
            <a:xfrm>
              <a:off x="549725" y="3546500"/>
              <a:ext cx="86875" cy="38250"/>
            </a:xfrm>
            <a:custGeom>
              <a:avLst/>
              <a:gdLst/>
              <a:ahLst/>
              <a:cxnLst/>
              <a:rect l="l" t="t" r="r" b="b"/>
              <a:pathLst>
                <a:path w="3475" h="1530" extrusionOk="0">
                  <a:moveTo>
                    <a:pt x="3270" y="1"/>
                  </a:moveTo>
                  <a:lnTo>
                    <a:pt x="0" y="1022"/>
                  </a:lnTo>
                  <a:lnTo>
                    <a:pt x="205" y="1529"/>
                  </a:lnTo>
                  <a:lnTo>
                    <a:pt x="3474" y="614"/>
                  </a:lnTo>
                  <a:lnTo>
                    <a:pt x="3270"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36"/>
            <p:cNvSpPr/>
            <p:nvPr/>
          </p:nvSpPr>
          <p:spPr>
            <a:xfrm>
              <a:off x="542175" y="3518300"/>
              <a:ext cx="86850" cy="38450"/>
            </a:xfrm>
            <a:custGeom>
              <a:avLst/>
              <a:gdLst/>
              <a:ahLst/>
              <a:cxnLst/>
              <a:rect l="l" t="t" r="r" b="b"/>
              <a:pathLst>
                <a:path w="3474" h="1538" extrusionOk="0">
                  <a:moveTo>
                    <a:pt x="3269" y="1"/>
                  </a:moveTo>
                  <a:lnTo>
                    <a:pt x="0" y="1022"/>
                  </a:lnTo>
                  <a:lnTo>
                    <a:pt x="98" y="1537"/>
                  </a:lnTo>
                  <a:lnTo>
                    <a:pt x="3474" y="614"/>
                  </a:lnTo>
                  <a:lnTo>
                    <a:pt x="3269"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36"/>
            <p:cNvSpPr/>
            <p:nvPr/>
          </p:nvSpPr>
          <p:spPr>
            <a:xfrm>
              <a:off x="360725" y="3514550"/>
              <a:ext cx="84400" cy="75050"/>
            </a:xfrm>
            <a:custGeom>
              <a:avLst/>
              <a:gdLst/>
              <a:ahLst/>
              <a:cxnLst/>
              <a:rect l="l" t="t" r="r" b="b"/>
              <a:pathLst>
                <a:path w="3376" h="3002" extrusionOk="0">
                  <a:moveTo>
                    <a:pt x="1712" y="1"/>
                  </a:moveTo>
                  <a:cubicBezTo>
                    <a:pt x="1583" y="1"/>
                    <a:pt x="1454" y="18"/>
                    <a:pt x="1332" y="53"/>
                  </a:cubicBezTo>
                  <a:cubicBezTo>
                    <a:pt x="515" y="355"/>
                    <a:pt x="0" y="1172"/>
                    <a:pt x="311" y="1892"/>
                  </a:cubicBezTo>
                  <a:cubicBezTo>
                    <a:pt x="474" y="2546"/>
                    <a:pt x="1031" y="3002"/>
                    <a:pt x="1666" y="3002"/>
                  </a:cubicBezTo>
                  <a:cubicBezTo>
                    <a:pt x="1824" y="3002"/>
                    <a:pt x="1987" y="2974"/>
                    <a:pt x="2150" y="2913"/>
                  </a:cubicBezTo>
                  <a:cubicBezTo>
                    <a:pt x="2967" y="2709"/>
                    <a:pt x="3376" y="1892"/>
                    <a:pt x="3171" y="1074"/>
                  </a:cubicBezTo>
                  <a:cubicBezTo>
                    <a:pt x="3002" y="397"/>
                    <a:pt x="2339" y="1"/>
                    <a:pt x="1712"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36"/>
            <p:cNvSpPr/>
            <p:nvPr/>
          </p:nvSpPr>
          <p:spPr>
            <a:xfrm>
              <a:off x="450200" y="3847900"/>
              <a:ext cx="319200" cy="162150"/>
            </a:xfrm>
            <a:custGeom>
              <a:avLst/>
              <a:gdLst/>
              <a:ahLst/>
              <a:cxnLst/>
              <a:rect l="l" t="t" r="r" b="b"/>
              <a:pathLst>
                <a:path w="12768" h="6486" extrusionOk="0">
                  <a:moveTo>
                    <a:pt x="1" y="3572"/>
                  </a:moveTo>
                  <a:lnTo>
                    <a:pt x="1" y="3572"/>
                  </a:lnTo>
                  <a:cubicBezTo>
                    <a:pt x="9" y="3599"/>
                    <a:pt x="17" y="3625"/>
                    <a:pt x="26" y="3651"/>
                  </a:cubicBezTo>
                  <a:lnTo>
                    <a:pt x="26" y="3651"/>
                  </a:lnTo>
                  <a:lnTo>
                    <a:pt x="1" y="3572"/>
                  </a:lnTo>
                  <a:close/>
                  <a:moveTo>
                    <a:pt x="11950" y="0"/>
                  </a:moveTo>
                  <a:cubicBezTo>
                    <a:pt x="12155" y="711"/>
                    <a:pt x="11746" y="1431"/>
                    <a:pt x="11035" y="1635"/>
                  </a:cubicBezTo>
                  <a:lnTo>
                    <a:pt x="1636" y="4496"/>
                  </a:lnTo>
                  <a:cubicBezTo>
                    <a:pt x="1510" y="4531"/>
                    <a:pt x="1385" y="4548"/>
                    <a:pt x="1263" y="4548"/>
                  </a:cubicBezTo>
                  <a:cubicBezTo>
                    <a:pt x="710" y="4548"/>
                    <a:pt x="216" y="4200"/>
                    <a:pt x="26" y="3651"/>
                  </a:cubicBezTo>
                  <a:lnTo>
                    <a:pt x="26" y="3651"/>
                  </a:lnTo>
                  <a:lnTo>
                    <a:pt x="614" y="5517"/>
                  </a:lnTo>
                  <a:cubicBezTo>
                    <a:pt x="783" y="6105"/>
                    <a:pt x="1297" y="6485"/>
                    <a:pt x="1876" y="6485"/>
                  </a:cubicBezTo>
                  <a:cubicBezTo>
                    <a:pt x="1998" y="6485"/>
                    <a:pt x="2123" y="6468"/>
                    <a:pt x="2249" y="6433"/>
                  </a:cubicBezTo>
                  <a:lnTo>
                    <a:pt x="11648" y="3678"/>
                  </a:lnTo>
                  <a:cubicBezTo>
                    <a:pt x="12359" y="3474"/>
                    <a:pt x="12768" y="2755"/>
                    <a:pt x="12563" y="2044"/>
                  </a:cubicBezTo>
                  <a:lnTo>
                    <a:pt x="11950"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1" name="Google Shape;1871;p36"/>
          <p:cNvGrpSpPr/>
          <p:nvPr/>
        </p:nvGrpSpPr>
        <p:grpSpPr>
          <a:xfrm>
            <a:off x="220263" y="4286238"/>
            <a:ext cx="985925" cy="744150"/>
            <a:chOff x="1666700" y="5967688"/>
            <a:chExt cx="985925" cy="744150"/>
          </a:xfrm>
        </p:grpSpPr>
        <p:sp>
          <p:nvSpPr>
            <p:cNvPr id="1872" name="Google Shape;1872;p36"/>
            <p:cNvSpPr/>
            <p:nvPr/>
          </p:nvSpPr>
          <p:spPr>
            <a:xfrm>
              <a:off x="1666700" y="5967688"/>
              <a:ext cx="985925" cy="744150"/>
            </a:xfrm>
            <a:custGeom>
              <a:avLst/>
              <a:gdLst/>
              <a:ahLst/>
              <a:cxn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36"/>
            <p:cNvSpPr/>
            <p:nvPr/>
          </p:nvSpPr>
          <p:spPr>
            <a:xfrm>
              <a:off x="1758650" y="6363863"/>
              <a:ext cx="130375" cy="130375"/>
            </a:xfrm>
            <a:custGeom>
              <a:avLst/>
              <a:gdLst/>
              <a:ahLst/>
              <a:cxn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36"/>
            <p:cNvSpPr/>
            <p:nvPr/>
          </p:nvSpPr>
          <p:spPr>
            <a:xfrm>
              <a:off x="1735750" y="6361013"/>
              <a:ext cx="148175" cy="131150"/>
            </a:xfrm>
            <a:custGeom>
              <a:avLst/>
              <a:gdLst/>
              <a:ahLst/>
              <a:cxn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36"/>
            <p:cNvSpPr/>
            <p:nvPr/>
          </p:nvSpPr>
          <p:spPr>
            <a:xfrm>
              <a:off x="1766400" y="6369163"/>
              <a:ext cx="117525" cy="122175"/>
            </a:xfrm>
            <a:custGeom>
              <a:avLst/>
              <a:gdLst/>
              <a:ahLst/>
              <a:cxn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36"/>
            <p:cNvSpPr/>
            <p:nvPr/>
          </p:nvSpPr>
          <p:spPr>
            <a:xfrm>
              <a:off x="1751075" y="6397163"/>
              <a:ext cx="119975" cy="66425"/>
            </a:xfrm>
            <a:custGeom>
              <a:avLst/>
              <a:gdLst/>
              <a:ahLst/>
              <a:cxn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36"/>
            <p:cNvSpPr/>
            <p:nvPr/>
          </p:nvSpPr>
          <p:spPr>
            <a:xfrm>
              <a:off x="1748425" y="6392063"/>
              <a:ext cx="120175" cy="69075"/>
            </a:xfrm>
            <a:custGeom>
              <a:avLst/>
              <a:gdLst/>
              <a:ahLst/>
              <a:cxn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36"/>
            <p:cNvSpPr/>
            <p:nvPr/>
          </p:nvSpPr>
          <p:spPr>
            <a:xfrm>
              <a:off x="1911900" y="6282113"/>
              <a:ext cx="130375" cy="130400"/>
            </a:xfrm>
            <a:custGeom>
              <a:avLst/>
              <a:gdLst/>
              <a:ahLst/>
              <a:cxn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36"/>
            <p:cNvSpPr/>
            <p:nvPr/>
          </p:nvSpPr>
          <p:spPr>
            <a:xfrm>
              <a:off x="1889000" y="6279288"/>
              <a:ext cx="148175" cy="129975"/>
            </a:xfrm>
            <a:custGeom>
              <a:avLst/>
              <a:gdLst/>
              <a:ahLst/>
              <a:cxn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36"/>
            <p:cNvSpPr/>
            <p:nvPr/>
          </p:nvSpPr>
          <p:spPr>
            <a:xfrm>
              <a:off x="1922125" y="6287438"/>
              <a:ext cx="115050" cy="122175"/>
            </a:xfrm>
            <a:custGeom>
              <a:avLst/>
              <a:gdLst/>
              <a:ahLst/>
              <a:cxn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36"/>
            <p:cNvSpPr/>
            <p:nvPr/>
          </p:nvSpPr>
          <p:spPr>
            <a:xfrm>
              <a:off x="1906800" y="6315438"/>
              <a:ext cx="117500" cy="66425"/>
            </a:xfrm>
            <a:custGeom>
              <a:avLst/>
              <a:gdLst/>
              <a:ahLst/>
              <a:cxn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36"/>
            <p:cNvSpPr/>
            <p:nvPr/>
          </p:nvSpPr>
          <p:spPr>
            <a:xfrm>
              <a:off x="1904325" y="6310313"/>
              <a:ext cx="119975" cy="69100"/>
            </a:xfrm>
            <a:custGeom>
              <a:avLst/>
              <a:gdLst/>
              <a:ahLst/>
              <a:cxn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36"/>
            <p:cNvSpPr/>
            <p:nvPr/>
          </p:nvSpPr>
          <p:spPr>
            <a:xfrm>
              <a:off x="2067800" y="62003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36"/>
            <p:cNvSpPr/>
            <p:nvPr/>
          </p:nvSpPr>
          <p:spPr>
            <a:xfrm>
              <a:off x="2044725" y="6197563"/>
              <a:ext cx="148150" cy="129975"/>
            </a:xfrm>
            <a:custGeom>
              <a:avLst/>
              <a:gdLst/>
              <a:ahLst/>
              <a:cxn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36"/>
            <p:cNvSpPr/>
            <p:nvPr/>
          </p:nvSpPr>
          <p:spPr>
            <a:xfrm>
              <a:off x="2078025" y="6205713"/>
              <a:ext cx="114850" cy="122175"/>
            </a:xfrm>
            <a:custGeom>
              <a:avLst/>
              <a:gdLst/>
              <a:ahLst/>
              <a:cxn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36"/>
            <p:cNvSpPr/>
            <p:nvPr/>
          </p:nvSpPr>
          <p:spPr>
            <a:xfrm>
              <a:off x="2060050" y="6233688"/>
              <a:ext cx="120175" cy="66450"/>
            </a:xfrm>
            <a:custGeom>
              <a:avLst/>
              <a:gdLst/>
              <a:ahLst/>
              <a:cxn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36"/>
            <p:cNvSpPr/>
            <p:nvPr/>
          </p:nvSpPr>
          <p:spPr>
            <a:xfrm>
              <a:off x="2060050" y="6228588"/>
              <a:ext cx="117500" cy="69100"/>
            </a:xfrm>
            <a:custGeom>
              <a:avLst/>
              <a:gdLst/>
              <a:ahLst/>
              <a:cxn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36"/>
            <p:cNvSpPr/>
            <p:nvPr/>
          </p:nvSpPr>
          <p:spPr>
            <a:xfrm>
              <a:off x="2221050" y="6118663"/>
              <a:ext cx="130200" cy="130375"/>
            </a:xfrm>
            <a:custGeom>
              <a:avLst/>
              <a:gdLst/>
              <a:ahLst/>
              <a:cxn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36"/>
            <p:cNvSpPr/>
            <p:nvPr/>
          </p:nvSpPr>
          <p:spPr>
            <a:xfrm>
              <a:off x="2197975" y="6115813"/>
              <a:ext cx="150825" cy="129975"/>
            </a:xfrm>
            <a:custGeom>
              <a:avLst/>
              <a:gdLst/>
              <a:ahLst/>
              <a:cxn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36"/>
            <p:cNvSpPr/>
            <p:nvPr/>
          </p:nvSpPr>
          <p:spPr>
            <a:xfrm>
              <a:off x="2231275" y="6123963"/>
              <a:ext cx="117525" cy="122175"/>
            </a:xfrm>
            <a:custGeom>
              <a:avLst/>
              <a:gdLst/>
              <a:ahLst/>
              <a:cxn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36"/>
            <p:cNvSpPr/>
            <p:nvPr/>
          </p:nvSpPr>
          <p:spPr>
            <a:xfrm>
              <a:off x="2215950" y="6151963"/>
              <a:ext cx="117525" cy="66425"/>
            </a:xfrm>
            <a:custGeom>
              <a:avLst/>
              <a:gdLst/>
              <a:ahLst/>
              <a:cxn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36"/>
            <p:cNvSpPr/>
            <p:nvPr/>
          </p:nvSpPr>
          <p:spPr>
            <a:xfrm>
              <a:off x="2213300" y="6146863"/>
              <a:ext cx="120175" cy="69075"/>
            </a:xfrm>
            <a:custGeom>
              <a:avLst/>
              <a:gdLst/>
              <a:ahLst/>
              <a:cxn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36"/>
            <p:cNvSpPr/>
            <p:nvPr/>
          </p:nvSpPr>
          <p:spPr>
            <a:xfrm>
              <a:off x="2376750" y="6036913"/>
              <a:ext cx="130400" cy="130400"/>
            </a:xfrm>
            <a:custGeom>
              <a:avLst/>
              <a:gdLst/>
              <a:ahLst/>
              <a:cxn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36"/>
            <p:cNvSpPr/>
            <p:nvPr/>
          </p:nvSpPr>
          <p:spPr>
            <a:xfrm>
              <a:off x="2353875" y="6034013"/>
              <a:ext cx="148175" cy="130050"/>
            </a:xfrm>
            <a:custGeom>
              <a:avLst/>
              <a:gdLst/>
              <a:ahLst/>
              <a:cxn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36"/>
            <p:cNvSpPr/>
            <p:nvPr/>
          </p:nvSpPr>
          <p:spPr>
            <a:xfrm>
              <a:off x="2386975" y="6042238"/>
              <a:ext cx="115075" cy="122175"/>
            </a:xfrm>
            <a:custGeom>
              <a:avLst/>
              <a:gdLst/>
              <a:ahLst/>
              <a:cxn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36"/>
            <p:cNvSpPr/>
            <p:nvPr/>
          </p:nvSpPr>
          <p:spPr>
            <a:xfrm>
              <a:off x="2371650" y="6070238"/>
              <a:ext cx="117525" cy="66425"/>
            </a:xfrm>
            <a:custGeom>
              <a:avLst/>
              <a:gdLst/>
              <a:ahLst/>
              <a:cxn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36"/>
            <p:cNvSpPr/>
            <p:nvPr/>
          </p:nvSpPr>
          <p:spPr>
            <a:xfrm>
              <a:off x="2369200" y="6065113"/>
              <a:ext cx="117525" cy="69100"/>
            </a:xfrm>
            <a:custGeom>
              <a:avLst/>
              <a:gdLst/>
              <a:ahLst/>
              <a:cxn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36"/>
            <p:cNvSpPr/>
            <p:nvPr/>
          </p:nvSpPr>
          <p:spPr>
            <a:xfrm>
              <a:off x="1832825" y="6506888"/>
              <a:ext cx="130175" cy="130400"/>
            </a:xfrm>
            <a:custGeom>
              <a:avLst/>
              <a:gdLst/>
              <a:ahLst/>
              <a:cxn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36"/>
            <p:cNvSpPr/>
            <p:nvPr/>
          </p:nvSpPr>
          <p:spPr>
            <a:xfrm>
              <a:off x="1809725" y="6504063"/>
              <a:ext cx="148175" cy="129975"/>
            </a:xfrm>
            <a:custGeom>
              <a:avLst/>
              <a:gdLst/>
              <a:ahLst/>
              <a:cxn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36"/>
            <p:cNvSpPr/>
            <p:nvPr/>
          </p:nvSpPr>
          <p:spPr>
            <a:xfrm>
              <a:off x="1843025" y="6512213"/>
              <a:ext cx="114875" cy="122175"/>
            </a:xfrm>
            <a:custGeom>
              <a:avLst/>
              <a:gdLst/>
              <a:ahLst/>
              <a:cxn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36"/>
            <p:cNvSpPr/>
            <p:nvPr/>
          </p:nvSpPr>
          <p:spPr>
            <a:xfrm>
              <a:off x="1827700" y="6540188"/>
              <a:ext cx="117525" cy="66450"/>
            </a:xfrm>
            <a:custGeom>
              <a:avLst/>
              <a:gdLst/>
              <a:ahLst/>
              <a:cxn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36"/>
            <p:cNvSpPr/>
            <p:nvPr/>
          </p:nvSpPr>
          <p:spPr>
            <a:xfrm>
              <a:off x="1825050" y="6535088"/>
              <a:ext cx="120175" cy="69100"/>
            </a:xfrm>
            <a:custGeom>
              <a:avLst/>
              <a:gdLst/>
              <a:ahLst/>
              <a:cxn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36"/>
            <p:cNvSpPr/>
            <p:nvPr/>
          </p:nvSpPr>
          <p:spPr>
            <a:xfrm>
              <a:off x="1988525" y="6425163"/>
              <a:ext cx="130400" cy="130375"/>
            </a:xfrm>
            <a:custGeom>
              <a:avLst/>
              <a:gdLst/>
              <a:ahLst/>
              <a:cxn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36"/>
            <p:cNvSpPr/>
            <p:nvPr/>
          </p:nvSpPr>
          <p:spPr>
            <a:xfrm>
              <a:off x="1965625" y="6422313"/>
              <a:ext cx="148175" cy="129975"/>
            </a:xfrm>
            <a:custGeom>
              <a:avLst/>
              <a:gdLst/>
              <a:ahLst/>
              <a:cxn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36"/>
            <p:cNvSpPr/>
            <p:nvPr/>
          </p:nvSpPr>
          <p:spPr>
            <a:xfrm>
              <a:off x="1998750" y="6430463"/>
              <a:ext cx="115050" cy="122175"/>
            </a:xfrm>
            <a:custGeom>
              <a:avLst/>
              <a:gdLst/>
              <a:ahLst/>
              <a:cxn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36"/>
            <p:cNvSpPr/>
            <p:nvPr/>
          </p:nvSpPr>
          <p:spPr>
            <a:xfrm>
              <a:off x="1980950" y="6458463"/>
              <a:ext cx="119975" cy="66425"/>
            </a:xfrm>
            <a:custGeom>
              <a:avLst/>
              <a:gdLst/>
              <a:ahLst/>
              <a:cxn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36"/>
            <p:cNvSpPr/>
            <p:nvPr/>
          </p:nvSpPr>
          <p:spPr>
            <a:xfrm>
              <a:off x="1980950" y="6453363"/>
              <a:ext cx="117525" cy="69075"/>
            </a:xfrm>
            <a:custGeom>
              <a:avLst/>
              <a:gdLst/>
              <a:ahLst/>
              <a:cxn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36"/>
            <p:cNvSpPr/>
            <p:nvPr/>
          </p:nvSpPr>
          <p:spPr>
            <a:xfrm>
              <a:off x="2141775" y="6343413"/>
              <a:ext cx="130400" cy="130400"/>
            </a:xfrm>
            <a:custGeom>
              <a:avLst/>
              <a:gdLst/>
              <a:ahLst/>
              <a:cxn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36"/>
            <p:cNvSpPr/>
            <p:nvPr/>
          </p:nvSpPr>
          <p:spPr>
            <a:xfrm>
              <a:off x="2118900" y="6340513"/>
              <a:ext cx="150600" cy="130050"/>
            </a:xfrm>
            <a:custGeom>
              <a:avLst/>
              <a:gdLst/>
              <a:ahLst/>
              <a:cxn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36"/>
            <p:cNvSpPr/>
            <p:nvPr/>
          </p:nvSpPr>
          <p:spPr>
            <a:xfrm>
              <a:off x="2152000" y="6348738"/>
              <a:ext cx="117500" cy="122175"/>
            </a:xfrm>
            <a:custGeom>
              <a:avLst/>
              <a:gdLst/>
              <a:ahLst/>
              <a:cxn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36"/>
            <p:cNvSpPr/>
            <p:nvPr/>
          </p:nvSpPr>
          <p:spPr>
            <a:xfrm>
              <a:off x="2136675" y="6376738"/>
              <a:ext cx="117500" cy="66425"/>
            </a:xfrm>
            <a:custGeom>
              <a:avLst/>
              <a:gdLst/>
              <a:ahLst/>
              <a:cxn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36"/>
            <p:cNvSpPr/>
            <p:nvPr/>
          </p:nvSpPr>
          <p:spPr>
            <a:xfrm>
              <a:off x="2134225" y="6371613"/>
              <a:ext cx="119950" cy="66450"/>
            </a:xfrm>
            <a:custGeom>
              <a:avLst/>
              <a:gdLst/>
              <a:ahLst/>
              <a:cxn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36"/>
            <p:cNvSpPr/>
            <p:nvPr/>
          </p:nvSpPr>
          <p:spPr>
            <a:xfrm>
              <a:off x="2297675" y="62616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36"/>
            <p:cNvSpPr/>
            <p:nvPr/>
          </p:nvSpPr>
          <p:spPr>
            <a:xfrm>
              <a:off x="2274600" y="6258788"/>
              <a:ext cx="148150" cy="129600"/>
            </a:xfrm>
            <a:custGeom>
              <a:avLst/>
              <a:gdLst/>
              <a:ahLst/>
              <a:cxn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36"/>
            <p:cNvSpPr/>
            <p:nvPr/>
          </p:nvSpPr>
          <p:spPr>
            <a:xfrm>
              <a:off x="2307900" y="6267013"/>
              <a:ext cx="114850" cy="122175"/>
            </a:xfrm>
            <a:custGeom>
              <a:avLst/>
              <a:gdLst/>
              <a:ahLst/>
              <a:cxn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36"/>
            <p:cNvSpPr/>
            <p:nvPr/>
          </p:nvSpPr>
          <p:spPr>
            <a:xfrm>
              <a:off x="2292575" y="6292538"/>
              <a:ext cx="117525" cy="68900"/>
            </a:xfrm>
            <a:custGeom>
              <a:avLst/>
              <a:gdLst/>
              <a:ahLst/>
              <a:cxn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36"/>
            <p:cNvSpPr/>
            <p:nvPr/>
          </p:nvSpPr>
          <p:spPr>
            <a:xfrm>
              <a:off x="2289925" y="6289888"/>
              <a:ext cx="117500" cy="66425"/>
            </a:xfrm>
            <a:custGeom>
              <a:avLst/>
              <a:gdLst/>
              <a:ahLst/>
              <a:cxn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36"/>
            <p:cNvSpPr/>
            <p:nvPr/>
          </p:nvSpPr>
          <p:spPr>
            <a:xfrm>
              <a:off x="2453375" y="6179963"/>
              <a:ext cx="130400" cy="130375"/>
            </a:xfrm>
            <a:custGeom>
              <a:avLst/>
              <a:gdLst/>
              <a:ahLst/>
              <a:cxn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36"/>
            <p:cNvSpPr/>
            <p:nvPr/>
          </p:nvSpPr>
          <p:spPr>
            <a:xfrm>
              <a:off x="2430500" y="6177038"/>
              <a:ext cx="148175" cy="129600"/>
            </a:xfrm>
            <a:custGeom>
              <a:avLst/>
              <a:gdLst/>
              <a:ahLst/>
              <a:cxn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36"/>
            <p:cNvSpPr/>
            <p:nvPr/>
          </p:nvSpPr>
          <p:spPr>
            <a:xfrm>
              <a:off x="2461150" y="6182613"/>
              <a:ext cx="117525" cy="124825"/>
            </a:xfrm>
            <a:custGeom>
              <a:avLst/>
              <a:gdLst/>
              <a:ahLst/>
              <a:cxn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36"/>
            <p:cNvSpPr/>
            <p:nvPr/>
          </p:nvSpPr>
          <p:spPr>
            <a:xfrm>
              <a:off x="2445825" y="6210813"/>
              <a:ext cx="119975" cy="68875"/>
            </a:xfrm>
            <a:custGeom>
              <a:avLst/>
              <a:gdLst/>
              <a:ahLst/>
              <a:cxn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36"/>
            <p:cNvSpPr/>
            <p:nvPr/>
          </p:nvSpPr>
          <p:spPr>
            <a:xfrm>
              <a:off x="2443175" y="6208163"/>
              <a:ext cx="120175" cy="66425"/>
            </a:xfrm>
            <a:custGeom>
              <a:avLst/>
              <a:gdLst/>
              <a:ahLst/>
              <a:cxn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23" name="Google Shape;1923;p36"/>
          <p:cNvSpPr/>
          <p:nvPr/>
        </p:nvSpPr>
        <p:spPr>
          <a:xfrm>
            <a:off x="8554680" y="9627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36"/>
          <p:cNvSpPr/>
          <p:nvPr/>
        </p:nvSpPr>
        <p:spPr>
          <a:xfrm>
            <a:off x="7189992" y="1730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36"/>
          <p:cNvSpPr/>
          <p:nvPr/>
        </p:nvSpPr>
        <p:spPr>
          <a:xfrm>
            <a:off x="8924753" y="13857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36"/>
          <p:cNvSpPr/>
          <p:nvPr/>
        </p:nvSpPr>
        <p:spPr>
          <a:xfrm>
            <a:off x="8462988" y="6877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36"/>
          <p:cNvSpPr/>
          <p:nvPr/>
        </p:nvSpPr>
        <p:spPr>
          <a:xfrm>
            <a:off x="8364298" y="2717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36"/>
          <p:cNvSpPr/>
          <p:nvPr/>
        </p:nvSpPr>
        <p:spPr>
          <a:xfrm>
            <a:off x="6710472" y="3811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36"/>
          <p:cNvSpPr/>
          <p:nvPr/>
        </p:nvSpPr>
        <p:spPr>
          <a:xfrm>
            <a:off x="931165" y="33158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36"/>
          <p:cNvSpPr/>
          <p:nvPr/>
        </p:nvSpPr>
        <p:spPr>
          <a:xfrm>
            <a:off x="560833" y="454889"/>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36"/>
          <p:cNvSpPr/>
          <p:nvPr/>
        </p:nvSpPr>
        <p:spPr>
          <a:xfrm>
            <a:off x="1488251" y="215148"/>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36"/>
          <p:cNvSpPr txBox="1">
            <a:spLocks noGrp="1"/>
          </p:cNvSpPr>
          <p:nvPr>
            <p:ph type="title" hasCustomPrompt="1"/>
          </p:nvPr>
        </p:nvSpPr>
        <p:spPr>
          <a:xfrm>
            <a:off x="2309075" y="2468395"/>
            <a:ext cx="1461000" cy="56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5000"/>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1933" name="Google Shape;1933;p36"/>
          <p:cNvSpPr txBox="1">
            <a:spLocks noGrp="1"/>
          </p:cNvSpPr>
          <p:nvPr>
            <p:ph type="subTitle" idx="1"/>
          </p:nvPr>
        </p:nvSpPr>
        <p:spPr>
          <a:xfrm>
            <a:off x="5039655" y="2495142"/>
            <a:ext cx="3160500" cy="9144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934" name="Google Shape;1934;p36"/>
          <p:cNvSpPr/>
          <p:nvPr/>
        </p:nvSpPr>
        <p:spPr>
          <a:xfrm>
            <a:off x="123948" y="1850837"/>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36"/>
          <p:cNvSpPr/>
          <p:nvPr/>
        </p:nvSpPr>
        <p:spPr>
          <a:xfrm>
            <a:off x="254261" y="1565156"/>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36"/>
          <p:cNvSpPr/>
          <p:nvPr/>
        </p:nvSpPr>
        <p:spPr>
          <a:xfrm>
            <a:off x="413085" y="2499564"/>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36"/>
          <p:cNvSpPr/>
          <p:nvPr/>
        </p:nvSpPr>
        <p:spPr>
          <a:xfrm>
            <a:off x="653078" y="1899932"/>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36"/>
          <p:cNvSpPr txBox="1">
            <a:spLocks noGrp="1"/>
          </p:cNvSpPr>
          <p:nvPr>
            <p:ph type="title" idx="2"/>
          </p:nvPr>
        </p:nvSpPr>
        <p:spPr>
          <a:xfrm>
            <a:off x="713225" y="539500"/>
            <a:ext cx="7717500" cy="478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1939" name="Google Shape;1939;p36"/>
          <p:cNvSpPr txBox="1"/>
          <p:nvPr/>
        </p:nvSpPr>
        <p:spPr>
          <a:xfrm>
            <a:off x="1496675" y="1857375"/>
            <a:ext cx="1152000" cy="365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endParaRPr sz="1800">
              <a:solidFill>
                <a:srgbClr val="FFFFFF"/>
              </a:solidFill>
              <a:latin typeface="Nunito ExtraBold"/>
              <a:ea typeface="Nunito ExtraBold"/>
              <a:cs typeface="Nunito ExtraBold"/>
              <a:sym typeface="Nunito ExtraBold"/>
            </a:endParaRPr>
          </a:p>
        </p:txBody>
      </p:sp>
      <p:sp>
        <p:nvSpPr>
          <p:cNvPr id="1940" name="Google Shape;1940;p36"/>
          <p:cNvSpPr txBox="1"/>
          <p:nvPr/>
        </p:nvSpPr>
        <p:spPr>
          <a:xfrm>
            <a:off x="4069200" y="1857375"/>
            <a:ext cx="1152000" cy="365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endParaRPr sz="1800">
              <a:solidFill>
                <a:srgbClr val="FFFFFF"/>
              </a:solidFill>
              <a:latin typeface="Nunito ExtraBold"/>
              <a:ea typeface="Nunito ExtraBold"/>
              <a:cs typeface="Nunito ExtraBold"/>
              <a:sym typeface="Nunito ExtraBold"/>
            </a:endParaRPr>
          </a:p>
        </p:txBody>
      </p:sp>
      <p:sp>
        <p:nvSpPr>
          <p:cNvPr id="1941" name="Google Shape;1941;p36"/>
          <p:cNvSpPr txBox="1">
            <a:spLocks noGrp="1"/>
          </p:cNvSpPr>
          <p:nvPr>
            <p:ph type="subTitle" idx="3"/>
          </p:nvPr>
        </p:nvSpPr>
        <p:spPr>
          <a:xfrm>
            <a:off x="5039655" y="2096063"/>
            <a:ext cx="3160500" cy="4023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b="1"/>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ig number 1">
  <p:cSld name="CUSTOM_1_1_1_1_1_1_1_1">
    <p:spTree>
      <p:nvGrpSpPr>
        <p:cNvPr id="1" name="Shape 1942"/>
        <p:cNvGrpSpPr/>
        <p:nvPr/>
      </p:nvGrpSpPr>
      <p:grpSpPr>
        <a:xfrm>
          <a:off x="0" y="0"/>
          <a:ext cx="0" cy="0"/>
          <a:chOff x="0" y="0"/>
          <a:chExt cx="0" cy="0"/>
        </a:xfrm>
      </p:grpSpPr>
      <p:sp>
        <p:nvSpPr>
          <p:cNvPr id="1943" name="Google Shape;1943;p37"/>
          <p:cNvSpPr txBox="1">
            <a:spLocks noGrp="1"/>
          </p:cNvSpPr>
          <p:nvPr>
            <p:ph type="title" hasCustomPrompt="1"/>
          </p:nvPr>
        </p:nvSpPr>
        <p:spPr>
          <a:xfrm>
            <a:off x="753600" y="1703988"/>
            <a:ext cx="6417600" cy="137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944" name="Google Shape;1944;p37"/>
          <p:cNvSpPr txBox="1">
            <a:spLocks noGrp="1"/>
          </p:cNvSpPr>
          <p:nvPr>
            <p:ph type="body" idx="1"/>
          </p:nvPr>
        </p:nvSpPr>
        <p:spPr>
          <a:xfrm>
            <a:off x="752850" y="3073813"/>
            <a:ext cx="6419100" cy="365700"/>
          </a:xfrm>
          <a:prstGeom prst="rect">
            <a:avLst/>
          </a:prstGeom>
        </p:spPr>
        <p:txBody>
          <a:bodyPr spcFirstLastPara="1" wrap="square" lIns="91425" tIns="91425" rIns="91425" bIns="91425" anchor="t" anchorCtr="0">
            <a:noAutofit/>
          </a:bodyPr>
          <a:lstStyle>
            <a:lvl1pPr marL="457200" lvl="0" indent="-342900" rtl="0">
              <a:lnSpc>
                <a:spcPct val="100000"/>
              </a:lnSpc>
              <a:spcBef>
                <a:spcPts val="0"/>
              </a:spcBef>
              <a:spcAft>
                <a:spcPts val="0"/>
              </a:spcAft>
              <a:buSzPts val="1800"/>
              <a:buChar char="●"/>
              <a:defRPr sz="1600"/>
            </a:lvl1pPr>
            <a:lvl2pPr marL="914400" lvl="1" indent="-317500" algn="ctr" rtl="0">
              <a:spcBef>
                <a:spcPts val="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1945" name="Google Shape;1945;p37"/>
          <p:cNvSpPr/>
          <p:nvPr/>
        </p:nvSpPr>
        <p:spPr>
          <a:xfrm>
            <a:off x="0" y="0"/>
            <a:ext cx="3330303" cy="4665197"/>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37"/>
          <p:cNvSpPr/>
          <p:nvPr/>
        </p:nvSpPr>
        <p:spPr>
          <a:xfrm rot="10800000">
            <a:off x="5813700" y="478300"/>
            <a:ext cx="3330303" cy="4665197"/>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37"/>
          <p:cNvSpPr/>
          <p:nvPr/>
        </p:nvSpPr>
        <p:spPr>
          <a:xfrm>
            <a:off x="6856892" y="125732"/>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37"/>
          <p:cNvSpPr/>
          <p:nvPr/>
        </p:nvSpPr>
        <p:spPr>
          <a:xfrm>
            <a:off x="8031198" y="224415"/>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37"/>
          <p:cNvSpPr/>
          <p:nvPr/>
        </p:nvSpPr>
        <p:spPr>
          <a:xfrm>
            <a:off x="6377372" y="333854"/>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37"/>
          <p:cNvSpPr/>
          <p:nvPr/>
        </p:nvSpPr>
        <p:spPr>
          <a:xfrm>
            <a:off x="8129888" y="640464"/>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37"/>
          <p:cNvSpPr/>
          <p:nvPr/>
        </p:nvSpPr>
        <p:spPr>
          <a:xfrm>
            <a:off x="8221580" y="915454"/>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37"/>
          <p:cNvSpPr/>
          <p:nvPr/>
        </p:nvSpPr>
        <p:spPr>
          <a:xfrm>
            <a:off x="8591653" y="1338500"/>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37"/>
          <p:cNvSpPr/>
          <p:nvPr/>
        </p:nvSpPr>
        <p:spPr>
          <a:xfrm flipH="1">
            <a:off x="349015" y="4584054"/>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37"/>
          <p:cNvSpPr/>
          <p:nvPr/>
        </p:nvSpPr>
        <p:spPr>
          <a:xfrm flipH="1">
            <a:off x="1727506" y="3794332"/>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37"/>
          <p:cNvSpPr/>
          <p:nvPr/>
        </p:nvSpPr>
        <p:spPr>
          <a:xfrm flipH="1">
            <a:off x="179822" y="5007100"/>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37"/>
          <p:cNvSpPr/>
          <p:nvPr/>
        </p:nvSpPr>
        <p:spPr>
          <a:xfrm flipH="1">
            <a:off x="641522" y="4309064"/>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37"/>
          <p:cNvSpPr/>
          <p:nvPr/>
        </p:nvSpPr>
        <p:spPr>
          <a:xfrm flipH="1">
            <a:off x="740278" y="3893015"/>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37"/>
          <p:cNvSpPr/>
          <p:nvPr/>
        </p:nvSpPr>
        <p:spPr>
          <a:xfrm flipH="1">
            <a:off x="2390345" y="4002454"/>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37"/>
          <p:cNvSpPr/>
          <p:nvPr/>
        </p:nvSpPr>
        <p:spPr>
          <a:xfrm>
            <a:off x="3923192" y="261832"/>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37"/>
          <p:cNvSpPr/>
          <p:nvPr/>
        </p:nvSpPr>
        <p:spPr>
          <a:xfrm>
            <a:off x="3443672" y="469954"/>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37"/>
          <p:cNvSpPr/>
          <p:nvPr/>
        </p:nvSpPr>
        <p:spPr>
          <a:xfrm>
            <a:off x="8260428" y="1861750"/>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two columns 1">
  <p:cSld name="CUSTOM_1_1_1_1_1_1_1_1_1">
    <p:spTree>
      <p:nvGrpSpPr>
        <p:cNvPr id="1" name="Shape 1962"/>
        <p:cNvGrpSpPr/>
        <p:nvPr/>
      </p:nvGrpSpPr>
      <p:grpSpPr>
        <a:xfrm>
          <a:off x="0" y="0"/>
          <a:ext cx="0" cy="0"/>
          <a:chOff x="0" y="0"/>
          <a:chExt cx="0" cy="0"/>
        </a:xfrm>
      </p:grpSpPr>
      <p:sp>
        <p:nvSpPr>
          <p:cNvPr id="1963" name="Google Shape;1963;p38"/>
          <p:cNvSpPr/>
          <p:nvPr/>
        </p:nvSpPr>
        <p:spPr>
          <a:xfrm>
            <a:off x="6115050" y="3258175"/>
            <a:ext cx="3028907" cy="1885295"/>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38"/>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1965" name="Google Shape;1965;p38"/>
          <p:cNvSpPr/>
          <p:nvPr/>
        </p:nvSpPr>
        <p:spPr>
          <a:xfrm>
            <a:off x="7931973" y="61389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38"/>
          <p:cNvSpPr/>
          <p:nvPr/>
        </p:nvSpPr>
        <p:spPr>
          <a:xfrm>
            <a:off x="8062286" y="32821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38"/>
          <p:cNvSpPr/>
          <p:nvPr/>
        </p:nvSpPr>
        <p:spPr>
          <a:xfrm>
            <a:off x="8221110" y="126262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38"/>
          <p:cNvSpPr/>
          <p:nvPr/>
        </p:nvSpPr>
        <p:spPr>
          <a:xfrm>
            <a:off x="8461103" y="66299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38"/>
          <p:cNvSpPr/>
          <p:nvPr/>
        </p:nvSpPr>
        <p:spPr>
          <a:xfrm>
            <a:off x="6179440" y="4715859"/>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38"/>
          <p:cNvSpPr/>
          <p:nvPr/>
        </p:nvSpPr>
        <p:spPr>
          <a:xfrm>
            <a:off x="7485508" y="4839164"/>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38"/>
          <p:cNvSpPr/>
          <p:nvPr/>
        </p:nvSpPr>
        <p:spPr>
          <a:xfrm>
            <a:off x="8412926" y="4599423"/>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38"/>
          <p:cNvSpPr/>
          <p:nvPr/>
        </p:nvSpPr>
        <p:spPr>
          <a:xfrm rot="-5400000">
            <a:off x="7033096" y="-403711"/>
            <a:ext cx="1707214" cy="2514607"/>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38"/>
          <p:cNvSpPr/>
          <p:nvPr/>
        </p:nvSpPr>
        <p:spPr>
          <a:xfrm>
            <a:off x="0" y="0"/>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38"/>
          <p:cNvSpPr/>
          <p:nvPr/>
        </p:nvSpPr>
        <p:spPr>
          <a:xfrm flipH="1">
            <a:off x="34" y="3181350"/>
            <a:ext cx="1332091" cy="1962258"/>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38"/>
          <p:cNvSpPr txBox="1">
            <a:spLocks noGrp="1"/>
          </p:cNvSpPr>
          <p:nvPr>
            <p:ph type="subTitle" idx="1"/>
          </p:nvPr>
        </p:nvSpPr>
        <p:spPr>
          <a:xfrm>
            <a:off x="1958400" y="1654350"/>
            <a:ext cx="10584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976" name="Google Shape;1976;p38"/>
          <p:cNvSpPr txBox="1">
            <a:spLocks noGrp="1"/>
          </p:cNvSpPr>
          <p:nvPr>
            <p:ph type="subTitle" idx="2"/>
          </p:nvPr>
        </p:nvSpPr>
        <p:spPr>
          <a:xfrm>
            <a:off x="5906875" y="1655383"/>
            <a:ext cx="1060800" cy="363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977" name="Google Shape;1977;p38"/>
          <p:cNvSpPr txBox="1">
            <a:spLocks noGrp="1"/>
          </p:cNvSpPr>
          <p:nvPr>
            <p:ph type="subTitle" idx="3"/>
          </p:nvPr>
        </p:nvSpPr>
        <p:spPr>
          <a:xfrm>
            <a:off x="713250" y="2129875"/>
            <a:ext cx="3548700" cy="2543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Char char="●"/>
              <a:defRPr sz="1200"/>
            </a:lvl1pPr>
            <a:lvl2pPr lvl="1" rtl="0">
              <a:spcBef>
                <a:spcPts val="1600"/>
              </a:spcBef>
              <a:spcAft>
                <a:spcPts val="0"/>
              </a:spcAft>
              <a:buSzPts val="1400"/>
              <a:buChar char="○"/>
              <a:defRPr/>
            </a:lvl2pPr>
            <a:lvl3pPr lvl="2" rtl="0">
              <a:spcBef>
                <a:spcPts val="1600"/>
              </a:spcBef>
              <a:spcAft>
                <a:spcPts val="0"/>
              </a:spcAft>
              <a:buSzPts val="1400"/>
              <a:buChar char="■"/>
              <a:defRPr/>
            </a:lvl3pPr>
            <a:lvl4pPr lvl="3" rtl="0">
              <a:spcBef>
                <a:spcPts val="1600"/>
              </a:spcBef>
              <a:spcAft>
                <a:spcPts val="0"/>
              </a:spcAft>
              <a:buSzPts val="1400"/>
              <a:buChar char="●"/>
              <a:defRPr/>
            </a:lvl4pPr>
            <a:lvl5pPr lvl="4" rtl="0">
              <a:spcBef>
                <a:spcPts val="1600"/>
              </a:spcBef>
              <a:spcAft>
                <a:spcPts val="0"/>
              </a:spcAft>
              <a:buSzPts val="1400"/>
              <a:buChar char="○"/>
              <a:defRPr/>
            </a:lvl5pPr>
            <a:lvl6pPr lvl="5" rtl="0">
              <a:spcBef>
                <a:spcPts val="1600"/>
              </a:spcBef>
              <a:spcAft>
                <a:spcPts val="0"/>
              </a:spcAft>
              <a:buSzPts val="1400"/>
              <a:buChar char="■"/>
              <a:defRPr/>
            </a:lvl6pPr>
            <a:lvl7pPr lvl="6" rtl="0">
              <a:spcBef>
                <a:spcPts val="1600"/>
              </a:spcBef>
              <a:spcAft>
                <a:spcPts val="0"/>
              </a:spcAft>
              <a:buSzPts val="1400"/>
              <a:buChar char="●"/>
              <a:defRPr/>
            </a:lvl7pPr>
            <a:lvl8pPr lvl="7" rtl="0">
              <a:spcBef>
                <a:spcPts val="1600"/>
              </a:spcBef>
              <a:spcAft>
                <a:spcPts val="0"/>
              </a:spcAft>
              <a:buSzPts val="1400"/>
              <a:buChar char="○"/>
              <a:defRPr/>
            </a:lvl8pPr>
            <a:lvl9pPr lvl="8" rtl="0">
              <a:spcBef>
                <a:spcPts val="1600"/>
              </a:spcBef>
              <a:spcAft>
                <a:spcPts val="1600"/>
              </a:spcAft>
              <a:buSzPts val="1400"/>
              <a:buChar char="■"/>
              <a:defRPr/>
            </a:lvl9pPr>
          </a:lstStyle>
          <a:p>
            <a:endParaRPr/>
          </a:p>
        </p:txBody>
      </p:sp>
      <p:sp>
        <p:nvSpPr>
          <p:cNvPr id="1978" name="Google Shape;1978;p38"/>
          <p:cNvSpPr txBox="1">
            <a:spLocks noGrp="1"/>
          </p:cNvSpPr>
          <p:nvPr>
            <p:ph type="subTitle" idx="4"/>
          </p:nvPr>
        </p:nvSpPr>
        <p:spPr>
          <a:xfrm>
            <a:off x="4663375" y="2128525"/>
            <a:ext cx="3547800" cy="254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Char char="●"/>
              <a:defRPr sz="1200"/>
            </a:lvl1pPr>
            <a:lvl2pPr lvl="1" rtl="0">
              <a:spcBef>
                <a:spcPts val="0"/>
              </a:spcBef>
              <a:spcAft>
                <a:spcPts val="0"/>
              </a:spcAft>
              <a:buSzPts val="1400"/>
              <a:buChar char="○"/>
              <a:defRPr/>
            </a:lvl2pPr>
            <a:lvl3pPr lvl="2" rtl="0">
              <a:spcBef>
                <a:spcPts val="1600"/>
              </a:spcBef>
              <a:spcAft>
                <a:spcPts val="0"/>
              </a:spcAft>
              <a:buSzPts val="1400"/>
              <a:buChar char="■"/>
              <a:defRPr/>
            </a:lvl3pPr>
            <a:lvl4pPr lvl="3" rtl="0">
              <a:spcBef>
                <a:spcPts val="1600"/>
              </a:spcBef>
              <a:spcAft>
                <a:spcPts val="0"/>
              </a:spcAft>
              <a:buSzPts val="1400"/>
              <a:buChar char="●"/>
              <a:defRPr/>
            </a:lvl4pPr>
            <a:lvl5pPr lvl="4" rtl="0">
              <a:spcBef>
                <a:spcPts val="1600"/>
              </a:spcBef>
              <a:spcAft>
                <a:spcPts val="0"/>
              </a:spcAft>
              <a:buSzPts val="1400"/>
              <a:buChar char="○"/>
              <a:defRPr/>
            </a:lvl5pPr>
            <a:lvl6pPr lvl="5" rtl="0">
              <a:spcBef>
                <a:spcPts val="1600"/>
              </a:spcBef>
              <a:spcAft>
                <a:spcPts val="0"/>
              </a:spcAft>
              <a:buSzPts val="1400"/>
              <a:buChar char="■"/>
              <a:defRPr/>
            </a:lvl6pPr>
            <a:lvl7pPr lvl="6" rtl="0">
              <a:spcBef>
                <a:spcPts val="1600"/>
              </a:spcBef>
              <a:spcAft>
                <a:spcPts val="0"/>
              </a:spcAft>
              <a:buSzPts val="1400"/>
              <a:buChar char="●"/>
              <a:defRPr/>
            </a:lvl7pPr>
            <a:lvl8pPr lvl="7" rtl="0">
              <a:spcBef>
                <a:spcPts val="1600"/>
              </a:spcBef>
              <a:spcAft>
                <a:spcPts val="0"/>
              </a:spcAft>
              <a:buSzPts val="1400"/>
              <a:buChar char="○"/>
              <a:defRPr/>
            </a:lvl8pPr>
            <a:lvl9pPr lvl="8" rtl="0">
              <a:spcBef>
                <a:spcPts val="1600"/>
              </a:spcBef>
              <a:spcAft>
                <a:spcPts val="1600"/>
              </a:spcAft>
              <a:buSzPts val="1400"/>
              <a:buChar char="■"/>
              <a:defRPr/>
            </a:lvl9pPr>
          </a:lstStyle>
          <a:p>
            <a:endParaRPr/>
          </a:p>
        </p:txBody>
      </p:sp>
      <p:sp>
        <p:nvSpPr>
          <p:cNvPr id="1979" name="Google Shape;1979;p38"/>
          <p:cNvSpPr txBox="1">
            <a:spLocks noGrp="1"/>
          </p:cNvSpPr>
          <p:nvPr>
            <p:ph type="subTitle" idx="5"/>
          </p:nvPr>
        </p:nvSpPr>
        <p:spPr>
          <a:xfrm>
            <a:off x="713250" y="1212725"/>
            <a:ext cx="7717500" cy="301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980" name="Google Shape;1980;p38"/>
          <p:cNvSpPr/>
          <p:nvPr/>
        </p:nvSpPr>
        <p:spPr>
          <a:xfrm flipH="1">
            <a:off x="359690" y="10842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38"/>
          <p:cNvSpPr/>
          <p:nvPr/>
        </p:nvSpPr>
        <p:spPr>
          <a:xfrm flipH="1">
            <a:off x="1738181" y="2945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38"/>
          <p:cNvSpPr/>
          <p:nvPr/>
        </p:nvSpPr>
        <p:spPr>
          <a:xfrm flipH="1">
            <a:off x="190497" y="15072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38"/>
          <p:cNvSpPr/>
          <p:nvPr/>
        </p:nvSpPr>
        <p:spPr>
          <a:xfrm flipH="1">
            <a:off x="652197" y="8092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38"/>
          <p:cNvSpPr/>
          <p:nvPr/>
        </p:nvSpPr>
        <p:spPr>
          <a:xfrm flipH="1">
            <a:off x="750953" y="3932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38"/>
          <p:cNvSpPr/>
          <p:nvPr/>
        </p:nvSpPr>
        <p:spPr>
          <a:xfrm flipH="1">
            <a:off x="2401020" y="5026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two columns 2">
  <p:cSld name="CUSTOM_1_1_1_1_1_1_1_1_1_1">
    <p:spTree>
      <p:nvGrpSpPr>
        <p:cNvPr id="1" name="Shape 1986"/>
        <p:cNvGrpSpPr/>
        <p:nvPr/>
      </p:nvGrpSpPr>
      <p:grpSpPr>
        <a:xfrm>
          <a:off x="0" y="0"/>
          <a:ext cx="0" cy="0"/>
          <a:chOff x="0" y="0"/>
          <a:chExt cx="0" cy="0"/>
        </a:xfrm>
      </p:grpSpPr>
      <p:sp>
        <p:nvSpPr>
          <p:cNvPr id="1987" name="Google Shape;1987;p39"/>
          <p:cNvSpPr/>
          <p:nvPr/>
        </p:nvSpPr>
        <p:spPr>
          <a:xfrm>
            <a:off x="6115050" y="3258175"/>
            <a:ext cx="3028907" cy="1885295"/>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39"/>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1989" name="Google Shape;1989;p39"/>
          <p:cNvSpPr/>
          <p:nvPr/>
        </p:nvSpPr>
        <p:spPr>
          <a:xfrm>
            <a:off x="7931973" y="61389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39"/>
          <p:cNvSpPr/>
          <p:nvPr/>
        </p:nvSpPr>
        <p:spPr>
          <a:xfrm>
            <a:off x="8062286" y="32821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39"/>
          <p:cNvSpPr/>
          <p:nvPr/>
        </p:nvSpPr>
        <p:spPr>
          <a:xfrm>
            <a:off x="8221110" y="126262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39"/>
          <p:cNvSpPr/>
          <p:nvPr/>
        </p:nvSpPr>
        <p:spPr>
          <a:xfrm>
            <a:off x="8461103" y="66299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39"/>
          <p:cNvSpPr/>
          <p:nvPr/>
        </p:nvSpPr>
        <p:spPr>
          <a:xfrm>
            <a:off x="7636765" y="417293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39"/>
          <p:cNvSpPr/>
          <p:nvPr/>
        </p:nvSpPr>
        <p:spPr>
          <a:xfrm>
            <a:off x="7485508" y="4839164"/>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39"/>
          <p:cNvSpPr/>
          <p:nvPr/>
        </p:nvSpPr>
        <p:spPr>
          <a:xfrm>
            <a:off x="8412926" y="4599423"/>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39"/>
          <p:cNvSpPr/>
          <p:nvPr/>
        </p:nvSpPr>
        <p:spPr>
          <a:xfrm rot="-5400000">
            <a:off x="7033096" y="-403711"/>
            <a:ext cx="1707214" cy="2514607"/>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39"/>
          <p:cNvSpPr/>
          <p:nvPr/>
        </p:nvSpPr>
        <p:spPr>
          <a:xfrm>
            <a:off x="0" y="0"/>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39"/>
          <p:cNvSpPr/>
          <p:nvPr/>
        </p:nvSpPr>
        <p:spPr>
          <a:xfrm flipH="1">
            <a:off x="34" y="3181350"/>
            <a:ext cx="1332091" cy="1962258"/>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39"/>
          <p:cNvSpPr/>
          <p:nvPr/>
        </p:nvSpPr>
        <p:spPr>
          <a:xfrm flipH="1">
            <a:off x="359690" y="10842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39"/>
          <p:cNvSpPr/>
          <p:nvPr/>
        </p:nvSpPr>
        <p:spPr>
          <a:xfrm flipH="1">
            <a:off x="1738181" y="2945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39"/>
          <p:cNvSpPr/>
          <p:nvPr/>
        </p:nvSpPr>
        <p:spPr>
          <a:xfrm flipH="1">
            <a:off x="190497" y="15072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39"/>
          <p:cNvSpPr/>
          <p:nvPr/>
        </p:nvSpPr>
        <p:spPr>
          <a:xfrm flipH="1">
            <a:off x="652197" y="8092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39"/>
          <p:cNvSpPr/>
          <p:nvPr/>
        </p:nvSpPr>
        <p:spPr>
          <a:xfrm flipH="1">
            <a:off x="750953" y="3932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39"/>
          <p:cNvSpPr/>
          <p:nvPr/>
        </p:nvSpPr>
        <p:spPr>
          <a:xfrm flipH="1">
            <a:off x="2401020" y="5026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39"/>
          <p:cNvSpPr txBox="1">
            <a:spLocks noGrp="1"/>
          </p:cNvSpPr>
          <p:nvPr>
            <p:ph type="subTitle" idx="1"/>
          </p:nvPr>
        </p:nvSpPr>
        <p:spPr>
          <a:xfrm>
            <a:off x="1671600" y="2628900"/>
            <a:ext cx="1952700" cy="356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006" name="Google Shape;2006;p39"/>
          <p:cNvSpPr txBox="1">
            <a:spLocks noGrp="1"/>
          </p:cNvSpPr>
          <p:nvPr>
            <p:ph type="subTitle" idx="2"/>
          </p:nvPr>
        </p:nvSpPr>
        <p:spPr>
          <a:xfrm>
            <a:off x="1158750" y="2952750"/>
            <a:ext cx="2978400" cy="61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007" name="Google Shape;2007;p39"/>
          <p:cNvSpPr txBox="1">
            <a:spLocks noGrp="1"/>
          </p:cNvSpPr>
          <p:nvPr>
            <p:ph type="subTitle" idx="3"/>
          </p:nvPr>
        </p:nvSpPr>
        <p:spPr>
          <a:xfrm>
            <a:off x="5532275" y="2628900"/>
            <a:ext cx="1952700" cy="352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008" name="Google Shape;2008;p39"/>
          <p:cNvSpPr txBox="1">
            <a:spLocks noGrp="1"/>
          </p:cNvSpPr>
          <p:nvPr>
            <p:ph type="subTitle" idx="4"/>
          </p:nvPr>
        </p:nvSpPr>
        <p:spPr>
          <a:xfrm>
            <a:off x="5018225" y="2952750"/>
            <a:ext cx="2980800" cy="61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two columns 3">
  <p:cSld name="CUSTOM_1_1_1_1_1_1_1_1_1_1_1">
    <p:spTree>
      <p:nvGrpSpPr>
        <p:cNvPr id="1" name="Shape 2009"/>
        <p:cNvGrpSpPr/>
        <p:nvPr/>
      </p:nvGrpSpPr>
      <p:grpSpPr>
        <a:xfrm>
          <a:off x="0" y="0"/>
          <a:ext cx="0" cy="0"/>
          <a:chOff x="0" y="0"/>
          <a:chExt cx="0" cy="0"/>
        </a:xfrm>
      </p:grpSpPr>
      <p:sp>
        <p:nvSpPr>
          <p:cNvPr id="2010" name="Google Shape;2010;p40"/>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grpSp>
        <p:nvGrpSpPr>
          <p:cNvPr id="2011" name="Google Shape;2011;p40"/>
          <p:cNvGrpSpPr/>
          <p:nvPr/>
        </p:nvGrpSpPr>
        <p:grpSpPr>
          <a:xfrm>
            <a:off x="7485508" y="4599423"/>
            <a:ext cx="987293" cy="324364"/>
            <a:chOff x="5694208" y="9209048"/>
            <a:chExt cx="987293" cy="324364"/>
          </a:xfrm>
        </p:grpSpPr>
        <p:sp>
          <p:nvSpPr>
            <p:cNvPr id="2012" name="Google Shape;2012;p40"/>
            <p:cNvSpPr/>
            <p:nvPr/>
          </p:nvSpPr>
          <p:spPr>
            <a:xfrm>
              <a:off x="6064540" y="932548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40"/>
            <p:cNvSpPr/>
            <p:nvPr/>
          </p:nvSpPr>
          <p:spPr>
            <a:xfrm>
              <a:off x="5694208" y="9448789"/>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40"/>
            <p:cNvSpPr/>
            <p:nvPr/>
          </p:nvSpPr>
          <p:spPr>
            <a:xfrm>
              <a:off x="6621626" y="9209048"/>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15" name="Google Shape;2015;p40"/>
          <p:cNvSpPr/>
          <p:nvPr/>
        </p:nvSpPr>
        <p:spPr>
          <a:xfrm rot="-5400000">
            <a:off x="7033096" y="-403711"/>
            <a:ext cx="1707214" cy="2514607"/>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40"/>
          <p:cNvSpPr/>
          <p:nvPr/>
        </p:nvSpPr>
        <p:spPr>
          <a:xfrm flipH="1">
            <a:off x="34" y="3181350"/>
            <a:ext cx="1332091" cy="1962258"/>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17" name="Google Shape;2017;p40"/>
          <p:cNvGrpSpPr/>
          <p:nvPr/>
        </p:nvGrpSpPr>
        <p:grpSpPr>
          <a:xfrm flipH="1">
            <a:off x="190497" y="294520"/>
            <a:ext cx="2270722" cy="1272963"/>
            <a:chOff x="5158247" y="5768045"/>
            <a:chExt cx="2270722" cy="1272963"/>
          </a:xfrm>
        </p:grpSpPr>
        <p:sp>
          <p:nvSpPr>
            <p:cNvPr id="2018" name="Google Shape;2018;p40"/>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40"/>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40"/>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40"/>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40"/>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40"/>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24" name="Google Shape;2024;p40"/>
          <p:cNvSpPr txBox="1">
            <a:spLocks noGrp="1"/>
          </p:cNvSpPr>
          <p:nvPr>
            <p:ph type="subTitle" idx="1"/>
          </p:nvPr>
        </p:nvSpPr>
        <p:spPr>
          <a:xfrm>
            <a:off x="713225" y="2590800"/>
            <a:ext cx="3858900" cy="356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025" name="Google Shape;2025;p40"/>
          <p:cNvSpPr txBox="1">
            <a:spLocks noGrp="1"/>
          </p:cNvSpPr>
          <p:nvPr>
            <p:ph type="subTitle" idx="2"/>
          </p:nvPr>
        </p:nvSpPr>
        <p:spPr>
          <a:xfrm>
            <a:off x="713225" y="2915902"/>
            <a:ext cx="3840600" cy="164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200"/>
              <a:buChar char="○"/>
              <a:defRPr/>
            </a:lvl2pPr>
            <a:lvl3pPr lvl="2" rtl="0">
              <a:spcBef>
                <a:spcPts val="1600"/>
              </a:spcBef>
              <a:spcAft>
                <a:spcPts val="0"/>
              </a:spcAft>
              <a:buSzPts val="1200"/>
              <a:buChar char="■"/>
              <a:defRPr/>
            </a:lvl3pPr>
            <a:lvl4pPr lvl="3" rtl="0">
              <a:spcBef>
                <a:spcPts val="1600"/>
              </a:spcBef>
              <a:spcAft>
                <a:spcPts val="0"/>
              </a:spcAft>
              <a:buSzPts val="1200"/>
              <a:buChar char="●"/>
              <a:defRPr/>
            </a:lvl4pPr>
            <a:lvl5pPr lvl="4" rtl="0">
              <a:spcBef>
                <a:spcPts val="1600"/>
              </a:spcBef>
              <a:spcAft>
                <a:spcPts val="0"/>
              </a:spcAft>
              <a:buSzPts val="1200"/>
              <a:buChar char="○"/>
              <a:defRPr/>
            </a:lvl5pPr>
            <a:lvl6pPr lvl="5" rtl="0">
              <a:spcBef>
                <a:spcPts val="1600"/>
              </a:spcBef>
              <a:spcAft>
                <a:spcPts val="0"/>
              </a:spcAft>
              <a:buSzPts val="1200"/>
              <a:buChar char="■"/>
              <a:defRPr/>
            </a:lvl6pPr>
            <a:lvl7pPr lvl="6" rtl="0">
              <a:spcBef>
                <a:spcPts val="1600"/>
              </a:spcBef>
              <a:spcAft>
                <a:spcPts val="0"/>
              </a:spcAft>
              <a:buSzPts val="1200"/>
              <a:buChar char="●"/>
              <a:defRPr/>
            </a:lvl7pPr>
            <a:lvl8pPr lvl="7" rtl="0">
              <a:spcBef>
                <a:spcPts val="1600"/>
              </a:spcBef>
              <a:spcAft>
                <a:spcPts val="0"/>
              </a:spcAft>
              <a:buSzPts val="1200"/>
              <a:buChar char="○"/>
              <a:defRPr/>
            </a:lvl8pPr>
            <a:lvl9pPr lvl="8" rtl="0">
              <a:spcBef>
                <a:spcPts val="1600"/>
              </a:spcBef>
              <a:spcAft>
                <a:spcPts val="1600"/>
              </a:spcAft>
              <a:buSzPts val="1200"/>
              <a:buChar char="■"/>
              <a:defRPr/>
            </a:lvl9pPr>
          </a:lstStyle>
          <a:p>
            <a:endParaRPr/>
          </a:p>
        </p:txBody>
      </p:sp>
      <p:sp>
        <p:nvSpPr>
          <p:cNvPr id="2026" name="Google Shape;2026;p40"/>
          <p:cNvSpPr txBox="1">
            <a:spLocks noGrp="1"/>
          </p:cNvSpPr>
          <p:nvPr>
            <p:ph type="subTitle" idx="3"/>
          </p:nvPr>
        </p:nvSpPr>
        <p:spPr>
          <a:xfrm>
            <a:off x="4562825" y="2590800"/>
            <a:ext cx="3858900" cy="356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027" name="Google Shape;2027;p40"/>
          <p:cNvSpPr txBox="1">
            <a:spLocks noGrp="1"/>
          </p:cNvSpPr>
          <p:nvPr>
            <p:ph type="subTitle" idx="4"/>
          </p:nvPr>
        </p:nvSpPr>
        <p:spPr>
          <a:xfrm>
            <a:off x="4572125" y="2915902"/>
            <a:ext cx="3840300" cy="164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200"/>
              <a:buChar char="○"/>
              <a:defRPr/>
            </a:lvl2pPr>
            <a:lvl3pPr lvl="2" rtl="0">
              <a:spcBef>
                <a:spcPts val="1600"/>
              </a:spcBef>
              <a:spcAft>
                <a:spcPts val="0"/>
              </a:spcAft>
              <a:buSzPts val="1200"/>
              <a:buChar char="■"/>
              <a:defRPr/>
            </a:lvl3pPr>
            <a:lvl4pPr lvl="3" rtl="0">
              <a:spcBef>
                <a:spcPts val="1600"/>
              </a:spcBef>
              <a:spcAft>
                <a:spcPts val="0"/>
              </a:spcAft>
              <a:buSzPts val="1200"/>
              <a:buChar char="●"/>
              <a:defRPr/>
            </a:lvl4pPr>
            <a:lvl5pPr lvl="4" rtl="0">
              <a:spcBef>
                <a:spcPts val="1600"/>
              </a:spcBef>
              <a:spcAft>
                <a:spcPts val="0"/>
              </a:spcAft>
              <a:buSzPts val="1200"/>
              <a:buChar char="○"/>
              <a:defRPr/>
            </a:lvl5pPr>
            <a:lvl6pPr lvl="5" rtl="0">
              <a:spcBef>
                <a:spcPts val="1600"/>
              </a:spcBef>
              <a:spcAft>
                <a:spcPts val="0"/>
              </a:spcAft>
              <a:buSzPts val="1200"/>
              <a:buChar char="■"/>
              <a:defRPr/>
            </a:lvl6pPr>
            <a:lvl7pPr lvl="6" rtl="0">
              <a:spcBef>
                <a:spcPts val="1600"/>
              </a:spcBef>
              <a:spcAft>
                <a:spcPts val="0"/>
              </a:spcAft>
              <a:buSzPts val="1200"/>
              <a:buChar char="●"/>
              <a:defRPr/>
            </a:lvl7pPr>
            <a:lvl8pPr lvl="7" rtl="0">
              <a:spcBef>
                <a:spcPts val="1600"/>
              </a:spcBef>
              <a:spcAft>
                <a:spcPts val="0"/>
              </a:spcAft>
              <a:buSzPts val="1200"/>
              <a:buChar char="○"/>
              <a:defRPr/>
            </a:lvl8pPr>
            <a:lvl9pPr lvl="8" rtl="0">
              <a:spcBef>
                <a:spcPts val="1600"/>
              </a:spcBef>
              <a:spcAft>
                <a:spcPts val="1600"/>
              </a:spcAft>
              <a:buSzPts val="1200"/>
              <a:buChar char="■"/>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two columns 4">
  <p:cSld name="CUSTOM_1_1_1_1_1_1_1_1_1_1_1_1">
    <p:spTree>
      <p:nvGrpSpPr>
        <p:cNvPr id="1" name="Shape 2028"/>
        <p:cNvGrpSpPr/>
        <p:nvPr/>
      </p:nvGrpSpPr>
      <p:grpSpPr>
        <a:xfrm>
          <a:off x="0" y="0"/>
          <a:ext cx="0" cy="0"/>
          <a:chOff x="0" y="0"/>
          <a:chExt cx="0" cy="0"/>
        </a:xfrm>
      </p:grpSpPr>
      <p:sp>
        <p:nvSpPr>
          <p:cNvPr id="2029" name="Google Shape;2029;p41"/>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grpSp>
        <p:nvGrpSpPr>
          <p:cNvPr id="2030" name="Google Shape;2030;p41"/>
          <p:cNvGrpSpPr/>
          <p:nvPr/>
        </p:nvGrpSpPr>
        <p:grpSpPr>
          <a:xfrm>
            <a:off x="7485508" y="4599423"/>
            <a:ext cx="987293" cy="324364"/>
            <a:chOff x="5694208" y="9209048"/>
            <a:chExt cx="987293" cy="324364"/>
          </a:xfrm>
        </p:grpSpPr>
        <p:sp>
          <p:nvSpPr>
            <p:cNvPr id="2031" name="Google Shape;2031;p41"/>
            <p:cNvSpPr/>
            <p:nvPr/>
          </p:nvSpPr>
          <p:spPr>
            <a:xfrm>
              <a:off x="6064540" y="932548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41"/>
            <p:cNvSpPr/>
            <p:nvPr/>
          </p:nvSpPr>
          <p:spPr>
            <a:xfrm>
              <a:off x="5694208" y="9448789"/>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41"/>
            <p:cNvSpPr/>
            <p:nvPr/>
          </p:nvSpPr>
          <p:spPr>
            <a:xfrm>
              <a:off x="6621626" y="9209048"/>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34" name="Google Shape;2034;p41"/>
          <p:cNvSpPr/>
          <p:nvPr/>
        </p:nvSpPr>
        <p:spPr>
          <a:xfrm rot="-5400000">
            <a:off x="7033096" y="-403711"/>
            <a:ext cx="1707214" cy="2514607"/>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41"/>
          <p:cNvSpPr/>
          <p:nvPr/>
        </p:nvSpPr>
        <p:spPr>
          <a:xfrm flipH="1">
            <a:off x="34" y="3181350"/>
            <a:ext cx="1332091" cy="1962258"/>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36" name="Google Shape;2036;p41"/>
          <p:cNvGrpSpPr/>
          <p:nvPr/>
        </p:nvGrpSpPr>
        <p:grpSpPr>
          <a:xfrm flipH="1">
            <a:off x="190497" y="294520"/>
            <a:ext cx="2270722" cy="1272963"/>
            <a:chOff x="5158247" y="5768045"/>
            <a:chExt cx="2270722" cy="1272963"/>
          </a:xfrm>
        </p:grpSpPr>
        <p:sp>
          <p:nvSpPr>
            <p:cNvPr id="2037" name="Google Shape;2037;p41"/>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41"/>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41"/>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41"/>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41"/>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41"/>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43" name="Google Shape;2043;p41"/>
          <p:cNvSpPr txBox="1">
            <a:spLocks noGrp="1"/>
          </p:cNvSpPr>
          <p:nvPr>
            <p:ph type="subTitle" idx="1"/>
          </p:nvPr>
        </p:nvSpPr>
        <p:spPr>
          <a:xfrm>
            <a:off x="3134180" y="1491761"/>
            <a:ext cx="38406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044" name="Google Shape;2044;p41"/>
          <p:cNvSpPr txBox="1">
            <a:spLocks noGrp="1"/>
          </p:cNvSpPr>
          <p:nvPr>
            <p:ph type="subTitle" idx="2"/>
          </p:nvPr>
        </p:nvSpPr>
        <p:spPr>
          <a:xfrm>
            <a:off x="3134180" y="1858892"/>
            <a:ext cx="3840600" cy="73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200"/>
              <a:buChar char="○"/>
              <a:defRPr/>
            </a:lvl2pPr>
            <a:lvl3pPr lvl="2" rtl="0">
              <a:spcBef>
                <a:spcPts val="1600"/>
              </a:spcBef>
              <a:spcAft>
                <a:spcPts val="0"/>
              </a:spcAft>
              <a:buSzPts val="1200"/>
              <a:buChar char="■"/>
              <a:defRPr/>
            </a:lvl3pPr>
            <a:lvl4pPr lvl="3" rtl="0">
              <a:spcBef>
                <a:spcPts val="1600"/>
              </a:spcBef>
              <a:spcAft>
                <a:spcPts val="0"/>
              </a:spcAft>
              <a:buSzPts val="1200"/>
              <a:buChar char="●"/>
              <a:defRPr/>
            </a:lvl4pPr>
            <a:lvl5pPr lvl="4" rtl="0">
              <a:spcBef>
                <a:spcPts val="1600"/>
              </a:spcBef>
              <a:spcAft>
                <a:spcPts val="0"/>
              </a:spcAft>
              <a:buSzPts val="1200"/>
              <a:buChar char="○"/>
              <a:defRPr/>
            </a:lvl5pPr>
            <a:lvl6pPr lvl="5" rtl="0">
              <a:spcBef>
                <a:spcPts val="1600"/>
              </a:spcBef>
              <a:spcAft>
                <a:spcPts val="0"/>
              </a:spcAft>
              <a:buSzPts val="1200"/>
              <a:buChar char="■"/>
              <a:defRPr/>
            </a:lvl6pPr>
            <a:lvl7pPr lvl="6" rtl="0">
              <a:spcBef>
                <a:spcPts val="1600"/>
              </a:spcBef>
              <a:spcAft>
                <a:spcPts val="0"/>
              </a:spcAft>
              <a:buSzPts val="1200"/>
              <a:buChar char="●"/>
              <a:defRPr/>
            </a:lvl7pPr>
            <a:lvl8pPr lvl="7" rtl="0">
              <a:spcBef>
                <a:spcPts val="1600"/>
              </a:spcBef>
              <a:spcAft>
                <a:spcPts val="0"/>
              </a:spcAft>
              <a:buSzPts val="1200"/>
              <a:buChar char="○"/>
              <a:defRPr/>
            </a:lvl8pPr>
            <a:lvl9pPr lvl="8" rtl="0">
              <a:spcBef>
                <a:spcPts val="1600"/>
              </a:spcBef>
              <a:spcAft>
                <a:spcPts val="1600"/>
              </a:spcAft>
              <a:buSzPts val="1200"/>
              <a:buChar char="■"/>
              <a:defRPr/>
            </a:lvl9pPr>
          </a:lstStyle>
          <a:p>
            <a:endParaRPr/>
          </a:p>
        </p:txBody>
      </p:sp>
      <p:sp>
        <p:nvSpPr>
          <p:cNvPr id="2045" name="Google Shape;2045;p41"/>
          <p:cNvSpPr txBox="1">
            <a:spLocks noGrp="1"/>
          </p:cNvSpPr>
          <p:nvPr>
            <p:ph type="subTitle" idx="3"/>
          </p:nvPr>
        </p:nvSpPr>
        <p:spPr>
          <a:xfrm>
            <a:off x="3134180" y="2939574"/>
            <a:ext cx="38406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046" name="Google Shape;2046;p41"/>
          <p:cNvSpPr txBox="1">
            <a:spLocks noGrp="1"/>
          </p:cNvSpPr>
          <p:nvPr>
            <p:ph type="subTitle" idx="4"/>
          </p:nvPr>
        </p:nvSpPr>
        <p:spPr>
          <a:xfrm>
            <a:off x="3134180" y="3306704"/>
            <a:ext cx="3840300" cy="73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200"/>
              <a:buChar char="○"/>
              <a:defRPr/>
            </a:lvl2pPr>
            <a:lvl3pPr lvl="2" rtl="0">
              <a:spcBef>
                <a:spcPts val="1600"/>
              </a:spcBef>
              <a:spcAft>
                <a:spcPts val="0"/>
              </a:spcAft>
              <a:buSzPts val="1200"/>
              <a:buChar char="■"/>
              <a:defRPr/>
            </a:lvl3pPr>
            <a:lvl4pPr lvl="3" rtl="0">
              <a:spcBef>
                <a:spcPts val="1600"/>
              </a:spcBef>
              <a:spcAft>
                <a:spcPts val="0"/>
              </a:spcAft>
              <a:buSzPts val="1200"/>
              <a:buChar char="●"/>
              <a:defRPr/>
            </a:lvl4pPr>
            <a:lvl5pPr lvl="4" rtl="0">
              <a:spcBef>
                <a:spcPts val="1600"/>
              </a:spcBef>
              <a:spcAft>
                <a:spcPts val="0"/>
              </a:spcAft>
              <a:buSzPts val="1200"/>
              <a:buChar char="○"/>
              <a:defRPr/>
            </a:lvl5pPr>
            <a:lvl6pPr lvl="5" rtl="0">
              <a:spcBef>
                <a:spcPts val="1600"/>
              </a:spcBef>
              <a:spcAft>
                <a:spcPts val="0"/>
              </a:spcAft>
              <a:buSzPts val="1200"/>
              <a:buChar char="■"/>
              <a:defRPr/>
            </a:lvl6pPr>
            <a:lvl7pPr lvl="6" rtl="0">
              <a:spcBef>
                <a:spcPts val="1600"/>
              </a:spcBef>
              <a:spcAft>
                <a:spcPts val="0"/>
              </a:spcAft>
              <a:buSzPts val="1200"/>
              <a:buChar char="●"/>
              <a:defRPr/>
            </a:lvl7pPr>
            <a:lvl8pPr lvl="7" rtl="0">
              <a:spcBef>
                <a:spcPts val="1600"/>
              </a:spcBef>
              <a:spcAft>
                <a:spcPts val="0"/>
              </a:spcAft>
              <a:buSzPts val="1200"/>
              <a:buChar char="○"/>
              <a:defRPr/>
            </a:lvl8pPr>
            <a:lvl9pPr lvl="8" rtl="0">
              <a:spcBef>
                <a:spcPts val="1600"/>
              </a:spcBef>
              <a:spcAft>
                <a:spcPts val="1600"/>
              </a:spcAft>
              <a:buSzPts val="1200"/>
              <a:buChar char="■"/>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two columns 5">
  <p:cSld name="CUSTOM_1_1_1_1_1_1_1_1_1_1_1_1_1">
    <p:spTree>
      <p:nvGrpSpPr>
        <p:cNvPr id="1" name="Shape 2047"/>
        <p:cNvGrpSpPr/>
        <p:nvPr/>
      </p:nvGrpSpPr>
      <p:grpSpPr>
        <a:xfrm>
          <a:off x="0" y="0"/>
          <a:ext cx="0" cy="0"/>
          <a:chOff x="0" y="0"/>
          <a:chExt cx="0" cy="0"/>
        </a:xfrm>
      </p:grpSpPr>
      <p:grpSp>
        <p:nvGrpSpPr>
          <p:cNvPr id="2048" name="Google Shape;2048;p42"/>
          <p:cNvGrpSpPr/>
          <p:nvPr/>
        </p:nvGrpSpPr>
        <p:grpSpPr>
          <a:xfrm>
            <a:off x="7485508" y="4599423"/>
            <a:ext cx="987293" cy="324364"/>
            <a:chOff x="5694208" y="9209048"/>
            <a:chExt cx="987293" cy="324364"/>
          </a:xfrm>
        </p:grpSpPr>
        <p:sp>
          <p:nvSpPr>
            <p:cNvPr id="2049" name="Google Shape;2049;p42"/>
            <p:cNvSpPr/>
            <p:nvPr/>
          </p:nvSpPr>
          <p:spPr>
            <a:xfrm>
              <a:off x="6064540" y="932548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42"/>
            <p:cNvSpPr/>
            <p:nvPr/>
          </p:nvSpPr>
          <p:spPr>
            <a:xfrm>
              <a:off x="5694208" y="9448789"/>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42"/>
            <p:cNvSpPr/>
            <p:nvPr/>
          </p:nvSpPr>
          <p:spPr>
            <a:xfrm>
              <a:off x="6621626" y="9209048"/>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52" name="Google Shape;2052;p42"/>
          <p:cNvSpPr/>
          <p:nvPr/>
        </p:nvSpPr>
        <p:spPr>
          <a:xfrm rot="-5400000">
            <a:off x="7033096" y="-403711"/>
            <a:ext cx="1707214" cy="2514607"/>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42"/>
          <p:cNvSpPr/>
          <p:nvPr/>
        </p:nvSpPr>
        <p:spPr>
          <a:xfrm flipH="1">
            <a:off x="34" y="3181350"/>
            <a:ext cx="1332091" cy="1962258"/>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54" name="Google Shape;2054;p42"/>
          <p:cNvGrpSpPr/>
          <p:nvPr/>
        </p:nvGrpSpPr>
        <p:grpSpPr>
          <a:xfrm flipH="1">
            <a:off x="190497" y="294520"/>
            <a:ext cx="2270722" cy="1272963"/>
            <a:chOff x="5158247" y="5768045"/>
            <a:chExt cx="2270722" cy="1272963"/>
          </a:xfrm>
        </p:grpSpPr>
        <p:sp>
          <p:nvSpPr>
            <p:cNvPr id="2055" name="Google Shape;2055;p42"/>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42"/>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42"/>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42"/>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42"/>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42"/>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61" name="Google Shape;2061;p42"/>
          <p:cNvSpPr txBox="1">
            <a:spLocks noGrp="1"/>
          </p:cNvSpPr>
          <p:nvPr>
            <p:ph type="subTitle" idx="1"/>
          </p:nvPr>
        </p:nvSpPr>
        <p:spPr>
          <a:xfrm>
            <a:off x="2226582" y="1208387"/>
            <a:ext cx="56607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062" name="Google Shape;2062;p42"/>
          <p:cNvSpPr txBox="1">
            <a:spLocks noGrp="1"/>
          </p:cNvSpPr>
          <p:nvPr>
            <p:ph type="subTitle" idx="2"/>
          </p:nvPr>
        </p:nvSpPr>
        <p:spPr>
          <a:xfrm>
            <a:off x="2226582" y="1575518"/>
            <a:ext cx="5660700" cy="73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200"/>
              <a:buChar char="○"/>
              <a:defRPr/>
            </a:lvl2pPr>
            <a:lvl3pPr lvl="2" rtl="0">
              <a:spcBef>
                <a:spcPts val="1600"/>
              </a:spcBef>
              <a:spcAft>
                <a:spcPts val="0"/>
              </a:spcAft>
              <a:buSzPts val="1200"/>
              <a:buChar char="■"/>
              <a:defRPr/>
            </a:lvl3pPr>
            <a:lvl4pPr lvl="3" rtl="0">
              <a:spcBef>
                <a:spcPts val="1600"/>
              </a:spcBef>
              <a:spcAft>
                <a:spcPts val="0"/>
              </a:spcAft>
              <a:buSzPts val="1200"/>
              <a:buChar char="●"/>
              <a:defRPr/>
            </a:lvl4pPr>
            <a:lvl5pPr lvl="4" rtl="0">
              <a:spcBef>
                <a:spcPts val="1600"/>
              </a:spcBef>
              <a:spcAft>
                <a:spcPts val="0"/>
              </a:spcAft>
              <a:buSzPts val="1200"/>
              <a:buChar char="○"/>
              <a:defRPr/>
            </a:lvl5pPr>
            <a:lvl6pPr lvl="5" rtl="0">
              <a:spcBef>
                <a:spcPts val="1600"/>
              </a:spcBef>
              <a:spcAft>
                <a:spcPts val="0"/>
              </a:spcAft>
              <a:buSzPts val="1200"/>
              <a:buChar char="■"/>
              <a:defRPr/>
            </a:lvl6pPr>
            <a:lvl7pPr lvl="6" rtl="0">
              <a:spcBef>
                <a:spcPts val="1600"/>
              </a:spcBef>
              <a:spcAft>
                <a:spcPts val="0"/>
              </a:spcAft>
              <a:buSzPts val="1200"/>
              <a:buChar char="●"/>
              <a:defRPr/>
            </a:lvl7pPr>
            <a:lvl8pPr lvl="7" rtl="0">
              <a:spcBef>
                <a:spcPts val="1600"/>
              </a:spcBef>
              <a:spcAft>
                <a:spcPts val="0"/>
              </a:spcAft>
              <a:buSzPts val="1200"/>
              <a:buChar char="○"/>
              <a:defRPr/>
            </a:lvl8pPr>
            <a:lvl9pPr lvl="8" rtl="0">
              <a:spcBef>
                <a:spcPts val="1600"/>
              </a:spcBef>
              <a:spcAft>
                <a:spcPts val="1600"/>
              </a:spcAft>
              <a:buSzPts val="1200"/>
              <a:buChar char="■"/>
              <a:defRPr/>
            </a:lvl9pPr>
          </a:lstStyle>
          <a:p>
            <a:endParaRPr/>
          </a:p>
        </p:txBody>
      </p:sp>
      <p:sp>
        <p:nvSpPr>
          <p:cNvPr id="2063" name="Google Shape;2063;p42"/>
          <p:cNvSpPr txBox="1">
            <a:spLocks noGrp="1"/>
          </p:cNvSpPr>
          <p:nvPr>
            <p:ph type="subTitle" idx="3"/>
          </p:nvPr>
        </p:nvSpPr>
        <p:spPr>
          <a:xfrm flipH="1">
            <a:off x="2224774" y="2836582"/>
            <a:ext cx="56607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064" name="Google Shape;2064;p42"/>
          <p:cNvSpPr txBox="1">
            <a:spLocks noGrp="1"/>
          </p:cNvSpPr>
          <p:nvPr>
            <p:ph type="subTitle" idx="4"/>
          </p:nvPr>
        </p:nvSpPr>
        <p:spPr>
          <a:xfrm flipH="1">
            <a:off x="2225374" y="3203713"/>
            <a:ext cx="5660100" cy="73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200"/>
              <a:buChar char="○"/>
              <a:defRPr/>
            </a:lvl2pPr>
            <a:lvl3pPr lvl="2" rtl="0">
              <a:spcBef>
                <a:spcPts val="1600"/>
              </a:spcBef>
              <a:spcAft>
                <a:spcPts val="0"/>
              </a:spcAft>
              <a:buSzPts val="1200"/>
              <a:buChar char="■"/>
              <a:defRPr/>
            </a:lvl3pPr>
            <a:lvl4pPr lvl="3" rtl="0">
              <a:spcBef>
                <a:spcPts val="1600"/>
              </a:spcBef>
              <a:spcAft>
                <a:spcPts val="0"/>
              </a:spcAft>
              <a:buSzPts val="1200"/>
              <a:buChar char="●"/>
              <a:defRPr/>
            </a:lvl4pPr>
            <a:lvl5pPr lvl="4" rtl="0">
              <a:spcBef>
                <a:spcPts val="1600"/>
              </a:spcBef>
              <a:spcAft>
                <a:spcPts val="0"/>
              </a:spcAft>
              <a:buSzPts val="1200"/>
              <a:buChar char="○"/>
              <a:defRPr/>
            </a:lvl5pPr>
            <a:lvl6pPr lvl="5" rtl="0">
              <a:spcBef>
                <a:spcPts val="1600"/>
              </a:spcBef>
              <a:spcAft>
                <a:spcPts val="0"/>
              </a:spcAft>
              <a:buSzPts val="1200"/>
              <a:buChar char="■"/>
              <a:defRPr/>
            </a:lvl6pPr>
            <a:lvl7pPr lvl="6" rtl="0">
              <a:spcBef>
                <a:spcPts val="1600"/>
              </a:spcBef>
              <a:spcAft>
                <a:spcPts val="0"/>
              </a:spcAft>
              <a:buSzPts val="1200"/>
              <a:buChar char="●"/>
              <a:defRPr/>
            </a:lvl7pPr>
            <a:lvl8pPr lvl="7" rtl="0">
              <a:spcBef>
                <a:spcPts val="1600"/>
              </a:spcBef>
              <a:spcAft>
                <a:spcPts val="0"/>
              </a:spcAft>
              <a:buSzPts val="1200"/>
              <a:buChar char="○"/>
              <a:defRPr/>
            </a:lvl8pPr>
            <a:lvl9pPr lvl="8" rtl="0">
              <a:spcBef>
                <a:spcPts val="1600"/>
              </a:spcBef>
              <a:spcAft>
                <a:spcPts val="1600"/>
              </a:spcAft>
              <a:buSzPts val="1200"/>
              <a:buChar char="■"/>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two columns 6">
  <p:cSld name="CUSTOM_1_1_1_1_1_1_1_1_1_1_1_1_1_1">
    <p:spTree>
      <p:nvGrpSpPr>
        <p:cNvPr id="1" name="Shape 2065"/>
        <p:cNvGrpSpPr/>
        <p:nvPr/>
      </p:nvGrpSpPr>
      <p:grpSpPr>
        <a:xfrm>
          <a:off x="0" y="0"/>
          <a:ext cx="0" cy="0"/>
          <a:chOff x="0" y="0"/>
          <a:chExt cx="0" cy="0"/>
        </a:xfrm>
      </p:grpSpPr>
      <p:grpSp>
        <p:nvGrpSpPr>
          <p:cNvPr id="2066" name="Google Shape;2066;p43"/>
          <p:cNvGrpSpPr/>
          <p:nvPr/>
        </p:nvGrpSpPr>
        <p:grpSpPr>
          <a:xfrm>
            <a:off x="7485508" y="4599423"/>
            <a:ext cx="987293" cy="324364"/>
            <a:chOff x="5694208" y="9209048"/>
            <a:chExt cx="987293" cy="324364"/>
          </a:xfrm>
        </p:grpSpPr>
        <p:sp>
          <p:nvSpPr>
            <p:cNvPr id="2067" name="Google Shape;2067;p43"/>
            <p:cNvSpPr/>
            <p:nvPr/>
          </p:nvSpPr>
          <p:spPr>
            <a:xfrm>
              <a:off x="6064540" y="932548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43"/>
            <p:cNvSpPr/>
            <p:nvPr/>
          </p:nvSpPr>
          <p:spPr>
            <a:xfrm>
              <a:off x="5694208" y="9448789"/>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43"/>
            <p:cNvSpPr/>
            <p:nvPr/>
          </p:nvSpPr>
          <p:spPr>
            <a:xfrm>
              <a:off x="6621626" y="9209048"/>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70" name="Google Shape;2070;p43"/>
          <p:cNvSpPr/>
          <p:nvPr/>
        </p:nvSpPr>
        <p:spPr>
          <a:xfrm rot="-5400000">
            <a:off x="7033096" y="-403711"/>
            <a:ext cx="1707214" cy="2514607"/>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43"/>
          <p:cNvSpPr/>
          <p:nvPr/>
        </p:nvSpPr>
        <p:spPr>
          <a:xfrm flipH="1">
            <a:off x="34" y="3181350"/>
            <a:ext cx="1332091" cy="1962258"/>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72" name="Google Shape;2072;p43"/>
          <p:cNvGrpSpPr/>
          <p:nvPr/>
        </p:nvGrpSpPr>
        <p:grpSpPr>
          <a:xfrm flipH="1">
            <a:off x="190497" y="294520"/>
            <a:ext cx="2270722" cy="1272963"/>
            <a:chOff x="5158247" y="5768045"/>
            <a:chExt cx="2270722" cy="1272963"/>
          </a:xfrm>
        </p:grpSpPr>
        <p:sp>
          <p:nvSpPr>
            <p:cNvPr id="2073" name="Google Shape;2073;p43"/>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43"/>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43"/>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43"/>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43"/>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43"/>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79" name="Google Shape;2079;p43"/>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2080" name="Google Shape;2080;p43"/>
          <p:cNvSpPr txBox="1">
            <a:spLocks noGrp="1"/>
          </p:cNvSpPr>
          <p:nvPr>
            <p:ph type="subTitle" idx="1"/>
          </p:nvPr>
        </p:nvSpPr>
        <p:spPr>
          <a:xfrm>
            <a:off x="713225" y="1526998"/>
            <a:ext cx="3840600" cy="295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200"/>
              <a:buChar char="○"/>
              <a:defRPr/>
            </a:lvl2pPr>
            <a:lvl3pPr lvl="2" rtl="0">
              <a:spcBef>
                <a:spcPts val="1600"/>
              </a:spcBef>
              <a:spcAft>
                <a:spcPts val="0"/>
              </a:spcAft>
              <a:buSzPts val="1200"/>
              <a:buChar char="■"/>
              <a:defRPr/>
            </a:lvl3pPr>
            <a:lvl4pPr lvl="3" rtl="0">
              <a:spcBef>
                <a:spcPts val="1600"/>
              </a:spcBef>
              <a:spcAft>
                <a:spcPts val="0"/>
              </a:spcAft>
              <a:buSzPts val="1200"/>
              <a:buChar char="●"/>
              <a:defRPr/>
            </a:lvl4pPr>
            <a:lvl5pPr lvl="4" rtl="0">
              <a:spcBef>
                <a:spcPts val="1600"/>
              </a:spcBef>
              <a:spcAft>
                <a:spcPts val="0"/>
              </a:spcAft>
              <a:buSzPts val="1200"/>
              <a:buChar char="○"/>
              <a:defRPr/>
            </a:lvl5pPr>
            <a:lvl6pPr lvl="5" rtl="0">
              <a:spcBef>
                <a:spcPts val="1600"/>
              </a:spcBef>
              <a:spcAft>
                <a:spcPts val="0"/>
              </a:spcAft>
              <a:buSzPts val="1200"/>
              <a:buChar char="■"/>
              <a:defRPr/>
            </a:lvl6pPr>
            <a:lvl7pPr lvl="6" rtl="0">
              <a:spcBef>
                <a:spcPts val="1600"/>
              </a:spcBef>
              <a:spcAft>
                <a:spcPts val="0"/>
              </a:spcAft>
              <a:buSzPts val="1200"/>
              <a:buChar char="●"/>
              <a:defRPr/>
            </a:lvl7pPr>
            <a:lvl8pPr lvl="7" rtl="0">
              <a:spcBef>
                <a:spcPts val="1600"/>
              </a:spcBef>
              <a:spcAft>
                <a:spcPts val="0"/>
              </a:spcAft>
              <a:buSzPts val="1200"/>
              <a:buChar char="○"/>
              <a:defRPr/>
            </a:lvl8pPr>
            <a:lvl9pPr lvl="8" rtl="0">
              <a:spcBef>
                <a:spcPts val="1600"/>
              </a:spcBef>
              <a:spcAft>
                <a:spcPts val="1600"/>
              </a:spcAft>
              <a:buSzPts val="1200"/>
              <a:buChar char="■"/>
              <a:defRPr/>
            </a:lvl9pPr>
          </a:lstStyle>
          <a:p>
            <a:endParaRPr/>
          </a:p>
        </p:txBody>
      </p:sp>
      <p:sp>
        <p:nvSpPr>
          <p:cNvPr id="2081" name="Google Shape;2081;p43"/>
          <p:cNvSpPr txBox="1">
            <a:spLocks noGrp="1"/>
          </p:cNvSpPr>
          <p:nvPr>
            <p:ph type="subTitle" idx="2"/>
          </p:nvPr>
        </p:nvSpPr>
        <p:spPr>
          <a:xfrm>
            <a:off x="4572125" y="1526998"/>
            <a:ext cx="3840300" cy="295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200"/>
              <a:buChar char="○"/>
              <a:defRPr/>
            </a:lvl2pPr>
            <a:lvl3pPr lvl="2" rtl="0">
              <a:spcBef>
                <a:spcPts val="1600"/>
              </a:spcBef>
              <a:spcAft>
                <a:spcPts val="0"/>
              </a:spcAft>
              <a:buSzPts val="1200"/>
              <a:buChar char="■"/>
              <a:defRPr/>
            </a:lvl3pPr>
            <a:lvl4pPr lvl="3" rtl="0">
              <a:spcBef>
                <a:spcPts val="1600"/>
              </a:spcBef>
              <a:spcAft>
                <a:spcPts val="0"/>
              </a:spcAft>
              <a:buSzPts val="1200"/>
              <a:buChar char="●"/>
              <a:defRPr/>
            </a:lvl4pPr>
            <a:lvl5pPr lvl="4" rtl="0">
              <a:spcBef>
                <a:spcPts val="1600"/>
              </a:spcBef>
              <a:spcAft>
                <a:spcPts val="0"/>
              </a:spcAft>
              <a:buSzPts val="1200"/>
              <a:buChar char="○"/>
              <a:defRPr/>
            </a:lvl5pPr>
            <a:lvl6pPr lvl="5" rtl="0">
              <a:spcBef>
                <a:spcPts val="1600"/>
              </a:spcBef>
              <a:spcAft>
                <a:spcPts val="0"/>
              </a:spcAft>
              <a:buSzPts val="1200"/>
              <a:buChar char="■"/>
              <a:defRPr/>
            </a:lvl6pPr>
            <a:lvl7pPr lvl="6" rtl="0">
              <a:spcBef>
                <a:spcPts val="1600"/>
              </a:spcBef>
              <a:spcAft>
                <a:spcPts val="0"/>
              </a:spcAft>
              <a:buSzPts val="1200"/>
              <a:buChar char="●"/>
              <a:defRPr/>
            </a:lvl7pPr>
            <a:lvl8pPr lvl="7" rtl="0">
              <a:spcBef>
                <a:spcPts val="1600"/>
              </a:spcBef>
              <a:spcAft>
                <a:spcPts val="0"/>
              </a:spcAft>
              <a:buSzPts val="1200"/>
              <a:buChar char="○"/>
              <a:defRPr/>
            </a:lvl8pPr>
            <a:lvl9pPr lvl="8" rtl="0">
              <a:spcBef>
                <a:spcPts val="1600"/>
              </a:spcBef>
              <a:spcAft>
                <a:spcPts val="1600"/>
              </a:spcAft>
              <a:buSzPts val="1200"/>
              <a:buChar char="■"/>
              <a:defRPr/>
            </a:lvl9pPr>
          </a:lstStyle>
          <a:p>
            <a:endParaRPr/>
          </a:p>
        </p:txBody>
      </p:sp>
      <p:sp>
        <p:nvSpPr>
          <p:cNvPr id="2082" name="Google Shape;2082;p43"/>
          <p:cNvSpPr txBox="1">
            <a:spLocks noGrp="1"/>
          </p:cNvSpPr>
          <p:nvPr>
            <p:ph type="subTitle" idx="3"/>
          </p:nvPr>
        </p:nvSpPr>
        <p:spPr>
          <a:xfrm>
            <a:off x="713225" y="1087100"/>
            <a:ext cx="7717500" cy="370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Char char="●"/>
              <a:defRPr sz="1400"/>
            </a:lvl1pPr>
            <a:lvl2pPr lvl="1" rtl="0">
              <a:spcBef>
                <a:spcPts val="0"/>
              </a:spcBef>
              <a:spcAft>
                <a:spcPts val="0"/>
              </a:spcAft>
              <a:buSzPts val="1200"/>
              <a:buChar char="○"/>
              <a:defRPr/>
            </a:lvl2pPr>
            <a:lvl3pPr lvl="2" rtl="0">
              <a:spcBef>
                <a:spcPts val="1600"/>
              </a:spcBef>
              <a:spcAft>
                <a:spcPts val="0"/>
              </a:spcAft>
              <a:buSzPts val="1200"/>
              <a:buChar char="■"/>
              <a:defRPr/>
            </a:lvl3pPr>
            <a:lvl4pPr lvl="3" rtl="0">
              <a:spcBef>
                <a:spcPts val="1600"/>
              </a:spcBef>
              <a:spcAft>
                <a:spcPts val="0"/>
              </a:spcAft>
              <a:buSzPts val="1200"/>
              <a:buChar char="●"/>
              <a:defRPr/>
            </a:lvl4pPr>
            <a:lvl5pPr lvl="4" rtl="0">
              <a:spcBef>
                <a:spcPts val="1600"/>
              </a:spcBef>
              <a:spcAft>
                <a:spcPts val="0"/>
              </a:spcAft>
              <a:buSzPts val="1200"/>
              <a:buChar char="○"/>
              <a:defRPr/>
            </a:lvl5pPr>
            <a:lvl6pPr lvl="5" rtl="0">
              <a:spcBef>
                <a:spcPts val="1600"/>
              </a:spcBef>
              <a:spcAft>
                <a:spcPts val="0"/>
              </a:spcAft>
              <a:buSzPts val="1200"/>
              <a:buChar char="■"/>
              <a:defRPr/>
            </a:lvl6pPr>
            <a:lvl7pPr lvl="6" rtl="0">
              <a:spcBef>
                <a:spcPts val="1600"/>
              </a:spcBef>
              <a:spcAft>
                <a:spcPts val="0"/>
              </a:spcAft>
              <a:buSzPts val="1200"/>
              <a:buChar char="●"/>
              <a:defRPr/>
            </a:lvl7pPr>
            <a:lvl8pPr lvl="7" rtl="0">
              <a:spcBef>
                <a:spcPts val="1600"/>
              </a:spcBef>
              <a:spcAft>
                <a:spcPts val="0"/>
              </a:spcAft>
              <a:buSzPts val="1200"/>
              <a:buChar char="○"/>
              <a:defRPr/>
            </a:lvl8pPr>
            <a:lvl9pPr lvl="8" rtl="0">
              <a:spcBef>
                <a:spcPts val="1600"/>
              </a:spcBef>
              <a:spcAft>
                <a:spcPts val="1600"/>
              </a:spcAft>
              <a:buSzPts val="1200"/>
              <a:buChar char="■"/>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text">
  <p:cSld name="CUSTOM_2_1">
    <p:spTree>
      <p:nvGrpSpPr>
        <p:cNvPr id="1" name="Shape 2083"/>
        <p:cNvGrpSpPr/>
        <p:nvPr/>
      </p:nvGrpSpPr>
      <p:grpSpPr>
        <a:xfrm>
          <a:off x="0" y="0"/>
          <a:ext cx="0" cy="0"/>
          <a:chOff x="0" y="0"/>
          <a:chExt cx="0" cy="0"/>
        </a:xfrm>
      </p:grpSpPr>
      <p:sp>
        <p:nvSpPr>
          <p:cNvPr id="2084" name="Google Shape;2084;p44"/>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atin typeface="Nunito"/>
                <a:ea typeface="Nunito"/>
                <a:cs typeface="Nunito"/>
                <a:sym typeface="Nunito"/>
              </a:defRPr>
            </a:lvl2pPr>
            <a:lvl3pPr lvl="2" rtl="0">
              <a:spcBef>
                <a:spcPts val="0"/>
              </a:spcBef>
              <a:spcAft>
                <a:spcPts val="0"/>
              </a:spcAft>
              <a:buSzPts val="2800"/>
              <a:buNone/>
              <a:defRPr>
                <a:latin typeface="Nunito"/>
                <a:ea typeface="Nunito"/>
                <a:cs typeface="Nunito"/>
                <a:sym typeface="Nunito"/>
              </a:defRPr>
            </a:lvl3pPr>
            <a:lvl4pPr lvl="3" rtl="0">
              <a:spcBef>
                <a:spcPts val="0"/>
              </a:spcBef>
              <a:spcAft>
                <a:spcPts val="0"/>
              </a:spcAft>
              <a:buSzPts val="2800"/>
              <a:buNone/>
              <a:defRPr>
                <a:latin typeface="Nunito"/>
                <a:ea typeface="Nunito"/>
                <a:cs typeface="Nunito"/>
                <a:sym typeface="Nunito"/>
              </a:defRPr>
            </a:lvl4pPr>
            <a:lvl5pPr lvl="4" rtl="0">
              <a:spcBef>
                <a:spcPts val="0"/>
              </a:spcBef>
              <a:spcAft>
                <a:spcPts val="0"/>
              </a:spcAft>
              <a:buSzPts val="2800"/>
              <a:buNone/>
              <a:defRPr>
                <a:latin typeface="Nunito"/>
                <a:ea typeface="Nunito"/>
                <a:cs typeface="Nunito"/>
                <a:sym typeface="Nunito"/>
              </a:defRPr>
            </a:lvl5pPr>
            <a:lvl6pPr lvl="5" rtl="0">
              <a:spcBef>
                <a:spcPts val="0"/>
              </a:spcBef>
              <a:spcAft>
                <a:spcPts val="0"/>
              </a:spcAft>
              <a:buSzPts val="2800"/>
              <a:buNone/>
              <a:defRPr>
                <a:latin typeface="Nunito"/>
                <a:ea typeface="Nunito"/>
                <a:cs typeface="Nunito"/>
                <a:sym typeface="Nunito"/>
              </a:defRPr>
            </a:lvl6pPr>
            <a:lvl7pPr lvl="6" rtl="0">
              <a:spcBef>
                <a:spcPts val="0"/>
              </a:spcBef>
              <a:spcAft>
                <a:spcPts val="0"/>
              </a:spcAft>
              <a:buSzPts val="2800"/>
              <a:buNone/>
              <a:defRPr>
                <a:latin typeface="Nunito"/>
                <a:ea typeface="Nunito"/>
                <a:cs typeface="Nunito"/>
                <a:sym typeface="Nunito"/>
              </a:defRPr>
            </a:lvl7pPr>
            <a:lvl8pPr lvl="7" rtl="0">
              <a:spcBef>
                <a:spcPts val="0"/>
              </a:spcBef>
              <a:spcAft>
                <a:spcPts val="0"/>
              </a:spcAft>
              <a:buSzPts val="2800"/>
              <a:buNone/>
              <a:defRPr>
                <a:latin typeface="Nunito"/>
                <a:ea typeface="Nunito"/>
                <a:cs typeface="Nunito"/>
                <a:sym typeface="Nunito"/>
              </a:defRPr>
            </a:lvl8pPr>
            <a:lvl9pPr lvl="8" rtl="0">
              <a:spcBef>
                <a:spcPts val="0"/>
              </a:spcBef>
              <a:spcAft>
                <a:spcPts val="0"/>
              </a:spcAft>
              <a:buSzPts val="2800"/>
              <a:buNone/>
              <a:defRPr>
                <a:latin typeface="Nunito"/>
                <a:ea typeface="Nunito"/>
                <a:cs typeface="Nunito"/>
                <a:sym typeface="Nunito"/>
              </a:defRPr>
            </a:lvl9pPr>
          </a:lstStyle>
          <a:p>
            <a:endParaRPr/>
          </a:p>
        </p:txBody>
      </p:sp>
      <p:grpSp>
        <p:nvGrpSpPr>
          <p:cNvPr id="2085" name="Google Shape;2085;p44"/>
          <p:cNvGrpSpPr/>
          <p:nvPr/>
        </p:nvGrpSpPr>
        <p:grpSpPr>
          <a:xfrm>
            <a:off x="6873272" y="4066120"/>
            <a:ext cx="2270722" cy="1272963"/>
            <a:chOff x="5158247" y="5768045"/>
            <a:chExt cx="2270722" cy="1272963"/>
          </a:xfrm>
        </p:grpSpPr>
        <p:sp>
          <p:nvSpPr>
            <p:cNvPr id="2086" name="Google Shape;2086;p44"/>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44"/>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44"/>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44"/>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44"/>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44"/>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92" name="Google Shape;2092;p44"/>
          <p:cNvGrpSpPr/>
          <p:nvPr/>
        </p:nvGrpSpPr>
        <p:grpSpPr>
          <a:xfrm flipH="1">
            <a:off x="6873272" y="-5"/>
            <a:ext cx="2270722" cy="1272963"/>
            <a:chOff x="5158247" y="5768045"/>
            <a:chExt cx="2270722" cy="1272963"/>
          </a:xfrm>
        </p:grpSpPr>
        <p:sp>
          <p:nvSpPr>
            <p:cNvPr id="2093" name="Google Shape;2093;p44"/>
            <p:cNvSpPr/>
            <p:nvPr/>
          </p:nvSpPr>
          <p:spPr>
            <a:xfrm>
              <a:off x="55546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44"/>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44"/>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44"/>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44"/>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44"/>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99" name="Google Shape;2099;p44"/>
          <p:cNvSpPr/>
          <p:nvPr/>
        </p:nvSpPr>
        <p:spPr>
          <a:xfrm>
            <a:off x="6115050" y="3258175"/>
            <a:ext cx="3028907" cy="1885295"/>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44"/>
          <p:cNvSpPr/>
          <p:nvPr/>
        </p:nvSpPr>
        <p:spPr>
          <a:xfrm>
            <a:off x="0" y="0"/>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44"/>
          <p:cNvSpPr txBox="1">
            <a:spLocks noGrp="1"/>
          </p:cNvSpPr>
          <p:nvPr>
            <p:ph type="subTitle" idx="1"/>
          </p:nvPr>
        </p:nvSpPr>
        <p:spPr>
          <a:xfrm>
            <a:off x="1152525" y="2030000"/>
            <a:ext cx="2943000" cy="13620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800"/>
              <a:buNone/>
              <a:defRPr sz="1500"/>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text 1">
  <p:cSld name="CUSTOM_2_1_1">
    <p:spTree>
      <p:nvGrpSpPr>
        <p:cNvPr id="1" name="Shape 2102"/>
        <p:cNvGrpSpPr/>
        <p:nvPr/>
      </p:nvGrpSpPr>
      <p:grpSpPr>
        <a:xfrm>
          <a:off x="0" y="0"/>
          <a:ext cx="0" cy="0"/>
          <a:chOff x="0" y="0"/>
          <a:chExt cx="0" cy="0"/>
        </a:xfrm>
      </p:grpSpPr>
      <p:sp>
        <p:nvSpPr>
          <p:cNvPr id="2103" name="Google Shape;2103;p45"/>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atin typeface="Nunito"/>
                <a:ea typeface="Nunito"/>
                <a:cs typeface="Nunito"/>
                <a:sym typeface="Nunito"/>
              </a:defRPr>
            </a:lvl2pPr>
            <a:lvl3pPr lvl="2" rtl="0">
              <a:spcBef>
                <a:spcPts val="0"/>
              </a:spcBef>
              <a:spcAft>
                <a:spcPts val="0"/>
              </a:spcAft>
              <a:buSzPts val="2800"/>
              <a:buNone/>
              <a:defRPr>
                <a:latin typeface="Nunito"/>
                <a:ea typeface="Nunito"/>
                <a:cs typeface="Nunito"/>
                <a:sym typeface="Nunito"/>
              </a:defRPr>
            </a:lvl3pPr>
            <a:lvl4pPr lvl="3" rtl="0">
              <a:spcBef>
                <a:spcPts val="0"/>
              </a:spcBef>
              <a:spcAft>
                <a:spcPts val="0"/>
              </a:spcAft>
              <a:buSzPts val="2800"/>
              <a:buNone/>
              <a:defRPr>
                <a:latin typeface="Nunito"/>
                <a:ea typeface="Nunito"/>
                <a:cs typeface="Nunito"/>
                <a:sym typeface="Nunito"/>
              </a:defRPr>
            </a:lvl4pPr>
            <a:lvl5pPr lvl="4" rtl="0">
              <a:spcBef>
                <a:spcPts val="0"/>
              </a:spcBef>
              <a:spcAft>
                <a:spcPts val="0"/>
              </a:spcAft>
              <a:buSzPts val="2800"/>
              <a:buNone/>
              <a:defRPr>
                <a:latin typeface="Nunito"/>
                <a:ea typeface="Nunito"/>
                <a:cs typeface="Nunito"/>
                <a:sym typeface="Nunito"/>
              </a:defRPr>
            </a:lvl5pPr>
            <a:lvl6pPr lvl="5" rtl="0">
              <a:spcBef>
                <a:spcPts val="0"/>
              </a:spcBef>
              <a:spcAft>
                <a:spcPts val="0"/>
              </a:spcAft>
              <a:buSzPts val="2800"/>
              <a:buNone/>
              <a:defRPr>
                <a:latin typeface="Nunito"/>
                <a:ea typeface="Nunito"/>
                <a:cs typeface="Nunito"/>
                <a:sym typeface="Nunito"/>
              </a:defRPr>
            </a:lvl6pPr>
            <a:lvl7pPr lvl="6" rtl="0">
              <a:spcBef>
                <a:spcPts val="0"/>
              </a:spcBef>
              <a:spcAft>
                <a:spcPts val="0"/>
              </a:spcAft>
              <a:buSzPts val="2800"/>
              <a:buNone/>
              <a:defRPr>
                <a:latin typeface="Nunito"/>
                <a:ea typeface="Nunito"/>
                <a:cs typeface="Nunito"/>
                <a:sym typeface="Nunito"/>
              </a:defRPr>
            </a:lvl7pPr>
            <a:lvl8pPr lvl="7" rtl="0">
              <a:spcBef>
                <a:spcPts val="0"/>
              </a:spcBef>
              <a:spcAft>
                <a:spcPts val="0"/>
              </a:spcAft>
              <a:buSzPts val="2800"/>
              <a:buNone/>
              <a:defRPr>
                <a:latin typeface="Nunito"/>
                <a:ea typeface="Nunito"/>
                <a:cs typeface="Nunito"/>
                <a:sym typeface="Nunito"/>
              </a:defRPr>
            </a:lvl8pPr>
            <a:lvl9pPr lvl="8" rtl="0">
              <a:spcBef>
                <a:spcPts val="0"/>
              </a:spcBef>
              <a:spcAft>
                <a:spcPts val="0"/>
              </a:spcAft>
              <a:buSzPts val="2800"/>
              <a:buNone/>
              <a:defRPr>
                <a:latin typeface="Nunito"/>
                <a:ea typeface="Nunito"/>
                <a:cs typeface="Nunito"/>
                <a:sym typeface="Nunito"/>
              </a:defRPr>
            </a:lvl9pPr>
          </a:lstStyle>
          <a:p>
            <a:endParaRPr/>
          </a:p>
        </p:txBody>
      </p:sp>
      <p:grpSp>
        <p:nvGrpSpPr>
          <p:cNvPr id="2104" name="Google Shape;2104;p45"/>
          <p:cNvGrpSpPr/>
          <p:nvPr/>
        </p:nvGrpSpPr>
        <p:grpSpPr>
          <a:xfrm>
            <a:off x="6873272" y="4066120"/>
            <a:ext cx="2101529" cy="1047282"/>
            <a:chOff x="5158247" y="5768045"/>
            <a:chExt cx="2101529" cy="1047282"/>
          </a:xfrm>
        </p:grpSpPr>
        <p:sp>
          <p:nvSpPr>
            <p:cNvPr id="2105" name="Google Shape;2105;p45"/>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45"/>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45"/>
            <p:cNvSpPr/>
            <p:nvPr/>
          </p:nvSpPr>
          <p:spPr>
            <a:xfrm>
              <a:off x="6077128" y="59902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45"/>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45"/>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45"/>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1" name="Google Shape;2111;p45"/>
          <p:cNvGrpSpPr/>
          <p:nvPr/>
        </p:nvGrpSpPr>
        <p:grpSpPr>
          <a:xfrm flipH="1">
            <a:off x="6873272" y="-5"/>
            <a:ext cx="2270722" cy="1272963"/>
            <a:chOff x="5158247" y="5768045"/>
            <a:chExt cx="2270722" cy="1272963"/>
          </a:xfrm>
        </p:grpSpPr>
        <p:sp>
          <p:nvSpPr>
            <p:cNvPr id="2112" name="Google Shape;2112;p45"/>
            <p:cNvSpPr/>
            <p:nvPr/>
          </p:nvSpPr>
          <p:spPr>
            <a:xfrm>
              <a:off x="55546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45"/>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45"/>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45"/>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45"/>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45"/>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18" name="Google Shape;2118;p45"/>
          <p:cNvSpPr/>
          <p:nvPr/>
        </p:nvSpPr>
        <p:spPr>
          <a:xfrm>
            <a:off x="6115050" y="3258175"/>
            <a:ext cx="3028907" cy="1885295"/>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45"/>
          <p:cNvSpPr/>
          <p:nvPr/>
        </p:nvSpPr>
        <p:spPr>
          <a:xfrm>
            <a:off x="0" y="0"/>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45"/>
          <p:cNvSpPr txBox="1">
            <a:spLocks noGrp="1"/>
          </p:cNvSpPr>
          <p:nvPr>
            <p:ph type="subTitle" idx="1"/>
          </p:nvPr>
        </p:nvSpPr>
        <p:spPr>
          <a:xfrm>
            <a:off x="5090800" y="2654313"/>
            <a:ext cx="2943000" cy="914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grpSp>
        <p:nvGrpSpPr>
          <p:cNvPr id="2121" name="Google Shape;2121;p45"/>
          <p:cNvGrpSpPr/>
          <p:nvPr/>
        </p:nvGrpSpPr>
        <p:grpSpPr>
          <a:xfrm rot="-5400000" flipH="1">
            <a:off x="-276095" y="1014409"/>
            <a:ext cx="2471604" cy="1692916"/>
            <a:chOff x="5158247" y="5348091"/>
            <a:chExt cx="2471604" cy="1692916"/>
          </a:xfrm>
        </p:grpSpPr>
        <p:sp>
          <p:nvSpPr>
            <p:cNvPr id="2122" name="Google Shape;2122;p45"/>
            <p:cNvSpPr/>
            <p:nvPr/>
          </p:nvSpPr>
          <p:spPr>
            <a:xfrm>
              <a:off x="7372530" y="534809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45"/>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45"/>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45"/>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45"/>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45"/>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8" name="Google Shape;2128;p45"/>
          <p:cNvGrpSpPr/>
          <p:nvPr/>
        </p:nvGrpSpPr>
        <p:grpSpPr>
          <a:xfrm rot="-5400000">
            <a:off x="3658355" y="-374363"/>
            <a:ext cx="1917076" cy="8645338"/>
            <a:chOff x="6529847" y="5348091"/>
            <a:chExt cx="1917076" cy="8645338"/>
          </a:xfrm>
        </p:grpSpPr>
        <p:sp>
          <p:nvSpPr>
            <p:cNvPr id="2129" name="Google Shape;2129;p45"/>
            <p:cNvSpPr/>
            <p:nvPr/>
          </p:nvSpPr>
          <p:spPr>
            <a:xfrm>
              <a:off x="7372530" y="534809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45"/>
            <p:cNvSpPr/>
            <p:nvPr/>
          </p:nvSpPr>
          <p:spPr>
            <a:xfrm>
              <a:off x="8203405" y="1374999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45"/>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45"/>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45"/>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45"/>
            <p:cNvSpPr/>
            <p:nvPr/>
          </p:nvSpPr>
          <p:spPr>
            <a:xfrm>
              <a:off x="65298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text 2">
  <p:cSld name="CUSTOM_2_1_1_1">
    <p:spTree>
      <p:nvGrpSpPr>
        <p:cNvPr id="1" name="Shape 2135"/>
        <p:cNvGrpSpPr/>
        <p:nvPr/>
      </p:nvGrpSpPr>
      <p:grpSpPr>
        <a:xfrm>
          <a:off x="0" y="0"/>
          <a:ext cx="0" cy="0"/>
          <a:chOff x="0" y="0"/>
          <a:chExt cx="0" cy="0"/>
        </a:xfrm>
      </p:grpSpPr>
      <p:sp>
        <p:nvSpPr>
          <p:cNvPr id="2136" name="Google Shape;2136;p46"/>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atin typeface="Nunito"/>
                <a:ea typeface="Nunito"/>
                <a:cs typeface="Nunito"/>
                <a:sym typeface="Nunito"/>
              </a:defRPr>
            </a:lvl2pPr>
            <a:lvl3pPr lvl="2" rtl="0">
              <a:spcBef>
                <a:spcPts val="0"/>
              </a:spcBef>
              <a:spcAft>
                <a:spcPts val="0"/>
              </a:spcAft>
              <a:buSzPts val="2800"/>
              <a:buNone/>
              <a:defRPr>
                <a:latin typeface="Nunito"/>
                <a:ea typeface="Nunito"/>
                <a:cs typeface="Nunito"/>
                <a:sym typeface="Nunito"/>
              </a:defRPr>
            </a:lvl3pPr>
            <a:lvl4pPr lvl="3" rtl="0">
              <a:spcBef>
                <a:spcPts val="0"/>
              </a:spcBef>
              <a:spcAft>
                <a:spcPts val="0"/>
              </a:spcAft>
              <a:buSzPts val="2800"/>
              <a:buNone/>
              <a:defRPr>
                <a:latin typeface="Nunito"/>
                <a:ea typeface="Nunito"/>
                <a:cs typeface="Nunito"/>
                <a:sym typeface="Nunito"/>
              </a:defRPr>
            </a:lvl4pPr>
            <a:lvl5pPr lvl="4" rtl="0">
              <a:spcBef>
                <a:spcPts val="0"/>
              </a:spcBef>
              <a:spcAft>
                <a:spcPts val="0"/>
              </a:spcAft>
              <a:buSzPts val="2800"/>
              <a:buNone/>
              <a:defRPr>
                <a:latin typeface="Nunito"/>
                <a:ea typeface="Nunito"/>
                <a:cs typeface="Nunito"/>
                <a:sym typeface="Nunito"/>
              </a:defRPr>
            </a:lvl5pPr>
            <a:lvl6pPr lvl="5" rtl="0">
              <a:spcBef>
                <a:spcPts val="0"/>
              </a:spcBef>
              <a:spcAft>
                <a:spcPts val="0"/>
              </a:spcAft>
              <a:buSzPts val="2800"/>
              <a:buNone/>
              <a:defRPr>
                <a:latin typeface="Nunito"/>
                <a:ea typeface="Nunito"/>
                <a:cs typeface="Nunito"/>
                <a:sym typeface="Nunito"/>
              </a:defRPr>
            </a:lvl6pPr>
            <a:lvl7pPr lvl="6" rtl="0">
              <a:spcBef>
                <a:spcPts val="0"/>
              </a:spcBef>
              <a:spcAft>
                <a:spcPts val="0"/>
              </a:spcAft>
              <a:buSzPts val="2800"/>
              <a:buNone/>
              <a:defRPr>
                <a:latin typeface="Nunito"/>
                <a:ea typeface="Nunito"/>
                <a:cs typeface="Nunito"/>
                <a:sym typeface="Nunito"/>
              </a:defRPr>
            </a:lvl7pPr>
            <a:lvl8pPr lvl="7" rtl="0">
              <a:spcBef>
                <a:spcPts val="0"/>
              </a:spcBef>
              <a:spcAft>
                <a:spcPts val="0"/>
              </a:spcAft>
              <a:buSzPts val="2800"/>
              <a:buNone/>
              <a:defRPr>
                <a:latin typeface="Nunito"/>
                <a:ea typeface="Nunito"/>
                <a:cs typeface="Nunito"/>
                <a:sym typeface="Nunito"/>
              </a:defRPr>
            </a:lvl8pPr>
            <a:lvl9pPr lvl="8" rtl="0">
              <a:spcBef>
                <a:spcPts val="0"/>
              </a:spcBef>
              <a:spcAft>
                <a:spcPts val="0"/>
              </a:spcAft>
              <a:buSzPts val="2800"/>
              <a:buNone/>
              <a:defRPr>
                <a:latin typeface="Nunito"/>
                <a:ea typeface="Nunito"/>
                <a:cs typeface="Nunito"/>
                <a:sym typeface="Nunito"/>
              </a:defRPr>
            </a:lvl9pPr>
          </a:lstStyle>
          <a:p>
            <a:endParaRPr/>
          </a:p>
        </p:txBody>
      </p:sp>
      <p:grpSp>
        <p:nvGrpSpPr>
          <p:cNvPr id="2137" name="Google Shape;2137;p46"/>
          <p:cNvGrpSpPr/>
          <p:nvPr/>
        </p:nvGrpSpPr>
        <p:grpSpPr>
          <a:xfrm>
            <a:off x="6873272" y="4066120"/>
            <a:ext cx="2270722" cy="1272963"/>
            <a:chOff x="5158247" y="5768045"/>
            <a:chExt cx="2270722" cy="1272963"/>
          </a:xfrm>
        </p:grpSpPr>
        <p:sp>
          <p:nvSpPr>
            <p:cNvPr id="2138" name="Google Shape;2138;p46"/>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46"/>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46"/>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46"/>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46"/>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46"/>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4" name="Google Shape;2144;p46"/>
          <p:cNvGrpSpPr/>
          <p:nvPr/>
        </p:nvGrpSpPr>
        <p:grpSpPr>
          <a:xfrm flipH="1">
            <a:off x="6873272" y="-5"/>
            <a:ext cx="2270722" cy="1272963"/>
            <a:chOff x="5158247" y="5768045"/>
            <a:chExt cx="2270722" cy="1272963"/>
          </a:xfrm>
        </p:grpSpPr>
        <p:sp>
          <p:nvSpPr>
            <p:cNvPr id="2145" name="Google Shape;2145;p46"/>
            <p:cNvSpPr/>
            <p:nvPr/>
          </p:nvSpPr>
          <p:spPr>
            <a:xfrm>
              <a:off x="55546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46"/>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46"/>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46"/>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46"/>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46"/>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51" name="Google Shape;2151;p46"/>
          <p:cNvSpPr/>
          <p:nvPr/>
        </p:nvSpPr>
        <p:spPr>
          <a:xfrm>
            <a:off x="6115050" y="3258175"/>
            <a:ext cx="3028907" cy="1885295"/>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46"/>
          <p:cNvSpPr/>
          <p:nvPr/>
        </p:nvSpPr>
        <p:spPr>
          <a:xfrm>
            <a:off x="0" y="0"/>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46"/>
          <p:cNvSpPr txBox="1">
            <a:spLocks noGrp="1"/>
          </p:cNvSpPr>
          <p:nvPr>
            <p:ph type="subTitle" idx="1"/>
          </p:nvPr>
        </p:nvSpPr>
        <p:spPr>
          <a:xfrm>
            <a:off x="703800" y="1680075"/>
            <a:ext cx="4630200" cy="2184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Char char="●"/>
              <a:defRPr sz="1400"/>
            </a:lvl1pPr>
            <a:lvl2pPr lvl="1" rtl="0">
              <a:spcBef>
                <a:spcPts val="0"/>
              </a:spcBef>
              <a:spcAft>
                <a:spcPts val="0"/>
              </a:spcAft>
              <a:buSzPts val="1400"/>
              <a:buChar char="○"/>
              <a:defRPr/>
            </a:lvl2pPr>
            <a:lvl3pPr lvl="2" rtl="0">
              <a:spcBef>
                <a:spcPts val="1600"/>
              </a:spcBef>
              <a:spcAft>
                <a:spcPts val="0"/>
              </a:spcAft>
              <a:buSzPts val="1400"/>
              <a:buChar char="■"/>
              <a:defRPr/>
            </a:lvl3pPr>
            <a:lvl4pPr lvl="3" rtl="0">
              <a:spcBef>
                <a:spcPts val="1600"/>
              </a:spcBef>
              <a:spcAft>
                <a:spcPts val="0"/>
              </a:spcAft>
              <a:buSzPts val="1400"/>
              <a:buChar char="●"/>
              <a:defRPr/>
            </a:lvl4pPr>
            <a:lvl5pPr lvl="4" rtl="0">
              <a:spcBef>
                <a:spcPts val="1600"/>
              </a:spcBef>
              <a:spcAft>
                <a:spcPts val="0"/>
              </a:spcAft>
              <a:buSzPts val="1400"/>
              <a:buChar char="○"/>
              <a:defRPr/>
            </a:lvl5pPr>
            <a:lvl6pPr lvl="5" rtl="0">
              <a:spcBef>
                <a:spcPts val="1600"/>
              </a:spcBef>
              <a:spcAft>
                <a:spcPts val="0"/>
              </a:spcAft>
              <a:buSzPts val="1400"/>
              <a:buChar char="■"/>
              <a:defRPr/>
            </a:lvl6pPr>
            <a:lvl7pPr lvl="6" rtl="0">
              <a:spcBef>
                <a:spcPts val="1600"/>
              </a:spcBef>
              <a:spcAft>
                <a:spcPts val="0"/>
              </a:spcAft>
              <a:buSzPts val="1400"/>
              <a:buChar char="●"/>
              <a:defRPr/>
            </a:lvl7pPr>
            <a:lvl8pPr lvl="7" rtl="0">
              <a:spcBef>
                <a:spcPts val="1600"/>
              </a:spcBef>
              <a:spcAft>
                <a:spcPts val="0"/>
              </a:spcAft>
              <a:buSzPts val="1400"/>
              <a:buChar char="○"/>
              <a:defRPr/>
            </a:lvl8pPr>
            <a:lvl9pPr lvl="8" rtl="0">
              <a:spcBef>
                <a:spcPts val="1600"/>
              </a:spcBef>
              <a:spcAft>
                <a:spcPts val="1600"/>
              </a:spcAft>
              <a:buSzPts val="1400"/>
              <a:buChar char="■"/>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text 3">
  <p:cSld name="CUSTOM_2_1_1_1_1">
    <p:spTree>
      <p:nvGrpSpPr>
        <p:cNvPr id="1" name="Shape 2154"/>
        <p:cNvGrpSpPr/>
        <p:nvPr/>
      </p:nvGrpSpPr>
      <p:grpSpPr>
        <a:xfrm>
          <a:off x="0" y="0"/>
          <a:ext cx="0" cy="0"/>
          <a:chOff x="0" y="0"/>
          <a:chExt cx="0" cy="0"/>
        </a:xfrm>
      </p:grpSpPr>
      <p:sp>
        <p:nvSpPr>
          <p:cNvPr id="2155" name="Google Shape;2155;p47"/>
          <p:cNvSpPr txBox="1">
            <a:spLocks noGrp="1"/>
          </p:cNvSpPr>
          <p:nvPr>
            <p:ph type="title"/>
          </p:nvPr>
        </p:nvSpPr>
        <p:spPr>
          <a:xfrm>
            <a:off x="4980450" y="1840599"/>
            <a:ext cx="2739900" cy="4572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800"/>
              <a:buNone/>
              <a:defRPr/>
            </a:lvl1pPr>
            <a:lvl2pPr lvl="1" rtl="0">
              <a:spcBef>
                <a:spcPts val="0"/>
              </a:spcBef>
              <a:spcAft>
                <a:spcPts val="0"/>
              </a:spcAft>
              <a:buSzPts val="2800"/>
              <a:buNone/>
              <a:defRPr>
                <a:latin typeface="Nunito"/>
                <a:ea typeface="Nunito"/>
                <a:cs typeface="Nunito"/>
                <a:sym typeface="Nunito"/>
              </a:defRPr>
            </a:lvl2pPr>
            <a:lvl3pPr lvl="2" rtl="0">
              <a:spcBef>
                <a:spcPts val="0"/>
              </a:spcBef>
              <a:spcAft>
                <a:spcPts val="0"/>
              </a:spcAft>
              <a:buSzPts val="2800"/>
              <a:buNone/>
              <a:defRPr>
                <a:latin typeface="Nunito"/>
                <a:ea typeface="Nunito"/>
                <a:cs typeface="Nunito"/>
                <a:sym typeface="Nunito"/>
              </a:defRPr>
            </a:lvl3pPr>
            <a:lvl4pPr lvl="3" rtl="0">
              <a:spcBef>
                <a:spcPts val="0"/>
              </a:spcBef>
              <a:spcAft>
                <a:spcPts val="0"/>
              </a:spcAft>
              <a:buSzPts val="2800"/>
              <a:buNone/>
              <a:defRPr>
                <a:latin typeface="Nunito"/>
                <a:ea typeface="Nunito"/>
                <a:cs typeface="Nunito"/>
                <a:sym typeface="Nunito"/>
              </a:defRPr>
            </a:lvl4pPr>
            <a:lvl5pPr lvl="4" rtl="0">
              <a:spcBef>
                <a:spcPts val="0"/>
              </a:spcBef>
              <a:spcAft>
                <a:spcPts val="0"/>
              </a:spcAft>
              <a:buSzPts val="2800"/>
              <a:buNone/>
              <a:defRPr>
                <a:latin typeface="Nunito"/>
                <a:ea typeface="Nunito"/>
                <a:cs typeface="Nunito"/>
                <a:sym typeface="Nunito"/>
              </a:defRPr>
            </a:lvl5pPr>
            <a:lvl6pPr lvl="5" rtl="0">
              <a:spcBef>
                <a:spcPts val="0"/>
              </a:spcBef>
              <a:spcAft>
                <a:spcPts val="0"/>
              </a:spcAft>
              <a:buSzPts val="2800"/>
              <a:buNone/>
              <a:defRPr>
                <a:latin typeface="Nunito"/>
                <a:ea typeface="Nunito"/>
                <a:cs typeface="Nunito"/>
                <a:sym typeface="Nunito"/>
              </a:defRPr>
            </a:lvl6pPr>
            <a:lvl7pPr lvl="6" rtl="0">
              <a:spcBef>
                <a:spcPts val="0"/>
              </a:spcBef>
              <a:spcAft>
                <a:spcPts val="0"/>
              </a:spcAft>
              <a:buSzPts val="2800"/>
              <a:buNone/>
              <a:defRPr>
                <a:latin typeface="Nunito"/>
                <a:ea typeface="Nunito"/>
                <a:cs typeface="Nunito"/>
                <a:sym typeface="Nunito"/>
              </a:defRPr>
            </a:lvl7pPr>
            <a:lvl8pPr lvl="7" rtl="0">
              <a:spcBef>
                <a:spcPts val="0"/>
              </a:spcBef>
              <a:spcAft>
                <a:spcPts val="0"/>
              </a:spcAft>
              <a:buSzPts val="2800"/>
              <a:buNone/>
              <a:defRPr>
                <a:latin typeface="Nunito"/>
                <a:ea typeface="Nunito"/>
                <a:cs typeface="Nunito"/>
                <a:sym typeface="Nunito"/>
              </a:defRPr>
            </a:lvl8pPr>
            <a:lvl9pPr lvl="8" rtl="0">
              <a:spcBef>
                <a:spcPts val="0"/>
              </a:spcBef>
              <a:spcAft>
                <a:spcPts val="0"/>
              </a:spcAft>
              <a:buSzPts val="2800"/>
              <a:buNone/>
              <a:defRPr>
                <a:latin typeface="Nunito"/>
                <a:ea typeface="Nunito"/>
                <a:cs typeface="Nunito"/>
                <a:sym typeface="Nunito"/>
              </a:defRPr>
            </a:lvl9pPr>
          </a:lstStyle>
          <a:p>
            <a:endParaRPr/>
          </a:p>
        </p:txBody>
      </p:sp>
      <p:grpSp>
        <p:nvGrpSpPr>
          <p:cNvPr id="2156" name="Google Shape;2156;p47"/>
          <p:cNvGrpSpPr/>
          <p:nvPr/>
        </p:nvGrpSpPr>
        <p:grpSpPr>
          <a:xfrm>
            <a:off x="6873272" y="4066120"/>
            <a:ext cx="2270722" cy="1272963"/>
            <a:chOff x="5158247" y="5768045"/>
            <a:chExt cx="2270722" cy="1272963"/>
          </a:xfrm>
        </p:grpSpPr>
        <p:sp>
          <p:nvSpPr>
            <p:cNvPr id="2157" name="Google Shape;2157;p47"/>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47"/>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47"/>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47"/>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47"/>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47"/>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3" name="Google Shape;2163;p47"/>
          <p:cNvGrpSpPr/>
          <p:nvPr/>
        </p:nvGrpSpPr>
        <p:grpSpPr>
          <a:xfrm flipH="1">
            <a:off x="6873272" y="-5"/>
            <a:ext cx="2270722" cy="1272963"/>
            <a:chOff x="5158247" y="5768045"/>
            <a:chExt cx="2270722" cy="1272963"/>
          </a:xfrm>
        </p:grpSpPr>
        <p:sp>
          <p:nvSpPr>
            <p:cNvPr id="2164" name="Google Shape;2164;p47"/>
            <p:cNvSpPr/>
            <p:nvPr/>
          </p:nvSpPr>
          <p:spPr>
            <a:xfrm>
              <a:off x="55546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47"/>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47"/>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47"/>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47"/>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47"/>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70" name="Google Shape;2170;p47"/>
          <p:cNvSpPr/>
          <p:nvPr/>
        </p:nvSpPr>
        <p:spPr>
          <a:xfrm>
            <a:off x="6115050" y="3258175"/>
            <a:ext cx="3028907" cy="1885295"/>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47"/>
          <p:cNvSpPr/>
          <p:nvPr/>
        </p:nvSpPr>
        <p:spPr>
          <a:xfrm>
            <a:off x="0" y="0"/>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47"/>
          <p:cNvSpPr txBox="1">
            <a:spLocks noGrp="1"/>
          </p:cNvSpPr>
          <p:nvPr>
            <p:ph type="subTitle" idx="1"/>
          </p:nvPr>
        </p:nvSpPr>
        <p:spPr>
          <a:xfrm>
            <a:off x="4980450" y="2297001"/>
            <a:ext cx="2743200" cy="1005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text 4">
  <p:cSld name="CUSTOM_2_1_1_1_1_1">
    <p:spTree>
      <p:nvGrpSpPr>
        <p:cNvPr id="1" name="Shape 2173"/>
        <p:cNvGrpSpPr/>
        <p:nvPr/>
      </p:nvGrpSpPr>
      <p:grpSpPr>
        <a:xfrm>
          <a:off x="0" y="0"/>
          <a:ext cx="0" cy="0"/>
          <a:chOff x="0" y="0"/>
          <a:chExt cx="0" cy="0"/>
        </a:xfrm>
      </p:grpSpPr>
      <p:sp>
        <p:nvSpPr>
          <p:cNvPr id="2174" name="Google Shape;2174;p48"/>
          <p:cNvSpPr txBox="1">
            <a:spLocks noGrp="1"/>
          </p:cNvSpPr>
          <p:nvPr>
            <p:ph type="title"/>
          </p:nvPr>
        </p:nvSpPr>
        <p:spPr>
          <a:xfrm>
            <a:off x="1018050" y="1840599"/>
            <a:ext cx="2739900" cy="457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800"/>
              <a:buNone/>
              <a:defRPr/>
            </a:lvl1pPr>
            <a:lvl2pPr lvl="1" rtl="0">
              <a:spcBef>
                <a:spcPts val="0"/>
              </a:spcBef>
              <a:spcAft>
                <a:spcPts val="0"/>
              </a:spcAft>
              <a:buSzPts val="2800"/>
              <a:buNone/>
              <a:defRPr>
                <a:latin typeface="Nunito"/>
                <a:ea typeface="Nunito"/>
                <a:cs typeface="Nunito"/>
                <a:sym typeface="Nunito"/>
              </a:defRPr>
            </a:lvl2pPr>
            <a:lvl3pPr lvl="2" rtl="0">
              <a:spcBef>
                <a:spcPts val="0"/>
              </a:spcBef>
              <a:spcAft>
                <a:spcPts val="0"/>
              </a:spcAft>
              <a:buSzPts val="2800"/>
              <a:buNone/>
              <a:defRPr>
                <a:latin typeface="Nunito"/>
                <a:ea typeface="Nunito"/>
                <a:cs typeface="Nunito"/>
                <a:sym typeface="Nunito"/>
              </a:defRPr>
            </a:lvl3pPr>
            <a:lvl4pPr lvl="3" rtl="0">
              <a:spcBef>
                <a:spcPts val="0"/>
              </a:spcBef>
              <a:spcAft>
                <a:spcPts val="0"/>
              </a:spcAft>
              <a:buSzPts val="2800"/>
              <a:buNone/>
              <a:defRPr>
                <a:latin typeface="Nunito"/>
                <a:ea typeface="Nunito"/>
                <a:cs typeface="Nunito"/>
                <a:sym typeface="Nunito"/>
              </a:defRPr>
            </a:lvl4pPr>
            <a:lvl5pPr lvl="4" rtl="0">
              <a:spcBef>
                <a:spcPts val="0"/>
              </a:spcBef>
              <a:spcAft>
                <a:spcPts val="0"/>
              </a:spcAft>
              <a:buSzPts val="2800"/>
              <a:buNone/>
              <a:defRPr>
                <a:latin typeface="Nunito"/>
                <a:ea typeface="Nunito"/>
                <a:cs typeface="Nunito"/>
                <a:sym typeface="Nunito"/>
              </a:defRPr>
            </a:lvl5pPr>
            <a:lvl6pPr lvl="5" rtl="0">
              <a:spcBef>
                <a:spcPts val="0"/>
              </a:spcBef>
              <a:spcAft>
                <a:spcPts val="0"/>
              </a:spcAft>
              <a:buSzPts val="2800"/>
              <a:buNone/>
              <a:defRPr>
                <a:latin typeface="Nunito"/>
                <a:ea typeface="Nunito"/>
                <a:cs typeface="Nunito"/>
                <a:sym typeface="Nunito"/>
              </a:defRPr>
            </a:lvl6pPr>
            <a:lvl7pPr lvl="6" rtl="0">
              <a:spcBef>
                <a:spcPts val="0"/>
              </a:spcBef>
              <a:spcAft>
                <a:spcPts val="0"/>
              </a:spcAft>
              <a:buSzPts val="2800"/>
              <a:buNone/>
              <a:defRPr>
                <a:latin typeface="Nunito"/>
                <a:ea typeface="Nunito"/>
                <a:cs typeface="Nunito"/>
                <a:sym typeface="Nunito"/>
              </a:defRPr>
            </a:lvl7pPr>
            <a:lvl8pPr lvl="7" rtl="0">
              <a:spcBef>
                <a:spcPts val="0"/>
              </a:spcBef>
              <a:spcAft>
                <a:spcPts val="0"/>
              </a:spcAft>
              <a:buSzPts val="2800"/>
              <a:buNone/>
              <a:defRPr>
                <a:latin typeface="Nunito"/>
                <a:ea typeface="Nunito"/>
                <a:cs typeface="Nunito"/>
                <a:sym typeface="Nunito"/>
              </a:defRPr>
            </a:lvl8pPr>
            <a:lvl9pPr lvl="8" rtl="0">
              <a:spcBef>
                <a:spcPts val="0"/>
              </a:spcBef>
              <a:spcAft>
                <a:spcPts val="0"/>
              </a:spcAft>
              <a:buSzPts val="2800"/>
              <a:buNone/>
              <a:defRPr>
                <a:latin typeface="Nunito"/>
                <a:ea typeface="Nunito"/>
                <a:cs typeface="Nunito"/>
                <a:sym typeface="Nunito"/>
              </a:defRPr>
            </a:lvl9pPr>
          </a:lstStyle>
          <a:p>
            <a:endParaRPr/>
          </a:p>
        </p:txBody>
      </p:sp>
      <p:grpSp>
        <p:nvGrpSpPr>
          <p:cNvPr id="2175" name="Google Shape;2175;p48"/>
          <p:cNvGrpSpPr/>
          <p:nvPr/>
        </p:nvGrpSpPr>
        <p:grpSpPr>
          <a:xfrm>
            <a:off x="6873272" y="4066120"/>
            <a:ext cx="2270722" cy="1272963"/>
            <a:chOff x="5158247" y="5768045"/>
            <a:chExt cx="2270722" cy="1272963"/>
          </a:xfrm>
        </p:grpSpPr>
        <p:sp>
          <p:nvSpPr>
            <p:cNvPr id="2176" name="Google Shape;2176;p48"/>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48"/>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48"/>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48"/>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48"/>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48"/>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82" name="Google Shape;2182;p48"/>
          <p:cNvGrpSpPr/>
          <p:nvPr/>
        </p:nvGrpSpPr>
        <p:grpSpPr>
          <a:xfrm flipH="1">
            <a:off x="6873272" y="-5"/>
            <a:ext cx="2270722" cy="1272963"/>
            <a:chOff x="5158247" y="5768045"/>
            <a:chExt cx="2270722" cy="1272963"/>
          </a:xfrm>
        </p:grpSpPr>
        <p:sp>
          <p:nvSpPr>
            <p:cNvPr id="2183" name="Google Shape;2183;p48"/>
            <p:cNvSpPr/>
            <p:nvPr/>
          </p:nvSpPr>
          <p:spPr>
            <a:xfrm>
              <a:off x="55546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48"/>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48"/>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48"/>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48"/>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48"/>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89" name="Google Shape;2189;p48"/>
          <p:cNvSpPr/>
          <p:nvPr/>
        </p:nvSpPr>
        <p:spPr>
          <a:xfrm>
            <a:off x="6115050" y="3258175"/>
            <a:ext cx="3028907" cy="1885295"/>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48"/>
          <p:cNvSpPr/>
          <p:nvPr/>
        </p:nvSpPr>
        <p:spPr>
          <a:xfrm>
            <a:off x="0" y="0"/>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48"/>
          <p:cNvSpPr txBox="1">
            <a:spLocks noGrp="1"/>
          </p:cNvSpPr>
          <p:nvPr>
            <p:ph type="subTitle" idx="1"/>
          </p:nvPr>
        </p:nvSpPr>
        <p:spPr>
          <a:xfrm>
            <a:off x="1018050" y="2297001"/>
            <a:ext cx="2743200" cy="10059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Quote">
  <p:cSld name="CUSTOM_4">
    <p:spTree>
      <p:nvGrpSpPr>
        <p:cNvPr id="1" name="Shape 2192"/>
        <p:cNvGrpSpPr/>
        <p:nvPr/>
      </p:nvGrpSpPr>
      <p:grpSpPr>
        <a:xfrm>
          <a:off x="0" y="0"/>
          <a:ext cx="0" cy="0"/>
          <a:chOff x="0" y="0"/>
          <a:chExt cx="0" cy="0"/>
        </a:xfrm>
      </p:grpSpPr>
      <p:sp>
        <p:nvSpPr>
          <p:cNvPr id="2193" name="Google Shape;2193;p49"/>
          <p:cNvSpPr txBox="1">
            <a:spLocks noGrp="1"/>
          </p:cNvSpPr>
          <p:nvPr>
            <p:ph type="title"/>
          </p:nvPr>
        </p:nvSpPr>
        <p:spPr>
          <a:xfrm>
            <a:off x="949213" y="3507675"/>
            <a:ext cx="4114800" cy="2547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1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2194" name="Google Shape;2194;p49"/>
          <p:cNvSpPr txBox="1">
            <a:spLocks noGrp="1"/>
          </p:cNvSpPr>
          <p:nvPr>
            <p:ph type="subTitle" idx="1"/>
          </p:nvPr>
        </p:nvSpPr>
        <p:spPr>
          <a:xfrm>
            <a:off x="951313" y="1131650"/>
            <a:ext cx="4110600" cy="2249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28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195" name="Google Shape;2195;p49"/>
          <p:cNvSpPr/>
          <p:nvPr/>
        </p:nvSpPr>
        <p:spPr>
          <a:xfrm>
            <a:off x="6512060" y="3505300"/>
            <a:ext cx="2631929" cy="1638202"/>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49"/>
          <p:cNvSpPr/>
          <p:nvPr/>
        </p:nvSpPr>
        <p:spPr>
          <a:xfrm>
            <a:off x="0" y="0"/>
            <a:ext cx="1822326" cy="2552773"/>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Quote 1">
  <p:cSld name="CUSTOM_4_1">
    <p:spTree>
      <p:nvGrpSpPr>
        <p:cNvPr id="1" name="Shape 2197"/>
        <p:cNvGrpSpPr/>
        <p:nvPr/>
      </p:nvGrpSpPr>
      <p:grpSpPr>
        <a:xfrm>
          <a:off x="0" y="0"/>
          <a:ext cx="0" cy="0"/>
          <a:chOff x="0" y="0"/>
          <a:chExt cx="0" cy="0"/>
        </a:xfrm>
      </p:grpSpPr>
      <p:sp>
        <p:nvSpPr>
          <p:cNvPr id="2198" name="Google Shape;2198;p50"/>
          <p:cNvSpPr txBox="1">
            <a:spLocks noGrp="1"/>
          </p:cNvSpPr>
          <p:nvPr>
            <p:ph type="title"/>
          </p:nvPr>
        </p:nvSpPr>
        <p:spPr>
          <a:xfrm>
            <a:off x="713250" y="3198926"/>
            <a:ext cx="7717500" cy="3657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2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2199" name="Google Shape;2199;p50"/>
          <p:cNvSpPr txBox="1">
            <a:spLocks noGrp="1"/>
          </p:cNvSpPr>
          <p:nvPr>
            <p:ph type="subTitle" idx="1"/>
          </p:nvPr>
        </p:nvSpPr>
        <p:spPr>
          <a:xfrm>
            <a:off x="713100" y="1578874"/>
            <a:ext cx="7717800" cy="1621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35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200" name="Google Shape;2200;p50"/>
          <p:cNvSpPr/>
          <p:nvPr/>
        </p:nvSpPr>
        <p:spPr>
          <a:xfrm rot="10800000">
            <a:off x="0" y="0"/>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01" name="Google Shape;2201;p50"/>
          <p:cNvGrpSpPr/>
          <p:nvPr/>
        </p:nvGrpSpPr>
        <p:grpSpPr>
          <a:xfrm flipH="1">
            <a:off x="294513" y="168438"/>
            <a:ext cx="837425" cy="742113"/>
            <a:chOff x="6215925" y="6858088"/>
            <a:chExt cx="837425" cy="742113"/>
          </a:xfrm>
        </p:grpSpPr>
        <p:sp>
          <p:nvSpPr>
            <p:cNvPr id="2202" name="Google Shape;2202;p50"/>
            <p:cNvSpPr/>
            <p:nvPr/>
          </p:nvSpPr>
          <p:spPr>
            <a:xfrm>
              <a:off x="6215925" y="7421400"/>
              <a:ext cx="201900" cy="178800"/>
            </a:xfrm>
            <a:custGeom>
              <a:avLst/>
              <a:gdLst/>
              <a:ahLst/>
              <a:cxnLst/>
              <a:rect l="l" t="t" r="r" b="b"/>
              <a:pathLst>
                <a:path w="8076" h="7152" extrusionOk="0">
                  <a:moveTo>
                    <a:pt x="7561" y="0"/>
                  </a:moveTo>
                  <a:lnTo>
                    <a:pt x="0" y="6637"/>
                  </a:lnTo>
                  <a:lnTo>
                    <a:pt x="515" y="7152"/>
                  </a:lnTo>
                  <a:lnTo>
                    <a:pt x="8076" y="507"/>
                  </a:lnTo>
                  <a:lnTo>
                    <a:pt x="7561" y="0"/>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50"/>
            <p:cNvSpPr/>
            <p:nvPr/>
          </p:nvSpPr>
          <p:spPr>
            <a:xfrm>
              <a:off x="6401775" y="7430925"/>
              <a:ext cx="25575" cy="22900"/>
            </a:xfrm>
            <a:custGeom>
              <a:avLst/>
              <a:gdLst/>
              <a:ahLst/>
              <a:cxnLst/>
              <a:rect l="l" t="t" r="r" b="b"/>
              <a:pathLst>
                <a:path w="1023" h="916" extrusionOk="0">
                  <a:moveTo>
                    <a:pt x="508" y="0"/>
                  </a:moveTo>
                  <a:lnTo>
                    <a:pt x="1" y="507"/>
                  </a:lnTo>
                  <a:lnTo>
                    <a:pt x="508" y="915"/>
                  </a:lnTo>
                  <a:lnTo>
                    <a:pt x="1023" y="507"/>
                  </a:lnTo>
                  <a:lnTo>
                    <a:pt x="508" y="0"/>
                  </a:lnTo>
                  <a:close/>
                </a:path>
              </a:pathLst>
            </a:custGeom>
            <a:solidFill>
              <a:srgbClr val="C1C0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04" name="Google Shape;2204;p50"/>
            <p:cNvGrpSpPr/>
            <p:nvPr/>
          </p:nvGrpSpPr>
          <p:grpSpPr>
            <a:xfrm>
              <a:off x="6361025" y="6858088"/>
              <a:ext cx="692325" cy="623250"/>
              <a:chOff x="6361025" y="6858088"/>
              <a:chExt cx="692325" cy="623250"/>
            </a:xfrm>
          </p:grpSpPr>
          <p:sp>
            <p:nvSpPr>
              <p:cNvPr id="2205" name="Google Shape;2205;p50"/>
              <p:cNvSpPr/>
              <p:nvPr/>
            </p:nvSpPr>
            <p:spPr>
              <a:xfrm>
                <a:off x="6361025" y="7011338"/>
                <a:ext cx="510875" cy="470000"/>
              </a:xfrm>
              <a:custGeom>
                <a:avLst/>
                <a:gdLst/>
                <a:ahLst/>
                <a:cxnLst/>
                <a:rect l="l" t="t" r="r" b="b"/>
                <a:pathLst>
                  <a:path w="20435" h="18800" extrusionOk="0">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50"/>
              <p:cNvSpPr/>
              <p:nvPr/>
            </p:nvSpPr>
            <p:spPr>
              <a:xfrm>
                <a:off x="6795250" y="6896288"/>
                <a:ext cx="217225" cy="207025"/>
              </a:xfrm>
              <a:custGeom>
                <a:avLst/>
                <a:gdLst/>
                <a:ahLst/>
                <a:cxnLst/>
                <a:rect l="l" t="t" r="r" b="b"/>
                <a:pathLst>
                  <a:path w="8689" h="8281" extrusionOk="0">
                    <a:moveTo>
                      <a:pt x="6539" y="1"/>
                    </a:moveTo>
                    <a:lnTo>
                      <a:pt x="0" y="5828"/>
                    </a:lnTo>
                    <a:lnTo>
                      <a:pt x="2150" y="8280"/>
                    </a:lnTo>
                    <a:lnTo>
                      <a:pt x="8688" y="2453"/>
                    </a:lnTo>
                    <a:lnTo>
                      <a:pt x="6539" y="1"/>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50"/>
              <p:cNvSpPr/>
              <p:nvPr/>
            </p:nvSpPr>
            <p:spPr>
              <a:xfrm>
                <a:off x="6795250" y="7018888"/>
                <a:ext cx="79300" cy="84425"/>
              </a:xfrm>
              <a:custGeom>
                <a:avLst/>
                <a:gdLst/>
                <a:ahLst/>
                <a:cxnLst/>
                <a:rect l="l" t="t" r="r" b="b"/>
                <a:pathLst>
                  <a:path w="3172" h="3377" extrusionOk="0">
                    <a:moveTo>
                      <a:pt x="1022" y="1"/>
                    </a:moveTo>
                    <a:lnTo>
                      <a:pt x="0" y="924"/>
                    </a:lnTo>
                    <a:lnTo>
                      <a:pt x="2150" y="3376"/>
                    </a:lnTo>
                    <a:lnTo>
                      <a:pt x="3171" y="2453"/>
                    </a:lnTo>
                    <a:lnTo>
                      <a:pt x="1022" y="1"/>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50"/>
              <p:cNvSpPr/>
              <p:nvPr/>
            </p:nvSpPr>
            <p:spPr>
              <a:xfrm>
                <a:off x="6946050" y="6858088"/>
                <a:ext cx="107300" cy="114850"/>
              </a:xfrm>
              <a:custGeom>
                <a:avLst/>
                <a:gdLst/>
                <a:ahLst/>
                <a:cxnLst/>
                <a:rect l="l" t="t" r="r" b="b"/>
                <a:pathLst>
                  <a:path w="4292" h="4594" extrusionOk="0">
                    <a:moveTo>
                      <a:pt x="1120" y="0"/>
                    </a:moveTo>
                    <a:lnTo>
                      <a:pt x="0" y="1022"/>
                    </a:lnTo>
                    <a:lnTo>
                      <a:pt x="3163" y="4594"/>
                    </a:lnTo>
                    <a:lnTo>
                      <a:pt x="4291" y="3678"/>
                    </a:lnTo>
                    <a:lnTo>
                      <a:pt x="1120"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50"/>
              <p:cNvSpPr/>
              <p:nvPr/>
            </p:nvSpPr>
            <p:spPr>
              <a:xfrm>
                <a:off x="6721275" y="6990888"/>
                <a:ext cx="176150" cy="189050"/>
              </a:xfrm>
              <a:custGeom>
                <a:avLst/>
                <a:gdLst/>
                <a:ahLst/>
                <a:cxnLst/>
                <a:rect l="l" t="t" r="r" b="b"/>
                <a:pathLst>
                  <a:path w="7046" h="7562" extrusionOk="0">
                    <a:moveTo>
                      <a:pt x="1733" y="1"/>
                    </a:moveTo>
                    <a:lnTo>
                      <a:pt x="0" y="1529"/>
                    </a:lnTo>
                    <a:lnTo>
                      <a:pt x="5313" y="7561"/>
                    </a:lnTo>
                    <a:lnTo>
                      <a:pt x="7046" y="6025"/>
                    </a:lnTo>
                    <a:lnTo>
                      <a:pt x="1733"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50"/>
              <p:cNvSpPr/>
              <p:nvPr/>
            </p:nvSpPr>
            <p:spPr>
              <a:xfrm>
                <a:off x="6739050" y="7149263"/>
                <a:ext cx="69100" cy="74000"/>
              </a:xfrm>
              <a:custGeom>
                <a:avLst/>
                <a:gdLst/>
                <a:ahLst/>
                <a:cxnLst/>
                <a:rect l="l" t="t" r="r" b="b"/>
                <a:pathLst>
                  <a:path w="2764" h="2960" extrusionOk="0">
                    <a:moveTo>
                      <a:pt x="409" y="0"/>
                    </a:moveTo>
                    <a:lnTo>
                      <a:pt x="0" y="303"/>
                    </a:lnTo>
                    <a:lnTo>
                      <a:pt x="2354" y="2959"/>
                    </a:lnTo>
                    <a:lnTo>
                      <a:pt x="2763" y="2657"/>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50"/>
              <p:cNvSpPr/>
              <p:nvPr/>
            </p:nvSpPr>
            <p:spPr>
              <a:xfrm>
                <a:off x="6690625" y="7192588"/>
                <a:ext cx="66425" cy="74200"/>
              </a:xfrm>
              <a:custGeom>
                <a:avLst/>
                <a:gdLst/>
                <a:ahLst/>
                <a:cxnLst/>
                <a:rect l="l" t="t" r="r" b="b"/>
                <a:pathLst>
                  <a:path w="2657" h="2968" extrusionOk="0">
                    <a:moveTo>
                      <a:pt x="409" y="0"/>
                    </a:moveTo>
                    <a:lnTo>
                      <a:pt x="0" y="311"/>
                    </a:lnTo>
                    <a:lnTo>
                      <a:pt x="2346" y="2967"/>
                    </a:lnTo>
                    <a:lnTo>
                      <a:pt x="2657"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50"/>
              <p:cNvSpPr/>
              <p:nvPr/>
            </p:nvSpPr>
            <p:spPr>
              <a:xfrm>
                <a:off x="6642000" y="7236113"/>
                <a:ext cx="66425" cy="73975"/>
              </a:xfrm>
              <a:custGeom>
                <a:avLst/>
                <a:gdLst/>
                <a:ahLst/>
                <a:cxnLst/>
                <a:rect l="l" t="t" r="r" b="b"/>
                <a:pathLst>
                  <a:path w="2657" h="2959" extrusionOk="0">
                    <a:moveTo>
                      <a:pt x="409" y="0"/>
                    </a:moveTo>
                    <a:lnTo>
                      <a:pt x="0" y="302"/>
                    </a:lnTo>
                    <a:lnTo>
                      <a:pt x="2248" y="2959"/>
                    </a:lnTo>
                    <a:lnTo>
                      <a:pt x="2656"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50"/>
              <p:cNvSpPr/>
              <p:nvPr/>
            </p:nvSpPr>
            <p:spPr>
              <a:xfrm>
                <a:off x="6384125" y="7207913"/>
                <a:ext cx="268100" cy="252975"/>
              </a:xfrm>
              <a:custGeom>
                <a:avLst/>
                <a:gdLst/>
                <a:ahLst/>
                <a:cxnLst/>
                <a:rect l="l" t="t" r="r" b="b"/>
                <a:pathLst>
                  <a:path w="10724" h="10119" extrusionOk="0">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50"/>
              <p:cNvSpPr/>
              <p:nvPr/>
            </p:nvSpPr>
            <p:spPr>
              <a:xfrm>
                <a:off x="6384125" y="7312738"/>
                <a:ext cx="268100" cy="148150"/>
              </a:xfrm>
              <a:custGeom>
                <a:avLst/>
                <a:gdLst/>
                <a:ahLst/>
                <a:cxnLst/>
                <a:rect l="l" t="t" r="r" b="b"/>
                <a:pathLst>
                  <a:path w="10724" h="5926" extrusionOk="0">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15" name="Google Shape;2215;p50"/>
          <p:cNvSpPr/>
          <p:nvPr/>
        </p:nvSpPr>
        <p:spPr>
          <a:xfrm flipH="1">
            <a:off x="1460188" y="64342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50"/>
          <p:cNvSpPr/>
          <p:nvPr/>
        </p:nvSpPr>
        <p:spPr>
          <a:xfrm flipH="1">
            <a:off x="1530690" y="35774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50"/>
          <p:cNvSpPr/>
          <p:nvPr/>
        </p:nvSpPr>
        <p:spPr>
          <a:xfrm flipH="1">
            <a:off x="1372189" y="129215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50"/>
          <p:cNvSpPr/>
          <p:nvPr/>
        </p:nvSpPr>
        <p:spPr>
          <a:xfrm flipH="1">
            <a:off x="1131937" y="69251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50"/>
          <p:cNvSpPr/>
          <p:nvPr/>
        </p:nvSpPr>
        <p:spPr>
          <a:xfrm>
            <a:off x="8540889" y="8754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50"/>
          <p:cNvSpPr/>
          <p:nvPr/>
        </p:nvSpPr>
        <p:spPr>
          <a:xfrm>
            <a:off x="7176201" y="857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50"/>
          <p:cNvSpPr/>
          <p:nvPr/>
        </p:nvSpPr>
        <p:spPr>
          <a:xfrm>
            <a:off x="8910962" y="12984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50"/>
          <p:cNvSpPr/>
          <p:nvPr/>
        </p:nvSpPr>
        <p:spPr>
          <a:xfrm>
            <a:off x="8449197" y="6004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50"/>
          <p:cNvSpPr/>
          <p:nvPr/>
        </p:nvSpPr>
        <p:spPr>
          <a:xfrm>
            <a:off x="8350507" y="1844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50"/>
          <p:cNvSpPr/>
          <p:nvPr/>
        </p:nvSpPr>
        <p:spPr>
          <a:xfrm>
            <a:off x="6696681" y="2938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50"/>
          <p:cNvSpPr/>
          <p:nvPr/>
        </p:nvSpPr>
        <p:spPr>
          <a:xfrm flipH="1">
            <a:off x="236474" y="46451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50"/>
          <p:cNvSpPr/>
          <p:nvPr/>
        </p:nvSpPr>
        <p:spPr>
          <a:xfrm flipH="1">
            <a:off x="1614964" y="38554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50"/>
          <p:cNvSpPr/>
          <p:nvPr/>
        </p:nvSpPr>
        <p:spPr>
          <a:xfrm flipH="1">
            <a:off x="67281" y="50682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50"/>
          <p:cNvSpPr/>
          <p:nvPr/>
        </p:nvSpPr>
        <p:spPr>
          <a:xfrm flipH="1">
            <a:off x="528981" y="43701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50"/>
          <p:cNvSpPr/>
          <p:nvPr/>
        </p:nvSpPr>
        <p:spPr>
          <a:xfrm flipH="1">
            <a:off x="627736" y="39541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50"/>
          <p:cNvSpPr/>
          <p:nvPr/>
        </p:nvSpPr>
        <p:spPr>
          <a:xfrm flipH="1">
            <a:off x="2277803" y="40635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50"/>
          <p:cNvSpPr/>
          <p:nvPr/>
        </p:nvSpPr>
        <p:spPr>
          <a:xfrm>
            <a:off x="6520050" y="3186075"/>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50"/>
          <p:cNvSpPr/>
          <p:nvPr/>
        </p:nvSpPr>
        <p:spPr>
          <a:xfrm>
            <a:off x="7792737" y="347174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50"/>
          <p:cNvSpPr/>
          <p:nvPr/>
        </p:nvSpPr>
        <p:spPr>
          <a:xfrm>
            <a:off x="7923050" y="318606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50"/>
          <p:cNvSpPr/>
          <p:nvPr/>
        </p:nvSpPr>
        <p:spPr>
          <a:xfrm>
            <a:off x="8081875" y="412047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50"/>
          <p:cNvSpPr/>
          <p:nvPr/>
        </p:nvSpPr>
        <p:spPr>
          <a:xfrm>
            <a:off x="8321868" y="352084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36" name="Google Shape;2236;p50"/>
          <p:cNvGrpSpPr/>
          <p:nvPr/>
        </p:nvGrpSpPr>
        <p:grpSpPr>
          <a:xfrm flipH="1">
            <a:off x="7339075" y="4119838"/>
            <a:ext cx="985925" cy="744150"/>
            <a:chOff x="1666700" y="5967688"/>
            <a:chExt cx="985925" cy="744150"/>
          </a:xfrm>
        </p:grpSpPr>
        <p:sp>
          <p:nvSpPr>
            <p:cNvPr id="2237" name="Google Shape;2237;p50"/>
            <p:cNvSpPr/>
            <p:nvPr/>
          </p:nvSpPr>
          <p:spPr>
            <a:xfrm>
              <a:off x="1666700" y="5967688"/>
              <a:ext cx="985925" cy="744150"/>
            </a:xfrm>
            <a:custGeom>
              <a:avLst/>
              <a:gdLst/>
              <a:ahLst/>
              <a:cxn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50"/>
            <p:cNvSpPr/>
            <p:nvPr/>
          </p:nvSpPr>
          <p:spPr>
            <a:xfrm>
              <a:off x="1758650" y="6363863"/>
              <a:ext cx="130375" cy="130375"/>
            </a:xfrm>
            <a:custGeom>
              <a:avLst/>
              <a:gdLst/>
              <a:ahLst/>
              <a:cxn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50"/>
            <p:cNvSpPr/>
            <p:nvPr/>
          </p:nvSpPr>
          <p:spPr>
            <a:xfrm>
              <a:off x="1735750" y="6361013"/>
              <a:ext cx="148175" cy="131150"/>
            </a:xfrm>
            <a:custGeom>
              <a:avLst/>
              <a:gdLst/>
              <a:ahLst/>
              <a:cxn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50"/>
            <p:cNvSpPr/>
            <p:nvPr/>
          </p:nvSpPr>
          <p:spPr>
            <a:xfrm>
              <a:off x="1766400" y="6369163"/>
              <a:ext cx="117525" cy="122175"/>
            </a:xfrm>
            <a:custGeom>
              <a:avLst/>
              <a:gdLst/>
              <a:ahLst/>
              <a:cxn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50"/>
            <p:cNvSpPr/>
            <p:nvPr/>
          </p:nvSpPr>
          <p:spPr>
            <a:xfrm>
              <a:off x="1751075" y="6397163"/>
              <a:ext cx="119975" cy="66425"/>
            </a:xfrm>
            <a:custGeom>
              <a:avLst/>
              <a:gdLst/>
              <a:ahLst/>
              <a:cxn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50"/>
            <p:cNvSpPr/>
            <p:nvPr/>
          </p:nvSpPr>
          <p:spPr>
            <a:xfrm>
              <a:off x="1748425" y="6392063"/>
              <a:ext cx="120175" cy="69075"/>
            </a:xfrm>
            <a:custGeom>
              <a:avLst/>
              <a:gdLst/>
              <a:ahLst/>
              <a:cxn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50"/>
            <p:cNvSpPr/>
            <p:nvPr/>
          </p:nvSpPr>
          <p:spPr>
            <a:xfrm>
              <a:off x="1911900" y="6282113"/>
              <a:ext cx="130375" cy="130400"/>
            </a:xfrm>
            <a:custGeom>
              <a:avLst/>
              <a:gdLst/>
              <a:ahLst/>
              <a:cxn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50"/>
            <p:cNvSpPr/>
            <p:nvPr/>
          </p:nvSpPr>
          <p:spPr>
            <a:xfrm>
              <a:off x="1889000" y="6279288"/>
              <a:ext cx="148175" cy="129975"/>
            </a:xfrm>
            <a:custGeom>
              <a:avLst/>
              <a:gdLst/>
              <a:ahLst/>
              <a:cxn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50"/>
            <p:cNvSpPr/>
            <p:nvPr/>
          </p:nvSpPr>
          <p:spPr>
            <a:xfrm>
              <a:off x="1922125" y="6287438"/>
              <a:ext cx="115050" cy="122175"/>
            </a:xfrm>
            <a:custGeom>
              <a:avLst/>
              <a:gdLst/>
              <a:ahLst/>
              <a:cxn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50"/>
            <p:cNvSpPr/>
            <p:nvPr/>
          </p:nvSpPr>
          <p:spPr>
            <a:xfrm>
              <a:off x="1906800" y="6315438"/>
              <a:ext cx="117500" cy="66425"/>
            </a:xfrm>
            <a:custGeom>
              <a:avLst/>
              <a:gdLst/>
              <a:ahLst/>
              <a:cxn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50"/>
            <p:cNvSpPr/>
            <p:nvPr/>
          </p:nvSpPr>
          <p:spPr>
            <a:xfrm>
              <a:off x="1904325" y="6310313"/>
              <a:ext cx="119975" cy="69100"/>
            </a:xfrm>
            <a:custGeom>
              <a:avLst/>
              <a:gdLst/>
              <a:ahLst/>
              <a:cxn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50"/>
            <p:cNvSpPr/>
            <p:nvPr/>
          </p:nvSpPr>
          <p:spPr>
            <a:xfrm>
              <a:off x="2067800" y="62003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50"/>
            <p:cNvSpPr/>
            <p:nvPr/>
          </p:nvSpPr>
          <p:spPr>
            <a:xfrm>
              <a:off x="2044725" y="6197563"/>
              <a:ext cx="148150" cy="129975"/>
            </a:xfrm>
            <a:custGeom>
              <a:avLst/>
              <a:gdLst/>
              <a:ahLst/>
              <a:cxn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50"/>
            <p:cNvSpPr/>
            <p:nvPr/>
          </p:nvSpPr>
          <p:spPr>
            <a:xfrm>
              <a:off x="2078025" y="6205713"/>
              <a:ext cx="114850" cy="122175"/>
            </a:xfrm>
            <a:custGeom>
              <a:avLst/>
              <a:gdLst/>
              <a:ahLst/>
              <a:cxn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50"/>
            <p:cNvSpPr/>
            <p:nvPr/>
          </p:nvSpPr>
          <p:spPr>
            <a:xfrm>
              <a:off x="2060050" y="6233688"/>
              <a:ext cx="120175" cy="66450"/>
            </a:xfrm>
            <a:custGeom>
              <a:avLst/>
              <a:gdLst/>
              <a:ahLst/>
              <a:cxn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50"/>
            <p:cNvSpPr/>
            <p:nvPr/>
          </p:nvSpPr>
          <p:spPr>
            <a:xfrm>
              <a:off x="2060050" y="6228588"/>
              <a:ext cx="117500" cy="69100"/>
            </a:xfrm>
            <a:custGeom>
              <a:avLst/>
              <a:gdLst/>
              <a:ahLst/>
              <a:cxn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50"/>
            <p:cNvSpPr/>
            <p:nvPr/>
          </p:nvSpPr>
          <p:spPr>
            <a:xfrm>
              <a:off x="2221050" y="6118663"/>
              <a:ext cx="130200" cy="130375"/>
            </a:xfrm>
            <a:custGeom>
              <a:avLst/>
              <a:gdLst/>
              <a:ahLst/>
              <a:cxn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50"/>
            <p:cNvSpPr/>
            <p:nvPr/>
          </p:nvSpPr>
          <p:spPr>
            <a:xfrm>
              <a:off x="2197975" y="6115813"/>
              <a:ext cx="150825" cy="129975"/>
            </a:xfrm>
            <a:custGeom>
              <a:avLst/>
              <a:gdLst/>
              <a:ahLst/>
              <a:cxn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50"/>
            <p:cNvSpPr/>
            <p:nvPr/>
          </p:nvSpPr>
          <p:spPr>
            <a:xfrm>
              <a:off x="2231275" y="6123963"/>
              <a:ext cx="117525" cy="122175"/>
            </a:xfrm>
            <a:custGeom>
              <a:avLst/>
              <a:gdLst/>
              <a:ahLst/>
              <a:cxn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50"/>
            <p:cNvSpPr/>
            <p:nvPr/>
          </p:nvSpPr>
          <p:spPr>
            <a:xfrm>
              <a:off x="2215950" y="6151963"/>
              <a:ext cx="117525" cy="66425"/>
            </a:xfrm>
            <a:custGeom>
              <a:avLst/>
              <a:gdLst/>
              <a:ahLst/>
              <a:cxn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50"/>
            <p:cNvSpPr/>
            <p:nvPr/>
          </p:nvSpPr>
          <p:spPr>
            <a:xfrm>
              <a:off x="2213300" y="6146863"/>
              <a:ext cx="120175" cy="69075"/>
            </a:xfrm>
            <a:custGeom>
              <a:avLst/>
              <a:gdLst/>
              <a:ahLst/>
              <a:cxn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50"/>
            <p:cNvSpPr/>
            <p:nvPr/>
          </p:nvSpPr>
          <p:spPr>
            <a:xfrm>
              <a:off x="2376750" y="6036913"/>
              <a:ext cx="130400" cy="130400"/>
            </a:xfrm>
            <a:custGeom>
              <a:avLst/>
              <a:gdLst/>
              <a:ahLst/>
              <a:cxn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50"/>
            <p:cNvSpPr/>
            <p:nvPr/>
          </p:nvSpPr>
          <p:spPr>
            <a:xfrm>
              <a:off x="2353875" y="6034013"/>
              <a:ext cx="148175" cy="130050"/>
            </a:xfrm>
            <a:custGeom>
              <a:avLst/>
              <a:gdLst/>
              <a:ahLst/>
              <a:cxn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50"/>
            <p:cNvSpPr/>
            <p:nvPr/>
          </p:nvSpPr>
          <p:spPr>
            <a:xfrm>
              <a:off x="2386975" y="6042238"/>
              <a:ext cx="115075" cy="122175"/>
            </a:xfrm>
            <a:custGeom>
              <a:avLst/>
              <a:gdLst/>
              <a:ahLst/>
              <a:cxn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50"/>
            <p:cNvSpPr/>
            <p:nvPr/>
          </p:nvSpPr>
          <p:spPr>
            <a:xfrm>
              <a:off x="2371650" y="6070238"/>
              <a:ext cx="117525" cy="66425"/>
            </a:xfrm>
            <a:custGeom>
              <a:avLst/>
              <a:gdLst/>
              <a:ahLst/>
              <a:cxn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50"/>
            <p:cNvSpPr/>
            <p:nvPr/>
          </p:nvSpPr>
          <p:spPr>
            <a:xfrm>
              <a:off x="2369200" y="6065113"/>
              <a:ext cx="117525" cy="69100"/>
            </a:xfrm>
            <a:custGeom>
              <a:avLst/>
              <a:gdLst/>
              <a:ahLst/>
              <a:cxn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50"/>
            <p:cNvSpPr/>
            <p:nvPr/>
          </p:nvSpPr>
          <p:spPr>
            <a:xfrm>
              <a:off x="1832825" y="6506888"/>
              <a:ext cx="130175" cy="130400"/>
            </a:xfrm>
            <a:custGeom>
              <a:avLst/>
              <a:gdLst/>
              <a:ahLst/>
              <a:cxn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50"/>
            <p:cNvSpPr/>
            <p:nvPr/>
          </p:nvSpPr>
          <p:spPr>
            <a:xfrm>
              <a:off x="1809725" y="6504063"/>
              <a:ext cx="148175" cy="129975"/>
            </a:xfrm>
            <a:custGeom>
              <a:avLst/>
              <a:gdLst/>
              <a:ahLst/>
              <a:cxn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50"/>
            <p:cNvSpPr/>
            <p:nvPr/>
          </p:nvSpPr>
          <p:spPr>
            <a:xfrm>
              <a:off x="1843025" y="6512213"/>
              <a:ext cx="114875" cy="122175"/>
            </a:xfrm>
            <a:custGeom>
              <a:avLst/>
              <a:gdLst/>
              <a:ahLst/>
              <a:cxn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50"/>
            <p:cNvSpPr/>
            <p:nvPr/>
          </p:nvSpPr>
          <p:spPr>
            <a:xfrm>
              <a:off x="1827700" y="6540188"/>
              <a:ext cx="117525" cy="66450"/>
            </a:xfrm>
            <a:custGeom>
              <a:avLst/>
              <a:gdLst/>
              <a:ahLst/>
              <a:cxn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50"/>
            <p:cNvSpPr/>
            <p:nvPr/>
          </p:nvSpPr>
          <p:spPr>
            <a:xfrm>
              <a:off x="1825050" y="6535088"/>
              <a:ext cx="120175" cy="69100"/>
            </a:xfrm>
            <a:custGeom>
              <a:avLst/>
              <a:gdLst/>
              <a:ahLst/>
              <a:cxn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50"/>
            <p:cNvSpPr/>
            <p:nvPr/>
          </p:nvSpPr>
          <p:spPr>
            <a:xfrm>
              <a:off x="1988525" y="6425163"/>
              <a:ext cx="130400" cy="130375"/>
            </a:xfrm>
            <a:custGeom>
              <a:avLst/>
              <a:gdLst/>
              <a:ahLst/>
              <a:cxn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50"/>
            <p:cNvSpPr/>
            <p:nvPr/>
          </p:nvSpPr>
          <p:spPr>
            <a:xfrm>
              <a:off x="1965625" y="6422313"/>
              <a:ext cx="148175" cy="129975"/>
            </a:xfrm>
            <a:custGeom>
              <a:avLst/>
              <a:gdLst/>
              <a:ahLst/>
              <a:cxn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50"/>
            <p:cNvSpPr/>
            <p:nvPr/>
          </p:nvSpPr>
          <p:spPr>
            <a:xfrm>
              <a:off x="1998750" y="6430463"/>
              <a:ext cx="115050" cy="122175"/>
            </a:xfrm>
            <a:custGeom>
              <a:avLst/>
              <a:gdLst/>
              <a:ahLst/>
              <a:cxn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50"/>
            <p:cNvSpPr/>
            <p:nvPr/>
          </p:nvSpPr>
          <p:spPr>
            <a:xfrm>
              <a:off x="1980950" y="6458463"/>
              <a:ext cx="119975" cy="66425"/>
            </a:xfrm>
            <a:custGeom>
              <a:avLst/>
              <a:gdLst/>
              <a:ahLst/>
              <a:cxn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50"/>
            <p:cNvSpPr/>
            <p:nvPr/>
          </p:nvSpPr>
          <p:spPr>
            <a:xfrm>
              <a:off x="1980950" y="6453363"/>
              <a:ext cx="117525" cy="69075"/>
            </a:xfrm>
            <a:custGeom>
              <a:avLst/>
              <a:gdLst/>
              <a:ahLst/>
              <a:cxn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50"/>
            <p:cNvSpPr/>
            <p:nvPr/>
          </p:nvSpPr>
          <p:spPr>
            <a:xfrm>
              <a:off x="2141775" y="6343413"/>
              <a:ext cx="130400" cy="130400"/>
            </a:xfrm>
            <a:custGeom>
              <a:avLst/>
              <a:gdLst/>
              <a:ahLst/>
              <a:cxn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50"/>
            <p:cNvSpPr/>
            <p:nvPr/>
          </p:nvSpPr>
          <p:spPr>
            <a:xfrm>
              <a:off x="2118900" y="6340513"/>
              <a:ext cx="150600" cy="130050"/>
            </a:xfrm>
            <a:custGeom>
              <a:avLst/>
              <a:gdLst/>
              <a:ahLst/>
              <a:cxn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50"/>
            <p:cNvSpPr/>
            <p:nvPr/>
          </p:nvSpPr>
          <p:spPr>
            <a:xfrm>
              <a:off x="2152000" y="6348738"/>
              <a:ext cx="117500" cy="122175"/>
            </a:xfrm>
            <a:custGeom>
              <a:avLst/>
              <a:gdLst/>
              <a:ahLst/>
              <a:cxn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50"/>
            <p:cNvSpPr/>
            <p:nvPr/>
          </p:nvSpPr>
          <p:spPr>
            <a:xfrm>
              <a:off x="2136675" y="6376738"/>
              <a:ext cx="117500" cy="66425"/>
            </a:xfrm>
            <a:custGeom>
              <a:avLst/>
              <a:gdLst/>
              <a:ahLst/>
              <a:cxn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50"/>
            <p:cNvSpPr/>
            <p:nvPr/>
          </p:nvSpPr>
          <p:spPr>
            <a:xfrm>
              <a:off x="2134225" y="6371613"/>
              <a:ext cx="119950" cy="66450"/>
            </a:xfrm>
            <a:custGeom>
              <a:avLst/>
              <a:gdLst/>
              <a:ahLst/>
              <a:cxn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50"/>
            <p:cNvSpPr/>
            <p:nvPr/>
          </p:nvSpPr>
          <p:spPr>
            <a:xfrm>
              <a:off x="2297675" y="62616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50"/>
            <p:cNvSpPr/>
            <p:nvPr/>
          </p:nvSpPr>
          <p:spPr>
            <a:xfrm>
              <a:off x="2274600" y="6258788"/>
              <a:ext cx="148150" cy="129600"/>
            </a:xfrm>
            <a:custGeom>
              <a:avLst/>
              <a:gdLst/>
              <a:ahLst/>
              <a:cxn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50"/>
            <p:cNvSpPr/>
            <p:nvPr/>
          </p:nvSpPr>
          <p:spPr>
            <a:xfrm>
              <a:off x="2307900" y="6267013"/>
              <a:ext cx="114850" cy="122175"/>
            </a:xfrm>
            <a:custGeom>
              <a:avLst/>
              <a:gdLst/>
              <a:ahLst/>
              <a:cxn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50"/>
            <p:cNvSpPr/>
            <p:nvPr/>
          </p:nvSpPr>
          <p:spPr>
            <a:xfrm>
              <a:off x="2292575" y="6292538"/>
              <a:ext cx="117525" cy="68900"/>
            </a:xfrm>
            <a:custGeom>
              <a:avLst/>
              <a:gdLst/>
              <a:ahLst/>
              <a:cxn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50"/>
            <p:cNvSpPr/>
            <p:nvPr/>
          </p:nvSpPr>
          <p:spPr>
            <a:xfrm>
              <a:off x="2289925" y="6289888"/>
              <a:ext cx="117500" cy="66425"/>
            </a:xfrm>
            <a:custGeom>
              <a:avLst/>
              <a:gdLst/>
              <a:ahLst/>
              <a:cxn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50"/>
            <p:cNvSpPr/>
            <p:nvPr/>
          </p:nvSpPr>
          <p:spPr>
            <a:xfrm>
              <a:off x="2453375" y="6179963"/>
              <a:ext cx="130400" cy="130375"/>
            </a:xfrm>
            <a:custGeom>
              <a:avLst/>
              <a:gdLst/>
              <a:ahLst/>
              <a:cxn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50"/>
            <p:cNvSpPr/>
            <p:nvPr/>
          </p:nvSpPr>
          <p:spPr>
            <a:xfrm>
              <a:off x="2430500" y="6177038"/>
              <a:ext cx="148175" cy="129600"/>
            </a:xfrm>
            <a:custGeom>
              <a:avLst/>
              <a:gdLst/>
              <a:ahLst/>
              <a:cxn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50"/>
            <p:cNvSpPr/>
            <p:nvPr/>
          </p:nvSpPr>
          <p:spPr>
            <a:xfrm>
              <a:off x="2461150" y="6182613"/>
              <a:ext cx="117525" cy="124825"/>
            </a:xfrm>
            <a:custGeom>
              <a:avLst/>
              <a:gdLst/>
              <a:ahLst/>
              <a:cxn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50"/>
            <p:cNvSpPr/>
            <p:nvPr/>
          </p:nvSpPr>
          <p:spPr>
            <a:xfrm>
              <a:off x="2445825" y="6210813"/>
              <a:ext cx="119975" cy="68875"/>
            </a:xfrm>
            <a:custGeom>
              <a:avLst/>
              <a:gdLst/>
              <a:ahLst/>
              <a:cxn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50"/>
            <p:cNvSpPr/>
            <p:nvPr/>
          </p:nvSpPr>
          <p:spPr>
            <a:xfrm>
              <a:off x="2443175" y="6208163"/>
              <a:ext cx="120175" cy="66425"/>
            </a:xfrm>
            <a:custGeom>
              <a:avLst/>
              <a:gdLst/>
              <a:ahLst/>
              <a:cxn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hanks">
  <p:cSld name="CUSTOM_1_1_1_1_1_1_1_1_2">
    <p:spTree>
      <p:nvGrpSpPr>
        <p:cNvPr id="1" name="Shape 2288"/>
        <p:cNvGrpSpPr/>
        <p:nvPr/>
      </p:nvGrpSpPr>
      <p:grpSpPr>
        <a:xfrm>
          <a:off x="0" y="0"/>
          <a:ext cx="0" cy="0"/>
          <a:chOff x="0" y="0"/>
          <a:chExt cx="0" cy="0"/>
        </a:xfrm>
      </p:grpSpPr>
      <p:sp>
        <p:nvSpPr>
          <p:cNvPr id="2289" name="Google Shape;2289;p51"/>
          <p:cNvSpPr txBox="1">
            <a:spLocks noGrp="1"/>
          </p:cNvSpPr>
          <p:nvPr>
            <p:ph type="title"/>
          </p:nvPr>
        </p:nvSpPr>
        <p:spPr>
          <a:xfrm>
            <a:off x="2488075" y="920500"/>
            <a:ext cx="41679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5500"/>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grpSp>
        <p:nvGrpSpPr>
          <p:cNvPr id="2290" name="Google Shape;2290;p51"/>
          <p:cNvGrpSpPr/>
          <p:nvPr/>
        </p:nvGrpSpPr>
        <p:grpSpPr>
          <a:xfrm flipH="1">
            <a:off x="190497" y="65920"/>
            <a:ext cx="2270722" cy="1349163"/>
            <a:chOff x="5158247" y="5691845"/>
            <a:chExt cx="2270722" cy="1349163"/>
          </a:xfrm>
        </p:grpSpPr>
        <p:sp>
          <p:nvSpPr>
            <p:cNvPr id="2291" name="Google Shape;2291;p51"/>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51"/>
            <p:cNvSpPr/>
            <p:nvPr/>
          </p:nvSpPr>
          <p:spPr>
            <a:xfrm>
              <a:off x="5332967" y="56918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51"/>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51"/>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51"/>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51"/>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97" name="Google Shape;2297;p51"/>
          <p:cNvGrpSpPr/>
          <p:nvPr/>
        </p:nvGrpSpPr>
        <p:grpSpPr>
          <a:xfrm>
            <a:off x="8554648" y="1707199"/>
            <a:ext cx="589312" cy="962674"/>
            <a:chOff x="3236798" y="7844724"/>
            <a:chExt cx="589312" cy="962674"/>
          </a:xfrm>
        </p:grpSpPr>
        <p:sp>
          <p:nvSpPr>
            <p:cNvPr id="2298" name="Google Shape;2298;p51"/>
            <p:cNvSpPr/>
            <p:nvPr/>
          </p:nvSpPr>
          <p:spPr>
            <a:xfrm>
              <a:off x="3236798" y="784472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51"/>
            <p:cNvSpPr/>
            <p:nvPr/>
          </p:nvSpPr>
          <p:spPr>
            <a:xfrm>
              <a:off x="3765911" y="874726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51"/>
            <p:cNvSpPr/>
            <p:nvPr/>
          </p:nvSpPr>
          <p:spPr>
            <a:xfrm>
              <a:off x="3525935" y="849345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51"/>
            <p:cNvSpPr/>
            <p:nvPr/>
          </p:nvSpPr>
          <p:spPr>
            <a:xfrm>
              <a:off x="3765928" y="789381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02" name="Google Shape;2302;p51"/>
          <p:cNvGrpSpPr/>
          <p:nvPr/>
        </p:nvGrpSpPr>
        <p:grpSpPr>
          <a:xfrm>
            <a:off x="5123308" y="4675623"/>
            <a:ext cx="987293" cy="324364"/>
            <a:chOff x="5694208" y="9209048"/>
            <a:chExt cx="987293" cy="324364"/>
          </a:xfrm>
        </p:grpSpPr>
        <p:sp>
          <p:nvSpPr>
            <p:cNvPr id="2303" name="Google Shape;2303;p51"/>
            <p:cNvSpPr/>
            <p:nvPr/>
          </p:nvSpPr>
          <p:spPr>
            <a:xfrm>
              <a:off x="6064540" y="932548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51"/>
            <p:cNvSpPr/>
            <p:nvPr/>
          </p:nvSpPr>
          <p:spPr>
            <a:xfrm>
              <a:off x="5694208" y="9448789"/>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51"/>
            <p:cNvSpPr/>
            <p:nvPr/>
          </p:nvSpPr>
          <p:spPr>
            <a:xfrm>
              <a:off x="6621626" y="9209048"/>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06" name="Google Shape;2306;p51"/>
          <p:cNvSpPr/>
          <p:nvPr/>
        </p:nvSpPr>
        <p:spPr>
          <a:xfrm rot="-5400000">
            <a:off x="7033096" y="-403711"/>
            <a:ext cx="1707214" cy="2514607"/>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51"/>
          <p:cNvSpPr/>
          <p:nvPr/>
        </p:nvSpPr>
        <p:spPr>
          <a:xfrm>
            <a:off x="0" y="0"/>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51"/>
          <p:cNvSpPr/>
          <p:nvPr/>
        </p:nvSpPr>
        <p:spPr>
          <a:xfrm flipH="1">
            <a:off x="34" y="3181350"/>
            <a:ext cx="1332091" cy="1962258"/>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51"/>
          <p:cNvSpPr txBox="1">
            <a:spLocks noGrp="1"/>
          </p:cNvSpPr>
          <p:nvPr>
            <p:ph type="subTitle" idx="1"/>
          </p:nvPr>
        </p:nvSpPr>
        <p:spPr>
          <a:xfrm>
            <a:off x="2488075" y="1500375"/>
            <a:ext cx="4167900" cy="872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3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310" name="Google Shape;2310;p51"/>
          <p:cNvSpPr txBox="1"/>
          <p:nvPr/>
        </p:nvSpPr>
        <p:spPr>
          <a:xfrm>
            <a:off x="2209625" y="3289175"/>
            <a:ext cx="4724700" cy="646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2"/>
                </a:solidFill>
                <a:latin typeface="Nunito"/>
                <a:ea typeface="Nunito"/>
                <a:cs typeface="Nunito"/>
                <a:sym typeface="Nunito"/>
              </a:rPr>
              <a:t>CREDITS: </a:t>
            </a:r>
            <a:r>
              <a:rPr lang="en" sz="1200">
                <a:solidFill>
                  <a:schemeClr val="lt2"/>
                </a:solidFill>
                <a:latin typeface="Nunito"/>
                <a:ea typeface="Nunito"/>
                <a:cs typeface="Nunito"/>
                <a:sym typeface="Nunito"/>
              </a:rPr>
              <a:t>This presentation template was created by </a:t>
            </a:r>
            <a:r>
              <a:rPr lang="en" sz="1200" b="1">
                <a:solidFill>
                  <a:schemeClr val="lt2"/>
                </a:solidFill>
                <a:uFill>
                  <a:noFill/>
                </a:uFill>
                <a:latin typeface="Nunito"/>
                <a:ea typeface="Nunito"/>
                <a:cs typeface="Nunito"/>
                <a:sym typeface="Nunito"/>
                <a:hlinkClick r:id="rId2">
                  <a:extLst>
                    <a:ext uri="{A12FA001-AC4F-418D-AE19-62706E023703}">
                      <ahyp:hlinkClr xmlns:ahyp="http://schemas.microsoft.com/office/drawing/2018/hyperlinkcolor" val="tx"/>
                    </a:ext>
                  </a:extLst>
                </a:hlinkClick>
              </a:rPr>
              <a:t>Slidesgo</a:t>
            </a:r>
            <a:r>
              <a:rPr lang="en" sz="1200">
                <a:solidFill>
                  <a:schemeClr val="lt2"/>
                </a:solidFill>
                <a:latin typeface="Nunito"/>
                <a:ea typeface="Nunito"/>
                <a:cs typeface="Nunito"/>
                <a:sym typeface="Nunito"/>
              </a:rPr>
              <a:t>, including icons by</a:t>
            </a:r>
            <a:r>
              <a:rPr lang="en" sz="1200" b="1">
                <a:solidFill>
                  <a:schemeClr val="lt2"/>
                </a:solidFill>
                <a:latin typeface="Nunito"/>
                <a:ea typeface="Nunito"/>
                <a:cs typeface="Nunito"/>
                <a:sym typeface="Nunito"/>
              </a:rPr>
              <a:t> </a:t>
            </a:r>
            <a:r>
              <a:rPr lang="en" sz="1200" b="1">
                <a:solidFill>
                  <a:schemeClr val="lt2"/>
                </a:solidFill>
                <a:uFill>
                  <a:noFill/>
                </a:uFill>
                <a:latin typeface="Nunito"/>
                <a:ea typeface="Nunito"/>
                <a:cs typeface="Nunito"/>
                <a:sym typeface="Nunito"/>
                <a:hlinkClick r:id="rId3">
                  <a:extLst>
                    <a:ext uri="{A12FA001-AC4F-418D-AE19-62706E023703}">
                      <ahyp:hlinkClr xmlns:ahyp="http://schemas.microsoft.com/office/drawing/2018/hyperlinkcolor" val="tx"/>
                    </a:ext>
                  </a:extLst>
                </a:hlinkClick>
              </a:rPr>
              <a:t>Flaticon</a:t>
            </a:r>
            <a:r>
              <a:rPr lang="en" sz="1200">
                <a:solidFill>
                  <a:schemeClr val="lt2"/>
                </a:solidFill>
                <a:latin typeface="Nunito"/>
                <a:ea typeface="Nunito"/>
                <a:cs typeface="Nunito"/>
                <a:sym typeface="Nunito"/>
              </a:rPr>
              <a:t>, and infographics &amp; images by </a:t>
            </a:r>
            <a:r>
              <a:rPr lang="en" sz="1200" b="1">
                <a:solidFill>
                  <a:schemeClr val="lt2"/>
                </a:solidFill>
                <a:uFill>
                  <a:noFill/>
                </a:uFill>
                <a:latin typeface="Nunito"/>
                <a:ea typeface="Nunito"/>
                <a:cs typeface="Nunito"/>
                <a:sym typeface="Nunito"/>
                <a:hlinkClick r:id="rId4">
                  <a:extLst>
                    <a:ext uri="{A12FA001-AC4F-418D-AE19-62706E023703}">
                      <ahyp:hlinkClr xmlns:ahyp="http://schemas.microsoft.com/office/drawing/2018/hyperlinkcolor" val="tx"/>
                    </a:ext>
                  </a:extLst>
                </a:hlinkClick>
              </a:rPr>
              <a:t>Freepik</a:t>
            </a:r>
            <a:endParaRPr sz="1200" b="1">
              <a:solidFill>
                <a:schemeClr val="lt2"/>
              </a:solidFill>
              <a:latin typeface="Nunito"/>
              <a:ea typeface="Nunito"/>
              <a:cs typeface="Nunito"/>
              <a:sym typeface="Nunito"/>
            </a:endParaRPr>
          </a:p>
        </p:txBody>
      </p:sp>
      <p:grpSp>
        <p:nvGrpSpPr>
          <p:cNvPr id="2311" name="Google Shape;2311;p51"/>
          <p:cNvGrpSpPr/>
          <p:nvPr/>
        </p:nvGrpSpPr>
        <p:grpSpPr>
          <a:xfrm>
            <a:off x="7127363" y="2515738"/>
            <a:ext cx="1795725" cy="2292400"/>
            <a:chOff x="3962225" y="1536275"/>
            <a:chExt cx="1795725" cy="2292400"/>
          </a:xfrm>
        </p:grpSpPr>
        <p:sp>
          <p:nvSpPr>
            <p:cNvPr id="2312" name="Google Shape;2312;p51"/>
            <p:cNvSpPr/>
            <p:nvPr/>
          </p:nvSpPr>
          <p:spPr>
            <a:xfrm>
              <a:off x="3962225" y="1655850"/>
              <a:ext cx="985925" cy="744150"/>
            </a:xfrm>
            <a:custGeom>
              <a:avLst/>
              <a:gdLst/>
              <a:ahLst/>
              <a:cxn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51"/>
            <p:cNvSpPr/>
            <p:nvPr/>
          </p:nvSpPr>
          <p:spPr>
            <a:xfrm>
              <a:off x="4054175" y="2052025"/>
              <a:ext cx="130375" cy="130375"/>
            </a:xfrm>
            <a:custGeom>
              <a:avLst/>
              <a:gdLst/>
              <a:ahLst/>
              <a:cxn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51"/>
            <p:cNvSpPr/>
            <p:nvPr/>
          </p:nvSpPr>
          <p:spPr>
            <a:xfrm>
              <a:off x="4031275" y="2049175"/>
              <a:ext cx="148175" cy="131150"/>
            </a:xfrm>
            <a:custGeom>
              <a:avLst/>
              <a:gdLst/>
              <a:ahLst/>
              <a:cxn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51"/>
            <p:cNvSpPr/>
            <p:nvPr/>
          </p:nvSpPr>
          <p:spPr>
            <a:xfrm>
              <a:off x="4061925" y="2057325"/>
              <a:ext cx="117525" cy="122175"/>
            </a:xfrm>
            <a:custGeom>
              <a:avLst/>
              <a:gdLst/>
              <a:ahLst/>
              <a:cxn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51"/>
            <p:cNvSpPr/>
            <p:nvPr/>
          </p:nvSpPr>
          <p:spPr>
            <a:xfrm>
              <a:off x="4046600" y="2085325"/>
              <a:ext cx="119975" cy="66425"/>
            </a:xfrm>
            <a:custGeom>
              <a:avLst/>
              <a:gdLst/>
              <a:ahLst/>
              <a:cxn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51"/>
            <p:cNvSpPr/>
            <p:nvPr/>
          </p:nvSpPr>
          <p:spPr>
            <a:xfrm>
              <a:off x="4043950" y="2080225"/>
              <a:ext cx="120175" cy="69075"/>
            </a:xfrm>
            <a:custGeom>
              <a:avLst/>
              <a:gdLst/>
              <a:ahLst/>
              <a:cxn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51"/>
            <p:cNvSpPr/>
            <p:nvPr/>
          </p:nvSpPr>
          <p:spPr>
            <a:xfrm>
              <a:off x="4207425" y="1970275"/>
              <a:ext cx="130375" cy="130400"/>
            </a:xfrm>
            <a:custGeom>
              <a:avLst/>
              <a:gdLst/>
              <a:ahLst/>
              <a:cxn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51"/>
            <p:cNvSpPr/>
            <p:nvPr/>
          </p:nvSpPr>
          <p:spPr>
            <a:xfrm>
              <a:off x="4184525" y="1967450"/>
              <a:ext cx="148175" cy="129975"/>
            </a:xfrm>
            <a:custGeom>
              <a:avLst/>
              <a:gdLst/>
              <a:ahLst/>
              <a:cxn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51"/>
            <p:cNvSpPr/>
            <p:nvPr/>
          </p:nvSpPr>
          <p:spPr>
            <a:xfrm>
              <a:off x="4217650" y="1975600"/>
              <a:ext cx="115050" cy="122175"/>
            </a:xfrm>
            <a:custGeom>
              <a:avLst/>
              <a:gdLst/>
              <a:ahLst/>
              <a:cxn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51"/>
            <p:cNvSpPr/>
            <p:nvPr/>
          </p:nvSpPr>
          <p:spPr>
            <a:xfrm>
              <a:off x="4202325" y="2003600"/>
              <a:ext cx="117500" cy="66425"/>
            </a:xfrm>
            <a:custGeom>
              <a:avLst/>
              <a:gdLst/>
              <a:ahLst/>
              <a:cxn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51"/>
            <p:cNvSpPr/>
            <p:nvPr/>
          </p:nvSpPr>
          <p:spPr>
            <a:xfrm>
              <a:off x="4199850" y="1998475"/>
              <a:ext cx="119975" cy="69100"/>
            </a:xfrm>
            <a:custGeom>
              <a:avLst/>
              <a:gdLst/>
              <a:ahLst/>
              <a:cxn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51"/>
            <p:cNvSpPr/>
            <p:nvPr/>
          </p:nvSpPr>
          <p:spPr>
            <a:xfrm>
              <a:off x="4363325" y="1888550"/>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51"/>
            <p:cNvSpPr/>
            <p:nvPr/>
          </p:nvSpPr>
          <p:spPr>
            <a:xfrm>
              <a:off x="4340250" y="1885725"/>
              <a:ext cx="148150" cy="129975"/>
            </a:xfrm>
            <a:custGeom>
              <a:avLst/>
              <a:gdLst/>
              <a:ahLst/>
              <a:cxn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51"/>
            <p:cNvSpPr/>
            <p:nvPr/>
          </p:nvSpPr>
          <p:spPr>
            <a:xfrm>
              <a:off x="4373550" y="1893875"/>
              <a:ext cx="114850" cy="122175"/>
            </a:xfrm>
            <a:custGeom>
              <a:avLst/>
              <a:gdLst/>
              <a:ahLst/>
              <a:cxn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51"/>
            <p:cNvSpPr/>
            <p:nvPr/>
          </p:nvSpPr>
          <p:spPr>
            <a:xfrm>
              <a:off x="4355575" y="1921850"/>
              <a:ext cx="120175" cy="66450"/>
            </a:xfrm>
            <a:custGeom>
              <a:avLst/>
              <a:gdLst/>
              <a:ahLst/>
              <a:cxn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51"/>
            <p:cNvSpPr/>
            <p:nvPr/>
          </p:nvSpPr>
          <p:spPr>
            <a:xfrm>
              <a:off x="4355575" y="1916750"/>
              <a:ext cx="117500" cy="69100"/>
            </a:xfrm>
            <a:custGeom>
              <a:avLst/>
              <a:gdLst/>
              <a:ahLst/>
              <a:cxn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51"/>
            <p:cNvSpPr/>
            <p:nvPr/>
          </p:nvSpPr>
          <p:spPr>
            <a:xfrm>
              <a:off x="4516575" y="1806825"/>
              <a:ext cx="130200" cy="130375"/>
            </a:xfrm>
            <a:custGeom>
              <a:avLst/>
              <a:gdLst/>
              <a:ahLst/>
              <a:cxn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51"/>
            <p:cNvSpPr/>
            <p:nvPr/>
          </p:nvSpPr>
          <p:spPr>
            <a:xfrm>
              <a:off x="4493500" y="1803975"/>
              <a:ext cx="150825" cy="129975"/>
            </a:xfrm>
            <a:custGeom>
              <a:avLst/>
              <a:gdLst/>
              <a:ahLst/>
              <a:cxn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51"/>
            <p:cNvSpPr/>
            <p:nvPr/>
          </p:nvSpPr>
          <p:spPr>
            <a:xfrm>
              <a:off x="4526800" y="1812125"/>
              <a:ext cx="117525" cy="122175"/>
            </a:xfrm>
            <a:custGeom>
              <a:avLst/>
              <a:gdLst/>
              <a:ahLst/>
              <a:cxn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51"/>
            <p:cNvSpPr/>
            <p:nvPr/>
          </p:nvSpPr>
          <p:spPr>
            <a:xfrm>
              <a:off x="4511475" y="1840125"/>
              <a:ext cx="117525" cy="66425"/>
            </a:xfrm>
            <a:custGeom>
              <a:avLst/>
              <a:gdLst/>
              <a:ahLst/>
              <a:cxn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51"/>
            <p:cNvSpPr/>
            <p:nvPr/>
          </p:nvSpPr>
          <p:spPr>
            <a:xfrm>
              <a:off x="4508825" y="1835025"/>
              <a:ext cx="120175" cy="69075"/>
            </a:xfrm>
            <a:custGeom>
              <a:avLst/>
              <a:gdLst/>
              <a:ahLst/>
              <a:cxn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51"/>
            <p:cNvSpPr/>
            <p:nvPr/>
          </p:nvSpPr>
          <p:spPr>
            <a:xfrm>
              <a:off x="4672275" y="1725075"/>
              <a:ext cx="130400" cy="130400"/>
            </a:xfrm>
            <a:custGeom>
              <a:avLst/>
              <a:gdLst/>
              <a:ahLst/>
              <a:cxn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51"/>
            <p:cNvSpPr/>
            <p:nvPr/>
          </p:nvSpPr>
          <p:spPr>
            <a:xfrm>
              <a:off x="4649400" y="1722175"/>
              <a:ext cx="148175" cy="130050"/>
            </a:xfrm>
            <a:custGeom>
              <a:avLst/>
              <a:gdLst/>
              <a:ahLst/>
              <a:cxn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51"/>
            <p:cNvSpPr/>
            <p:nvPr/>
          </p:nvSpPr>
          <p:spPr>
            <a:xfrm>
              <a:off x="4682500" y="1730400"/>
              <a:ext cx="115075" cy="122175"/>
            </a:xfrm>
            <a:custGeom>
              <a:avLst/>
              <a:gdLst/>
              <a:ahLst/>
              <a:cxn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51"/>
            <p:cNvSpPr/>
            <p:nvPr/>
          </p:nvSpPr>
          <p:spPr>
            <a:xfrm>
              <a:off x="4667175" y="1758400"/>
              <a:ext cx="117525" cy="66425"/>
            </a:xfrm>
            <a:custGeom>
              <a:avLst/>
              <a:gdLst/>
              <a:ahLst/>
              <a:cxn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51"/>
            <p:cNvSpPr/>
            <p:nvPr/>
          </p:nvSpPr>
          <p:spPr>
            <a:xfrm>
              <a:off x="4664725" y="1753275"/>
              <a:ext cx="117525" cy="69100"/>
            </a:xfrm>
            <a:custGeom>
              <a:avLst/>
              <a:gdLst/>
              <a:ahLst/>
              <a:cxn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51"/>
            <p:cNvSpPr/>
            <p:nvPr/>
          </p:nvSpPr>
          <p:spPr>
            <a:xfrm>
              <a:off x="4128350" y="2195050"/>
              <a:ext cx="130175" cy="130400"/>
            </a:xfrm>
            <a:custGeom>
              <a:avLst/>
              <a:gdLst/>
              <a:ahLst/>
              <a:cxn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51"/>
            <p:cNvSpPr/>
            <p:nvPr/>
          </p:nvSpPr>
          <p:spPr>
            <a:xfrm>
              <a:off x="4105250" y="2192225"/>
              <a:ext cx="148175" cy="129975"/>
            </a:xfrm>
            <a:custGeom>
              <a:avLst/>
              <a:gdLst/>
              <a:ahLst/>
              <a:cxn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51"/>
            <p:cNvSpPr/>
            <p:nvPr/>
          </p:nvSpPr>
          <p:spPr>
            <a:xfrm>
              <a:off x="4138550" y="2200375"/>
              <a:ext cx="114875" cy="122175"/>
            </a:xfrm>
            <a:custGeom>
              <a:avLst/>
              <a:gdLst/>
              <a:ahLst/>
              <a:cxn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51"/>
            <p:cNvSpPr/>
            <p:nvPr/>
          </p:nvSpPr>
          <p:spPr>
            <a:xfrm>
              <a:off x="4123225" y="2228350"/>
              <a:ext cx="117525" cy="66450"/>
            </a:xfrm>
            <a:custGeom>
              <a:avLst/>
              <a:gdLst/>
              <a:ahLst/>
              <a:cxn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51"/>
            <p:cNvSpPr/>
            <p:nvPr/>
          </p:nvSpPr>
          <p:spPr>
            <a:xfrm>
              <a:off x="4120575" y="2223250"/>
              <a:ext cx="120175" cy="69100"/>
            </a:xfrm>
            <a:custGeom>
              <a:avLst/>
              <a:gdLst/>
              <a:ahLst/>
              <a:cxn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51"/>
            <p:cNvSpPr/>
            <p:nvPr/>
          </p:nvSpPr>
          <p:spPr>
            <a:xfrm>
              <a:off x="4284050" y="2113325"/>
              <a:ext cx="130400" cy="130375"/>
            </a:xfrm>
            <a:custGeom>
              <a:avLst/>
              <a:gdLst/>
              <a:ahLst/>
              <a:cxn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51"/>
            <p:cNvSpPr/>
            <p:nvPr/>
          </p:nvSpPr>
          <p:spPr>
            <a:xfrm>
              <a:off x="4261150" y="2110475"/>
              <a:ext cx="148175" cy="129975"/>
            </a:xfrm>
            <a:custGeom>
              <a:avLst/>
              <a:gdLst/>
              <a:ahLst/>
              <a:cxn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51"/>
            <p:cNvSpPr/>
            <p:nvPr/>
          </p:nvSpPr>
          <p:spPr>
            <a:xfrm>
              <a:off x="4294275" y="2118625"/>
              <a:ext cx="115050" cy="122175"/>
            </a:xfrm>
            <a:custGeom>
              <a:avLst/>
              <a:gdLst/>
              <a:ahLst/>
              <a:cxn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51"/>
            <p:cNvSpPr/>
            <p:nvPr/>
          </p:nvSpPr>
          <p:spPr>
            <a:xfrm>
              <a:off x="4276475" y="2146625"/>
              <a:ext cx="119975" cy="66425"/>
            </a:xfrm>
            <a:custGeom>
              <a:avLst/>
              <a:gdLst/>
              <a:ahLst/>
              <a:cxn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51"/>
            <p:cNvSpPr/>
            <p:nvPr/>
          </p:nvSpPr>
          <p:spPr>
            <a:xfrm>
              <a:off x="4276475" y="2141525"/>
              <a:ext cx="117525" cy="69075"/>
            </a:xfrm>
            <a:custGeom>
              <a:avLst/>
              <a:gdLst/>
              <a:ahLst/>
              <a:cxn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51"/>
            <p:cNvSpPr/>
            <p:nvPr/>
          </p:nvSpPr>
          <p:spPr>
            <a:xfrm>
              <a:off x="4437300" y="2031575"/>
              <a:ext cx="130400" cy="130400"/>
            </a:xfrm>
            <a:custGeom>
              <a:avLst/>
              <a:gdLst/>
              <a:ahLst/>
              <a:cxn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51"/>
            <p:cNvSpPr/>
            <p:nvPr/>
          </p:nvSpPr>
          <p:spPr>
            <a:xfrm>
              <a:off x="4414425" y="2028675"/>
              <a:ext cx="150600" cy="130050"/>
            </a:xfrm>
            <a:custGeom>
              <a:avLst/>
              <a:gdLst/>
              <a:ahLst/>
              <a:cxn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51"/>
            <p:cNvSpPr/>
            <p:nvPr/>
          </p:nvSpPr>
          <p:spPr>
            <a:xfrm>
              <a:off x="4447525" y="2036900"/>
              <a:ext cx="117500" cy="122175"/>
            </a:xfrm>
            <a:custGeom>
              <a:avLst/>
              <a:gdLst/>
              <a:ahLst/>
              <a:cxn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51"/>
            <p:cNvSpPr/>
            <p:nvPr/>
          </p:nvSpPr>
          <p:spPr>
            <a:xfrm>
              <a:off x="4432200" y="2064900"/>
              <a:ext cx="117500" cy="66425"/>
            </a:xfrm>
            <a:custGeom>
              <a:avLst/>
              <a:gdLst/>
              <a:ahLst/>
              <a:cxn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51"/>
            <p:cNvSpPr/>
            <p:nvPr/>
          </p:nvSpPr>
          <p:spPr>
            <a:xfrm>
              <a:off x="4429750" y="2059775"/>
              <a:ext cx="119950" cy="66450"/>
            </a:xfrm>
            <a:custGeom>
              <a:avLst/>
              <a:gdLst/>
              <a:ahLst/>
              <a:cxn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51"/>
            <p:cNvSpPr/>
            <p:nvPr/>
          </p:nvSpPr>
          <p:spPr>
            <a:xfrm>
              <a:off x="4593200" y="1949850"/>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51"/>
            <p:cNvSpPr/>
            <p:nvPr/>
          </p:nvSpPr>
          <p:spPr>
            <a:xfrm>
              <a:off x="4570125" y="1946950"/>
              <a:ext cx="148150" cy="129600"/>
            </a:xfrm>
            <a:custGeom>
              <a:avLst/>
              <a:gdLst/>
              <a:ahLst/>
              <a:cxn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51"/>
            <p:cNvSpPr/>
            <p:nvPr/>
          </p:nvSpPr>
          <p:spPr>
            <a:xfrm>
              <a:off x="4603425" y="1955175"/>
              <a:ext cx="114850" cy="122175"/>
            </a:xfrm>
            <a:custGeom>
              <a:avLst/>
              <a:gdLst/>
              <a:ahLst/>
              <a:cxn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51"/>
            <p:cNvSpPr/>
            <p:nvPr/>
          </p:nvSpPr>
          <p:spPr>
            <a:xfrm>
              <a:off x="4588100" y="1980700"/>
              <a:ext cx="117525" cy="68900"/>
            </a:xfrm>
            <a:custGeom>
              <a:avLst/>
              <a:gdLst/>
              <a:ahLst/>
              <a:cxn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51"/>
            <p:cNvSpPr/>
            <p:nvPr/>
          </p:nvSpPr>
          <p:spPr>
            <a:xfrm>
              <a:off x="4585450" y="1978050"/>
              <a:ext cx="117500" cy="66425"/>
            </a:xfrm>
            <a:custGeom>
              <a:avLst/>
              <a:gdLst/>
              <a:ahLst/>
              <a:cxn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51"/>
            <p:cNvSpPr/>
            <p:nvPr/>
          </p:nvSpPr>
          <p:spPr>
            <a:xfrm>
              <a:off x="4748900" y="1868125"/>
              <a:ext cx="130400" cy="130375"/>
            </a:xfrm>
            <a:custGeom>
              <a:avLst/>
              <a:gdLst/>
              <a:ahLst/>
              <a:cxn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51"/>
            <p:cNvSpPr/>
            <p:nvPr/>
          </p:nvSpPr>
          <p:spPr>
            <a:xfrm>
              <a:off x="4726025" y="1865200"/>
              <a:ext cx="148175" cy="129600"/>
            </a:xfrm>
            <a:custGeom>
              <a:avLst/>
              <a:gdLst/>
              <a:ahLst/>
              <a:cxn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51"/>
            <p:cNvSpPr/>
            <p:nvPr/>
          </p:nvSpPr>
          <p:spPr>
            <a:xfrm>
              <a:off x="4756675" y="1870775"/>
              <a:ext cx="117525" cy="124825"/>
            </a:xfrm>
            <a:custGeom>
              <a:avLst/>
              <a:gdLst/>
              <a:ahLst/>
              <a:cxn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51"/>
            <p:cNvSpPr/>
            <p:nvPr/>
          </p:nvSpPr>
          <p:spPr>
            <a:xfrm>
              <a:off x="4741350" y="1898975"/>
              <a:ext cx="119975" cy="68875"/>
            </a:xfrm>
            <a:custGeom>
              <a:avLst/>
              <a:gdLst/>
              <a:ahLst/>
              <a:cxn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51"/>
            <p:cNvSpPr/>
            <p:nvPr/>
          </p:nvSpPr>
          <p:spPr>
            <a:xfrm>
              <a:off x="4738700" y="1896325"/>
              <a:ext cx="120175" cy="66425"/>
            </a:xfrm>
            <a:custGeom>
              <a:avLst/>
              <a:gdLst/>
              <a:ahLst/>
              <a:cxn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51"/>
            <p:cNvSpPr/>
            <p:nvPr/>
          </p:nvSpPr>
          <p:spPr>
            <a:xfrm>
              <a:off x="4830650" y="2448025"/>
              <a:ext cx="482850" cy="533550"/>
            </a:xfrm>
            <a:custGeom>
              <a:avLst/>
              <a:gdLst/>
              <a:ahLst/>
              <a:cxnLst/>
              <a:rect l="l" t="t" r="r" b="b"/>
              <a:pathLst>
                <a:path w="19314" h="21342" extrusionOk="0">
                  <a:moveTo>
                    <a:pt x="5926" y="0"/>
                  </a:moveTo>
                  <a:lnTo>
                    <a:pt x="5722" y="1022"/>
                  </a:lnTo>
                  <a:cubicBezTo>
                    <a:pt x="4291" y="1128"/>
                    <a:pt x="3065" y="1945"/>
                    <a:pt x="2763" y="3270"/>
                  </a:cubicBezTo>
                  <a:lnTo>
                    <a:pt x="311" y="15840"/>
                  </a:lnTo>
                  <a:cubicBezTo>
                    <a:pt x="0" y="17475"/>
                    <a:pt x="1332" y="19003"/>
                    <a:pt x="3172" y="19412"/>
                  </a:cubicBezTo>
                  <a:lnTo>
                    <a:pt x="12571" y="21251"/>
                  </a:lnTo>
                  <a:cubicBezTo>
                    <a:pt x="12860" y="21312"/>
                    <a:pt x="13145" y="21341"/>
                    <a:pt x="13421" y="21341"/>
                  </a:cubicBezTo>
                  <a:cubicBezTo>
                    <a:pt x="14996" y="21341"/>
                    <a:pt x="16294" y="20394"/>
                    <a:pt x="16551" y="19003"/>
                  </a:cubicBezTo>
                  <a:lnTo>
                    <a:pt x="19003" y="6539"/>
                  </a:lnTo>
                  <a:cubicBezTo>
                    <a:pt x="19314" y="5215"/>
                    <a:pt x="18497" y="3883"/>
                    <a:pt x="17164" y="3270"/>
                  </a:cubicBezTo>
                  <a:lnTo>
                    <a:pt x="17369" y="2248"/>
                  </a:lnTo>
                  <a:lnTo>
                    <a:pt x="5926"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51"/>
            <p:cNvSpPr/>
            <p:nvPr/>
          </p:nvSpPr>
          <p:spPr>
            <a:xfrm>
              <a:off x="4976325" y="2448025"/>
              <a:ext cx="288550" cy="71525"/>
            </a:xfrm>
            <a:custGeom>
              <a:avLst/>
              <a:gdLst/>
              <a:ahLst/>
              <a:cxnLst/>
              <a:rect l="l" t="t" r="r" b="b"/>
              <a:pathLst>
                <a:path w="11542" h="2861" extrusionOk="0">
                  <a:moveTo>
                    <a:pt x="99" y="0"/>
                  </a:moveTo>
                  <a:lnTo>
                    <a:pt x="1" y="613"/>
                  </a:lnTo>
                  <a:lnTo>
                    <a:pt x="11444" y="2861"/>
                  </a:lnTo>
                  <a:lnTo>
                    <a:pt x="11542" y="2248"/>
                  </a:lnTo>
                  <a:lnTo>
                    <a:pt x="99"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51"/>
            <p:cNvSpPr/>
            <p:nvPr/>
          </p:nvSpPr>
          <p:spPr>
            <a:xfrm>
              <a:off x="4958350" y="2366275"/>
              <a:ext cx="344950" cy="143075"/>
            </a:xfrm>
            <a:custGeom>
              <a:avLst/>
              <a:gdLst/>
              <a:ahLst/>
              <a:cxnLst/>
              <a:rect l="l" t="t" r="r" b="b"/>
              <a:pathLst>
                <a:path w="13798" h="5723" extrusionOk="0">
                  <a:moveTo>
                    <a:pt x="614" y="1"/>
                  </a:moveTo>
                  <a:lnTo>
                    <a:pt x="1" y="3066"/>
                  </a:lnTo>
                  <a:lnTo>
                    <a:pt x="13184" y="5722"/>
                  </a:lnTo>
                  <a:lnTo>
                    <a:pt x="13797" y="2559"/>
                  </a:lnTo>
                  <a:lnTo>
                    <a:pt x="6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51"/>
            <p:cNvSpPr/>
            <p:nvPr/>
          </p:nvSpPr>
          <p:spPr>
            <a:xfrm>
              <a:off x="4968575" y="2366275"/>
              <a:ext cx="30675" cy="81775"/>
            </a:xfrm>
            <a:custGeom>
              <a:avLst/>
              <a:gdLst/>
              <a:ahLst/>
              <a:cxnLst/>
              <a:rect l="l" t="t" r="r" b="b"/>
              <a:pathLst>
                <a:path w="1227" h="3271" extrusionOk="0">
                  <a:moveTo>
                    <a:pt x="613" y="1"/>
                  </a:moveTo>
                  <a:lnTo>
                    <a:pt x="0" y="3172"/>
                  </a:lnTo>
                  <a:lnTo>
                    <a:pt x="613" y="3270"/>
                  </a:lnTo>
                  <a:lnTo>
                    <a:pt x="1226" y="205"/>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51"/>
            <p:cNvSpPr/>
            <p:nvPr/>
          </p:nvSpPr>
          <p:spPr>
            <a:xfrm>
              <a:off x="4999225" y="2374050"/>
              <a:ext cx="28225" cy="79100"/>
            </a:xfrm>
            <a:custGeom>
              <a:avLst/>
              <a:gdLst/>
              <a:ahLst/>
              <a:cxnLst/>
              <a:rect l="l" t="t" r="r" b="b"/>
              <a:pathLst>
                <a:path w="1129" h="3164" extrusionOk="0">
                  <a:moveTo>
                    <a:pt x="613" y="0"/>
                  </a:moveTo>
                  <a:lnTo>
                    <a:pt x="0" y="3065"/>
                  </a:lnTo>
                  <a:lnTo>
                    <a:pt x="515" y="3164"/>
                  </a:lnTo>
                  <a:lnTo>
                    <a:pt x="1128" y="99"/>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51"/>
            <p:cNvSpPr/>
            <p:nvPr/>
          </p:nvSpPr>
          <p:spPr>
            <a:xfrm>
              <a:off x="5027425" y="2379150"/>
              <a:ext cx="30675" cy="81775"/>
            </a:xfrm>
            <a:custGeom>
              <a:avLst/>
              <a:gdLst/>
              <a:ahLst/>
              <a:cxnLst/>
              <a:rect l="l" t="t" r="r" b="b"/>
              <a:pathLst>
                <a:path w="1227" h="3271" extrusionOk="0">
                  <a:moveTo>
                    <a:pt x="613" y="1"/>
                  </a:moveTo>
                  <a:lnTo>
                    <a:pt x="0" y="3164"/>
                  </a:lnTo>
                  <a:lnTo>
                    <a:pt x="613" y="3270"/>
                  </a:lnTo>
                  <a:lnTo>
                    <a:pt x="1226" y="99"/>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51"/>
            <p:cNvSpPr/>
            <p:nvPr/>
          </p:nvSpPr>
          <p:spPr>
            <a:xfrm>
              <a:off x="5058075" y="2384275"/>
              <a:ext cx="28000" cy="81750"/>
            </a:xfrm>
            <a:custGeom>
              <a:avLst/>
              <a:gdLst/>
              <a:ahLst/>
              <a:cxnLst/>
              <a:rect l="l" t="t" r="r" b="b"/>
              <a:pathLst>
                <a:path w="1120" h="3270" extrusionOk="0">
                  <a:moveTo>
                    <a:pt x="613" y="0"/>
                  </a:moveTo>
                  <a:lnTo>
                    <a:pt x="0" y="3163"/>
                  </a:lnTo>
                  <a:lnTo>
                    <a:pt x="507" y="3269"/>
                  </a:lnTo>
                  <a:lnTo>
                    <a:pt x="1120" y="98"/>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51"/>
            <p:cNvSpPr/>
            <p:nvPr/>
          </p:nvSpPr>
          <p:spPr>
            <a:xfrm>
              <a:off x="5086050" y="2391825"/>
              <a:ext cx="30675" cy="79300"/>
            </a:xfrm>
            <a:custGeom>
              <a:avLst/>
              <a:gdLst/>
              <a:ahLst/>
              <a:cxnLst/>
              <a:rect l="l" t="t" r="r" b="b"/>
              <a:pathLst>
                <a:path w="1227" h="3172" extrusionOk="0">
                  <a:moveTo>
                    <a:pt x="614" y="1"/>
                  </a:moveTo>
                  <a:lnTo>
                    <a:pt x="1" y="3066"/>
                  </a:lnTo>
                  <a:lnTo>
                    <a:pt x="516" y="3172"/>
                  </a:lnTo>
                  <a:lnTo>
                    <a:pt x="1227" y="107"/>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51"/>
            <p:cNvSpPr/>
            <p:nvPr/>
          </p:nvSpPr>
          <p:spPr>
            <a:xfrm>
              <a:off x="5114250" y="2396925"/>
              <a:ext cx="30675" cy="81775"/>
            </a:xfrm>
            <a:custGeom>
              <a:avLst/>
              <a:gdLst/>
              <a:ahLst/>
              <a:cxnLst/>
              <a:rect l="l" t="t" r="r" b="b"/>
              <a:pathLst>
                <a:path w="1227" h="3271" extrusionOk="0">
                  <a:moveTo>
                    <a:pt x="712" y="1"/>
                  </a:moveTo>
                  <a:lnTo>
                    <a:pt x="1" y="3066"/>
                  </a:lnTo>
                  <a:lnTo>
                    <a:pt x="614" y="3270"/>
                  </a:lnTo>
                  <a:lnTo>
                    <a:pt x="1227" y="107"/>
                  </a:lnTo>
                  <a:lnTo>
                    <a:pt x="712"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51"/>
            <p:cNvSpPr/>
            <p:nvPr/>
          </p:nvSpPr>
          <p:spPr>
            <a:xfrm>
              <a:off x="5144900" y="2402050"/>
              <a:ext cx="28025" cy="81750"/>
            </a:xfrm>
            <a:custGeom>
              <a:avLst/>
              <a:gdLst/>
              <a:ahLst/>
              <a:cxnLst/>
              <a:rect l="l" t="t" r="r" b="b"/>
              <a:pathLst>
                <a:path w="1121" h="3270" extrusionOk="0">
                  <a:moveTo>
                    <a:pt x="614" y="0"/>
                  </a:moveTo>
                  <a:lnTo>
                    <a:pt x="1" y="3171"/>
                  </a:lnTo>
                  <a:lnTo>
                    <a:pt x="508" y="3270"/>
                  </a:lnTo>
                  <a:lnTo>
                    <a:pt x="1121" y="106"/>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51"/>
            <p:cNvSpPr/>
            <p:nvPr/>
          </p:nvSpPr>
          <p:spPr>
            <a:xfrm>
              <a:off x="5172900" y="2407150"/>
              <a:ext cx="30675" cy="81750"/>
            </a:xfrm>
            <a:custGeom>
              <a:avLst/>
              <a:gdLst/>
              <a:ahLst/>
              <a:cxnLst/>
              <a:rect l="l" t="t" r="r" b="b"/>
              <a:pathLst>
                <a:path w="1227" h="3270" extrusionOk="0">
                  <a:moveTo>
                    <a:pt x="614" y="1"/>
                  </a:moveTo>
                  <a:lnTo>
                    <a:pt x="1" y="3172"/>
                  </a:lnTo>
                  <a:lnTo>
                    <a:pt x="614" y="3270"/>
                  </a:lnTo>
                  <a:lnTo>
                    <a:pt x="1227" y="205"/>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51"/>
            <p:cNvSpPr/>
            <p:nvPr/>
          </p:nvSpPr>
          <p:spPr>
            <a:xfrm>
              <a:off x="5203550" y="2414925"/>
              <a:ext cx="28225" cy="79100"/>
            </a:xfrm>
            <a:custGeom>
              <a:avLst/>
              <a:gdLst/>
              <a:ahLst/>
              <a:cxnLst/>
              <a:rect l="l" t="t" r="r" b="b"/>
              <a:pathLst>
                <a:path w="1129" h="3164" extrusionOk="0">
                  <a:moveTo>
                    <a:pt x="614" y="0"/>
                  </a:moveTo>
                  <a:lnTo>
                    <a:pt x="1" y="3065"/>
                  </a:lnTo>
                  <a:lnTo>
                    <a:pt x="516" y="3163"/>
                  </a:lnTo>
                  <a:lnTo>
                    <a:pt x="1129" y="98"/>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51"/>
            <p:cNvSpPr/>
            <p:nvPr/>
          </p:nvSpPr>
          <p:spPr>
            <a:xfrm>
              <a:off x="5231750" y="2420025"/>
              <a:ext cx="30675" cy="81750"/>
            </a:xfrm>
            <a:custGeom>
              <a:avLst/>
              <a:gdLst/>
              <a:ahLst/>
              <a:cxnLst/>
              <a:rect l="l" t="t" r="r" b="b"/>
              <a:pathLst>
                <a:path w="1227" h="3270" extrusionOk="0">
                  <a:moveTo>
                    <a:pt x="614" y="0"/>
                  </a:moveTo>
                  <a:lnTo>
                    <a:pt x="1" y="3164"/>
                  </a:lnTo>
                  <a:lnTo>
                    <a:pt x="614" y="3270"/>
                  </a:lnTo>
                  <a:lnTo>
                    <a:pt x="1227" y="99"/>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51"/>
            <p:cNvSpPr/>
            <p:nvPr/>
          </p:nvSpPr>
          <p:spPr>
            <a:xfrm>
              <a:off x="5262400" y="2425125"/>
              <a:ext cx="28025" cy="81775"/>
            </a:xfrm>
            <a:custGeom>
              <a:avLst/>
              <a:gdLst/>
              <a:ahLst/>
              <a:cxnLst/>
              <a:rect l="l" t="t" r="r" b="b"/>
              <a:pathLst>
                <a:path w="1121" h="3271" extrusionOk="0">
                  <a:moveTo>
                    <a:pt x="614" y="1"/>
                  </a:moveTo>
                  <a:lnTo>
                    <a:pt x="1" y="3164"/>
                  </a:lnTo>
                  <a:lnTo>
                    <a:pt x="507" y="3270"/>
                  </a:lnTo>
                  <a:lnTo>
                    <a:pt x="1120"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51"/>
            <p:cNvSpPr/>
            <p:nvPr/>
          </p:nvSpPr>
          <p:spPr>
            <a:xfrm>
              <a:off x="4853725" y="2585950"/>
              <a:ext cx="441800" cy="260550"/>
            </a:xfrm>
            <a:custGeom>
              <a:avLst/>
              <a:gdLst/>
              <a:ahLst/>
              <a:cxnLst/>
              <a:rect l="l" t="t" r="r" b="b"/>
              <a:pathLst>
                <a:path w="17672" h="10422" extrusionOk="0">
                  <a:moveTo>
                    <a:pt x="1431" y="0"/>
                  </a:moveTo>
                  <a:lnTo>
                    <a:pt x="1" y="7152"/>
                  </a:lnTo>
                  <a:lnTo>
                    <a:pt x="16241" y="10421"/>
                  </a:lnTo>
                  <a:lnTo>
                    <a:pt x="17672" y="3172"/>
                  </a:lnTo>
                  <a:lnTo>
                    <a:pt x="14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51"/>
            <p:cNvSpPr/>
            <p:nvPr/>
          </p:nvSpPr>
          <p:spPr>
            <a:xfrm>
              <a:off x="4830650" y="2792925"/>
              <a:ext cx="424025" cy="188650"/>
            </a:xfrm>
            <a:custGeom>
              <a:avLst/>
              <a:gdLst/>
              <a:ahLst/>
              <a:cxnLst/>
              <a:rect l="l" t="t" r="r" b="b"/>
              <a:pathLst>
                <a:path w="16961" h="7546" extrusionOk="0">
                  <a:moveTo>
                    <a:pt x="16960" y="3164"/>
                  </a:moveTo>
                  <a:lnTo>
                    <a:pt x="16945" y="3241"/>
                  </a:lnTo>
                  <a:lnTo>
                    <a:pt x="16945" y="3241"/>
                  </a:lnTo>
                  <a:cubicBezTo>
                    <a:pt x="16950" y="3215"/>
                    <a:pt x="16955" y="3190"/>
                    <a:pt x="16960" y="3164"/>
                  </a:cubicBezTo>
                  <a:close/>
                  <a:moveTo>
                    <a:pt x="719" y="1"/>
                  </a:moveTo>
                  <a:lnTo>
                    <a:pt x="311" y="2044"/>
                  </a:lnTo>
                  <a:cubicBezTo>
                    <a:pt x="0" y="3679"/>
                    <a:pt x="1332" y="5207"/>
                    <a:pt x="3172" y="5616"/>
                  </a:cubicBezTo>
                  <a:lnTo>
                    <a:pt x="12571" y="7455"/>
                  </a:lnTo>
                  <a:cubicBezTo>
                    <a:pt x="12860" y="7516"/>
                    <a:pt x="13145" y="7545"/>
                    <a:pt x="13421" y="7545"/>
                  </a:cubicBezTo>
                  <a:cubicBezTo>
                    <a:pt x="14996" y="7545"/>
                    <a:pt x="16294" y="6598"/>
                    <a:pt x="16551" y="5207"/>
                  </a:cubicBezTo>
                  <a:lnTo>
                    <a:pt x="16945" y="3241"/>
                  </a:lnTo>
                  <a:lnTo>
                    <a:pt x="16945" y="3241"/>
                  </a:lnTo>
                  <a:cubicBezTo>
                    <a:pt x="16655" y="4590"/>
                    <a:pt x="15375" y="5502"/>
                    <a:pt x="13829" y="5502"/>
                  </a:cubicBezTo>
                  <a:cubicBezTo>
                    <a:pt x="13553" y="5502"/>
                    <a:pt x="13269" y="5473"/>
                    <a:pt x="12980" y="5412"/>
                  </a:cubicBezTo>
                  <a:lnTo>
                    <a:pt x="3580" y="3573"/>
                  </a:lnTo>
                  <a:cubicBezTo>
                    <a:pt x="1741" y="3164"/>
                    <a:pt x="409" y="1636"/>
                    <a:pt x="719"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51"/>
            <p:cNvSpPr/>
            <p:nvPr/>
          </p:nvSpPr>
          <p:spPr>
            <a:xfrm>
              <a:off x="4884375" y="2585950"/>
              <a:ext cx="411150" cy="112400"/>
            </a:xfrm>
            <a:custGeom>
              <a:avLst/>
              <a:gdLst/>
              <a:ahLst/>
              <a:cxnLst/>
              <a:rect l="l" t="t" r="r" b="b"/>
              <a:pathLst>
                <a:path w="16446" h="4496" extrusionOk="0">
                  <a:moveTo>
                    <a:pt x="205" y="0"/>
                  </a:moveTo>
                  <a:lnTo>
                    <a:pt x="1" y="1333"/>
                  </a:lnTo>
                  <a:lnTo>
                    <a:pt x="16241" y="4496"/>
                  </a:lnTo>
                  <a:lnTo>
                    <a:pt x="16446" y="3172"/>
                  </a:lnTo>
                  <a:lnTo>
                    <a:pt x="205"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51"/>
            <p:cNvSpPr/>
            <p:nvPr/>
          </p:nvSpPr>
          <p:spPr>
            <a:xfrm>
              <a:off x="4902150" y="2657450"/>
              <a:ext cx="97100" cy="94650"/>
            </a:xfrm>
            <a:custGeom>
              <a:avLst/>
              <a:gdLst/>
              <a:ahLst/>
              <a:cxnLst/>
              <a:rect l="l" t="t" r="r" b="b"/>
              <a:pathLst>
                <a:path w="3884" h="3786" extrusionOk="0">
                  <a:moveTo>
                    <a:pt x="1538" y="1"/>
                  </a:moveTo>
                  <a:lnTo>
                    <a:pt x="1333" y="1023"/>
                  </a:lnTo>
                  <a:lnTo>
                    <a:pt x="312" y="818"/>
                  </a:lnTo>
                  <a:lnTo>
                    <a:pt x="1" y="2249"/>
                  </a:lnTo>
                  <a:lnTo>
                    <a:pt x="1129" y="2453"/>
                  </a:lnTo>
                  <a:lnTo>
                    <a:pt x="925" y="3475"/>
                  </a:lnTo>
                  <a:lnTo>
                    <a:pt x="2355" y="3785"/>
                  </a:lnTo>
                  <a:lnTo>
                    <a:pt x="2559" y="2764"/>
                  </a:lnTo>
                  <a:lnTo>
                    <a:pt x="3581" y="2968"/>
                  </a:lnTo>
                  <a:lnTo>
                    <a:pt x="3883" y="1538"/>
                  </a:lnTo>
                  <a:lnTo>
                    <a:pt x="2862" y="1333"/>
                  </a:lnTo>
                  <a:lnTo>
                    <a:pt x="3066" y="205"/>
                  </a:lnTo>
                  <a:lnTo>
                    <a:pt x="1538"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51"/>
            <p:cNvSpPr/>
            <p:nvPr/>
          </p:nvSpPr>
          <p:spPr>
            <a:xfrm>
              <a:off x="5098925" y="2698325"/>
              <a:ext cx="145525" cy="43550"/>
            </a:xfrm>
            <a:custGeom>
              <a:avLst/>
              <a:gdLst/>
              <a:ahLst/>
              <a:cxnLst/>
              <a:rect l="l" t="t" r="r" b="b"/>
              <a:pathLst>
                <a:path w="5821" h="1742" extrusionOk="0">
                  <a:moveTo>
                    <a:pt x="99" y="1"/>
                  </a:moveTo>
                  <a:lnTo>
                    <a:pt x="1" y="614"/>
                  </a:lnTo>
                  <a:lnTo>
                    <a:pt x="5722" y="1742"/>
                  </a:lnTo>
                  <a:lnTo>
                    <a:pt x="5820" y="1129"/>
                  </a:lnTo>
                  <a:lnTo>
                    <a:pt x="99"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51"/>
            <p:cNvSpPr/>
            <p:nvPr/>
          </p:nvSpPr>
          <p:spPr>
            <a:xfrm>
              <a:off x="5091175" y="2736750"/>
              <a:ext cx="145700" cy="43325"/>
            </a:xfrm>
            <a:custGeom>
              <a:avLst/>
              <a:gdLst/>
              <a:ahLst/>
              <a:cxnLst/>
              <a:rect l="l" t="t" r="r" b="b"/>
              <a:pathLst>
                <a:path w="5828" h="1733" extrusionOk="0">
                  <a:moveTo>
                    <a:pt x="107" y="0"/>
                  </a:moveTo>
                  <a:lnTo>
                    <a:pt x="0" y="613"/>
                  </a:lnTo>
                  <a:lnTo>
                    <a:pt x="5722" y="1733"/>
                  </a:lnTo>
                  <a:lnTo>
                    <a:pt x="5828" y="1120"/>
                  </a:lnTo>
                  <a:lnTo>
                    <a:pt x="107"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51"/>
            <p:cNvSpPr/>
            <p:nvPr/>
          </p:nvSpPr>
          <p:spPr>
            <a:xfrm>
              <a:off x="4754025" y="3193850"/>
              <a:ext cx="186575" cy="194125"/>
            </a:xfrm>
            <a:custGeom>
              <a:avLst/>
              <a:gdLst/>
              <a:ahLst/>
              <a:cxnLst/>
              <a:rect l="l" t="t" r="r" b="b"/>
              <a:pathLst>
                <a:path w="7463" h="7765" extrusionOk="0">
                  <a:moveTo>
                    <a:pt x="2044" y="0"/>
                  </a:moveTo>
                  <a:lnTo>
                    <a:pt x="0" y="1945"/>
                  </a:lnTo>
                  <a:lnTo>
                    <a:pt x="5419" y="7765"/>
                  </a:lnTo>
                  <a:lnTo>
                    <a:pt x="7463" y="5828"/>
                  </a:lnTo>
                  <a:lnTo>
                    <a:pt x="2044" y="0"/>
                  </a:lnTo>
                  <a:close/>
                </a:path>
              </a:pathLst>
            </a:custGeom>
            <a:solidFill>
              <a:srgbClr val="2854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51"/>
            <p:cNvSpPr/>
            <p:nvPr/>
          </p:nvSpPr>
          <p:spPr>
            <a:xfrm>
              <a:off x="4759125" y="3201600"/>
              <a:ext cx="58875" cy="53575"/>
            </a:xfrm>
            <a:custGeom>
              <a:avLst/>
              <a:gdLst/>
              <a:ahLst/>
              <a:cxnLst/>
              <a:rect l="l" t="t" r="r" b="b"/>
              <a:pathLst>
                <a:path w="2355" h="2143" extrusionOk="0">
                  <a:moveTo>
                    <a:pt x="2044" y="1"/>
                  </a:moveTo>
                  <a:lnTo>
                    <a:pt x="1" y="1840"/>
                  </a:lnTo>
                  <a:lnTo>
                    <a:pt x="311" y="2142"/>
                  </a:lnTo>
                  <a:lnTo>
                    <a:pt x="2354" y="205"/>
                  </a:lnTo>
                  <a:lnTo>
                    <a:pt x="2044" y="1"/>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51"/>
            <p:cNvSpPr/>
            <p:nvPr/>
          </p:nvSpPr>
          <p:spPr>
            <a:xfrm>
              <a:off x="4774450" y="3214275"/>
              <a:ext cx="56225" cy="56225"/>
            </a:xfrm>
            <a:custGeom>
              <a:avLst/>
              <a:gdLst/>
              <a:ahLst/>
              <a:cxnLst/>
              <a:rect l="l" t="t" r="r" b="b"/>
              <a:pathLst>
                <a:path w="2249" h="2249" extrusionOk="0">
                  <a:moveTo>
                    <a:pt x="2044" y="0"/>
                  </a:moveTo>
                  <a:lnTo>
                    <a:pt x="1" y="1946"/>
                  </a:lnTo>
                  <a:lnTo>
                    <a:pt x="205" y="2248"/>
                  </a:lnTo>
                  <a:lnTo>
                    <a:pt x="2248" y="311"/>
                  </a:lnTo>
                  <a:lnTo>
                    <a:pt x="2044"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51"/>
            <p:cNvSpPr/>
            <p:nvPr/>
          </p:nvSpPr>
          <p:spPr>
            <a:xfrm>
              <a:off x="4787325" y="3229600"/>
              <a:ext cx="56225" cy="53750"/>
            </a:xfrm>
            <a:custGeom>
              <a:avLst/>
              <a:gdLst/>
              <a:ahLst/>
              <a:cxnLst/>
              <a:rect l="l" t="t" r="r" b="b"/>
              <a:pathLst>
                <a:path w="2249" h="2150" extrusionOk="0">
                  <a:moveTo>
                    <a:pt x="2044" y="0"/>
                  </a:moveTo>
                  <a:lnTo>
                    <a:pt x="0" y="1839"/>
                  </a:lnTo>
                  <a:lnTo>
                    <a:pt x="205" y="2150"/>
                  </a:lnTo>
                  <a:lnTo>
                    <a:pt x="2248" y="311"/>
                  </a:lnTo>
                  <a:lnTo>
                    <a:pt x="2044"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51"/>
            <p:cNvSpPr/>
            <p:nvPr/>
          </p:nvSpPr>
          <p:spPr>
            <a:xfrm>
              <a:off x="4800000" y="3242475"/>
              <a:ext cx="58875" cy="56200"/>
            </a:xfrm>
            <a:custGeom>
              <a:avLst/>
              <a:gdLst/>
              <a:ahLst/>
              <a:cxnLst/>
              <a:rect l="l" t="t" r="r" b="b"/>
              <a:pathLst>
                <a:path w="2355" h="2248" extrusionOk="0">
                  <a:moveTo>
                    <a:pt x="2044" y="0"/>
                  </a:moveTo>
                  <a:lnTo>
                    <a:pt x="0" y="1937"/>
                  </a:lnTo>
                  <a:lnTo>
                    <a:pt x="311" y="2248"/>
                  </a:lnTo>
                  <a:lnTo>
                    <a:pt x="2354" y="303"/>
                  </a:lnTo>
                  <a:lnTo>
                    <a:pt x="2044"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51"/>
            <p:cNvSpPr/>
            <p:nvPr/>
          </p:nvSpPr>
          <p:spPr>
            <a:xfrm>
              <a:off x="4812875" y="3257800"/>
              <a:ext cx="58650" cy="53550"/>
            </a:xfrm>
            <a:custGeom>
              <a:avLst/>
              <a:gdLst/>
              <a:ahLst/>
              <a:cxnLst/>
              <a:rect l="l" t="t" r="r" b="b"/>
              <a:pathLst>
                <a:path w="2346" h="2142" extrusionOk="0">
                  <a:moveTo>
                    <a:pt x="2043" y="0"/>
                  </a:moveTo>
                  <a:lnTo>
                    <a:pt x="0" y="1937"/>
                  </a:lnTo>
                  <a:lnTo>
                    <a:pt x="303" y="2142"/>
                  </a:lnTo>
                  <a:lnTo>
                    <a:pt x="2346" y="303"/>
                  </a:lnTo>
                  <a:lnTo>
                    <a:pt x="2043"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51"/>
            <p:cNvSpPr/>
            <p:nvPr/>
          </p:nvSpPr>
          <p:spPr>
            <a:xfrm>
              <a:off x="4825525" y="3273125"/>
              <a:ext cx="58875" cy="53550"/>
            </a:xfrm>
            <a:custGeom>
              <a:avLst/>
              <a:gdLst/>
              <a:ahLst/>
              <a:cxnLst/>
              <a:rect l="l" t="t" r="r" b="b"/>
              <a:pathLst>
                <a:path w="2355" h="2142" extrusionOk="0">
                  <a:moveTo>
                    <a:pt x="2044" y="0"/>
                  </a:moveTo>
                  <a:lnTo>
                    <a:pt x="1" y="1839"/>
                  </a:lnTo>
                  <a:lnTo>
                    <a:pt x="311" y="2142"/>
                  </a:lnTo>
                  <a:lnTo>
                    <a:pt x="2355" y="205"/>
                  </a:lnTo>
                  <a:lnTo>
                    <a:pt x="2044"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51"/>
            <p:cNvSpPr/>
            <p:nvPr/>
          </p:nvSpPr>
          <p:spPr>
            <a:xfrm>
              <a:off x="4840850" y="3285800"/>
              <a:ext cx="56225" cy="56200"/>
            </a:xfrm>
            <a:custGeom>
              <a:avLst/>
              <a:gdLst/>
              <a:ahLst/>
              <a:cxnLst/>
              <a:rect l="l" t="t" r="r" b="b"/>
              <a:pathLst>
                <a:path w="2249" h="2248" extrusionOk="0">
                  <a:moveTo>
                    <a:pt x="2044" y="0"/>
                  </a:moveTo>
                  <a:lnTo>
                    <a:pt x="1" y="1945"/>
                  </a:lnTo>
                  <a:lnTo>
                    <a:pt x="205" y="2248"/>
                  </a:lnTo>
                  <a:lnTo>
                    <a:pt x="2249" y="311"/>
                  </a:lnTo>
                  <a:lnTo>
                    <a:pt x="2044"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51"/>
            <p:cNvSpPr/>
            <p:nvPr/>
          </p:nvSpPr>
          <p:spPr>
            <a:xfrm>
              <a:off x="4853725" y="3301125"/>
              <a:ext cx="56225" cy="53750"/>
            </a:xfrm>
            <a:custGeom>
              <a:avLst/>
              <a:gdLst/>
              <a:ahLst/>
              <a:cxnLst/>
              <a:rect l="l" t="t" r="r" b="b"/>
              <a:pathLst>
                <a:path w="2249" h="2150" extrusionOk="0">
                  <a:moveTo>
                    <a:pt x="2044" y="0"/>
                  </a:moveTo>
                  <a:lnTo>
                    <a:pt x="1" y="1839"/>
                  </a:lnTo>
                  <a:lnTo>
                    <a:pt x="205" y="2150"/>
                  </a:lnTo>
                  <a:lnTo>
                    <a:pt x="2249" y="204"/>
                  </a:lnTo>
                  <a:lnTo>
                    <a:pt x="2044"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51"/>
            <p:cNvSpPr/>
            <p:nvPr/>
          </p:nvSpPr>
          <p:spPr>
            <a:xfrm>
              <a:off x="4866400" y="3314000"/>
              <a:ext cx="58875" cy="56200"/>
            </a:xfrm>
            <a:custGeom>
              <a:avLst/>
              <a:gdLst/>
              <a:ahLst/>
              <a:cxnLst/>
              <a:rect l="l" t="t" r="r" b="b"/>
              <a:pathLst>
                <a:path w="2355" h="2248" extrusionOk="0">
                  <a:moveTo>
                    <a:pt x="2044" y="0"/>
                  </a:moveTo>
                  <a:lnTo>
                    <a:pt x="1" y="1937"/>
                  </a:lnTo>
                  <a:lnTo>
                    <a:pt x="311" y="2248"/>
                  </a:lnTo>
                  <a:lnTo>
                    <a:pt x="2355" y="302"/>
                  </a:lnTo>
                  <a:lnTo>
                    <a:pt x="2044"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51"/>
            <p:cNvSpPr/>
            <p:nvPr/>
          </p:nvSpPr>
          <p:spPr>
            <a:xfrm>
              <a:off x="4879275" y="3329325"/>
              <a:ext cx="58675" cy="53550"/>
            </a:xfrm>
            <a:custGeom>
              <a:avLst/>
              <a:gdLst/>
              <a:ahLst/>
              <a:cxnLst/>
              <a:rect l="l" t="t" r="r" b="b"/>
              <a:pathLst>
                <a:path w="2347" h="2142" extrusionOk="0">
                  <a:moveTo>
                    <a:pt x="2044" y="0"/>
                  </a:moveTo>
                  <a:lnTo>
                    <a:pt x="0" y="1937"/>
                  </a:lnTo>
                  <a:lnTo>
                    <a:pt x="303" y="2141"/>
                  </a:lnTo>
                  <a:lnTo>
                    <a:pt x="2346" y="302"/>
                  </a:lnTo>
                  <a:lnTo>
                    <a:pt x="2044"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51"/>
            <p:cNvSpPr/>
            <p:nvPr/>
          </p:nvSpPr>
          <p:spPr>
            <a:xfrm>
              <a:off x="4266275" y="3268000"/>
              <a:ext cx="597700" cy="560675"/>
            </a:xfrm>
            <a:custGeom>
              <a:avLst/>
              <a:gdLst/>
              <a:ahLst/>
              <a:cxnLst/>
              <a:rect l="l" t="t" r="r" b="b"/>
              <a:pathLst>
                <a:path w="23908" h="22427" extrusionOk="0">
                  <a:moveTo>
                    <a:pt x="19616" y="1"/>
                  </a:moveTo>
                  <a:lnTo>
                    <a:pt x="1324" y="16855"/>
                  </a:lnTo>
                  <a:cubicBezTo>
                    <a:pt x="98" y="18081"/>
                    <a:pt x="0" y="20124"/>
                    <a:pt x="1226" y="21456"/>
                  </a:cubicBezTo>
                  <a:cubicBezTo>
                    <a:pt x="1809" y="22094"/>
                    <a:pt x="2641" y="22426"/>
                    <a:pt x="3492" y="22426"/>
                  </a:cubicBezTo>
                  <a:cubicBezTo>
                    <a:pt x="4279" y="22426"/>
                    <a:pt x="5082" y="22143"/>
                    <a:pt x="5722" y="21554"/>
                  </a:cubicBezTo>
                  <a:lnTo>
                    <a:pt x="23907" y="4701"/>
                  </a:lnTo>
                  <a:lnTo>
                    <a:pt x="196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51"/>
            <p:cNvSpPr/>
            <p:nvPr/>
          </p:nvSpPr>
          <p:spPr>
            <a:xfrm>
              <a:off x="4294275" y="3400825"/>
              <a:ext cx="429125" cy="403000"/>
            </a:xfrm>
            <a:custGeom>
              <a:avLst/>
              <a:gdLst/>
              <a:ahLst/>
              <a:cxnLst/>
              <a:rect l="l" t="t" r="r" b="b"/>
              <a:pathLst>
                <a:path w="17165" h="16120" extrusionOk="0">
                  <a:moveTo>
                    <a:pt x="14001" y="1"/>
                  </a:moveTo>
                  <a:lnTo>
                    <a:pt x="1022" y="12056"/>
                  </a:lnTo>
                  <a:cubicBezTo>
                    <a:pt x="0" y="12972"/>
                    <a:pt x="0" y="14402"/>
                    <a:pt x="817" y="15326"/>
                  </a:cubicBezTo>
                  <a:cubicBezTo>
                    <a:pt x="1305" y="15865"/>
                    <a:pt x="1934" y="16120"/>
                    <a:pt x="2569" y="16120"/>
                  </a:cubicBezTo>
                  <a:cubicBezTo>
                    <a:pt x="3137" y="16120"/>
                    <a:pt x="3711" y="15916"/>
                    <a:pt x="4193" y="15530"/>
                  </a:cubicBezTo>
                  <a:lnTo>
                    <a:pt x="17164" y="3368"/>
                  </a:lnTo>
                  <a:lnTo>
                    <a:pt x="14001"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51"/>
            <p:cNvSpPr/>
            <p:nvPr/>
          </p:nvSpPr>
          <p:spPr>
            <a:xfrm>
              <a:off x="4736250" y="3239825"/>
              <a:ext cx="155725" cy="166150"/>
            </a:xfrm>
            <a:custGeom>
              <a:avLst/>
              <a:gdLst/>
              <a:ahLst/>
              <a:cxnLst/>
              <a:rect l="l" t="t" r="r" b="b"/>
              <a:pathLst>
                <a:path w="6229" h="6646" extrusionOk="0">
                  <a:moveTo>
                    <a:pt x="817" y="0"/>
                  </a:moveTo>
                  <a:lnTo>
                    <a:pt x="0" y="817"/>
                  </a:lnTo>
                  <a:lnTo>
                    <a:pt x="5313" y="6645"/>
                  </a:lnTo>
                  <a:lnTo>
                    <a:pt x="6228" y="5828"/>
                  </a:lnTo>
                  <a:lnTo>
                    <a:pt x="817" y="0"/>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51"/>
            <p:cNvSpPr/>
            <p:nvPr/>
          </p:nvSpPr>
          <p:spPr>
            <a:xfrm>
              <a:off x="4294275" y="3666475"/>
              <a:ext cx="143050" cy="137350"/>
            </a:xfrm>
            <a:custGeom>
              <a:avLst/>
              <a:gdLst/>
              <a:ahLst/>
              <a:cxnLst/>
              <a:rect l="l" t="t" r="r" b="b"/>
              <a:pathLst>
                <a:path w="5722" h="5494" extrusionOk="0">
                  <a:moveTo>
                    <a:pt x="2558" y="0"/>
                  </a:moveTo>
                  <a:cubicBezTo>
                    <a:pt x="2532" y="24"/>
                    <a:pt x="2506" y="48"/>
                    <a:pt x="2480" y="73"/>
                  </a:cubicBezTo>
                  <a:lnTo>
                    <a:pt x="2480" y="73"/>
                  </a:lnTo>
                  <a:lnTo>
                    <a:pt x="2558" y="0"/>
                  </a:lnTo>
                  <a:close/>
                  <a:moveTo>
                    <a:pt x="5721" y="3368"/>
                  </a:moveTo>
                  <a:lnTo>
                    <a:pt x="5716" y="3373"/>
                  </a:lnTo>
                  <a:lnTo>
                    <a:pt x="5716" y="3373"/>
                  </a:lnTo>
                  <a:cubicBezTo>
                    <a:pt x="5718" y="3371"/>
                    <a:pt x="5720" y="3369"/>
                    <a:pt x="5721" y="3368"/>
                  </a:cubicBezTo>
                  <a:close/>
                  <a:moveTo>
                    <a:pt x="2480" y="73"/>
                  </a:moveTo>
                  <a:lnTo>
                    <a:pt x="1022" y="1430"/>
                  </a:lnTo>
                  <a:cubicBezTo>
                    <a:pt x="0" y="2346"/>
                    <a:pt x="0" y="3776"/>
                    <a:pt x="817" y="4700"/>
                  </a:cubicBezTo>
                  <a:cubicBezTo>
                    <a:pt x="1305" y="5239"/>
                    <a:pt x="1934" y="5494"/>
                    <a:pt x="2569" y="5494"/>
                  </a:cubicBezTo>
                  <a:cubicBezTo>
                    <a:pt x="3137" y="5494"/>
                    <a:pt x="3711" y="5290"/>
                    <a:pt x="4193" y="4904"/>
                  </a:cubicBezTo>
                  <a:lnTo>
                    <a:pt x="5716" y="3373"/>
                  </a:lnTo>
                  <a:lnTo>
                    <a:pt x="5716" y="3373"/>
                  </a:lnTo>
                  <a:cubicBezTo>
                    <a:pt x="5284" y="3806"/>
                    <a:pt x="4739" y="4010"/>
                    <a:pt x="4187" y="4010"/>
                  </a:cubicBezTo>
                  <a:cubicBezTo>
                    <a:pt x="3568" y="4010"/>
                    <a:pt x="2939" y="3752"/>
                    <a:pt x="2452" y="3269"/>
                  </a:cubicBezTo>
                  <a:cubicBezTo>
                    <a:pt x="1563" y="2373"/>
                    <a:pt x="1630" y="905"/>
                    <a:pt x="2480" y="73"/>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51"/>
            <p:cNvSpPr/>
            <p:nvPr/>
          </p:nvSpPr>
          <p:spPr>
            <a:xfrm>
              <a:off x="4891950" y="3559200"/>
              <a:ext cx="201900" cy="178800"/>
            </a:xfrm>
            <a:custGeom>
              <a:avLst/>
              <a:gdLst/>
              <a:ahLst/>
              <a:cxnLst/>
              <a:rect l="l" t="t" r="r" b="b"/>
              <a:pathLst>
                <a:path w="8076" h="7152" extrusionOk="0">
                  <a:moveTo>
                    <a:pt x="7561" y="0"/>
                  </a:moveTo>
                  <a:lnTo>
                    <a:pt x="0" y="6637"/>
                  </a:lnTo>
                  <a:lnTo>
                    <a:pt x="515" y="7152"/>
                  </a:lnTo>
                  <a:lnTo>
                    <a:pt x="8076" y="507"/>
                  </a:lnTo>
                  <a:lnTo>
                    <a:pt x="7561" y="0"/>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51"/>
            <p:cNvSpPr/>
            <p:nvPr/>
          </p:nvSpPr>
          <p:spPr>
            <a:xfrm>
              <a:off x="5068275" y="3559200"/>
              <a:ext cx="25575" cy="22900"/>
            </a:xfrm>
            <a:custGeom>
              <a:avLst/>
              <a:gdLst/>
              <a:ahLst/>
              <a:cxnLst/>
              <a:rect l="l" t="t" r="r" b="b"/>
              <a:pathLst>
                <a:path w="1023" h="916" extrusionOk="0">
                  <a:moveTo>
                    <a:pt x="508" y="0"/>
                  </a:moveTo>
                  <a:lnTo>
                    <a:pt x="1" y="507"/>
                  </a:lnTo>
                  <a:lnTo>
                    <a:pt x="508" y="915"/>
                  </a:lnTo>
                  <a:lnTo>
                    <a:pt x="1023" y="507"/>
                  </a:lnTo>
                  <a:lnTo>
                    <a:pt x="508" y="0"/>
                  </a:lnTo>
                  <a:close/>
                </a:path>
              </a:pathLst>
            </a:custGeom>
            <a:solidFill>
              <a:srgbClr val="C1C0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51"/>
            <p:cNvSpPr/>
            <p:nvPr/>
          </p:nvSpPr>
          <p:spPr>
            <a:xfrm>
              <a:off x="5065625" y="3119875"/>
              <a:ext cx="510875" cy="470000"/>
            </a:xfrm>
            <a:custGeom>
              <a:avLst/>
              <a:gdLst/>
              <a:ahLst/>
              <a:cxnLst/>
              <a:rect l="l" t="t" r="r" b="b"/>
              <a:pathLst>
                <a:path w="20435" h="18800" extrusionOk="0">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51"/>
            <p:cNvSpPr/>
            <p:nvPr/>
          </p:nvSpPr>
          <p:spPr>
            <a:xfrm>
              <a:off x="5499850" y="3004825"/>
              <a:ext cx="217225" cy="207025"/>
            </a:xfrm>
            <a:custGeom>
              <a:avLst/>
              <a:gdLst/>
              <a:ahLst/>
              <a:cxnLst/>
              <a:rect l="l" t="t" r="r" b="b"/>
              <a:pathLst>
                <a:path w="8689" h="8281" extrusionOk="0">
                  <a:moveTo>
                    <a:pt x="6539" y="1"/>
                  </a:moveTo>
                  <a:lnTo>
                    <a:pt x="0" y="5828"/>
                  </a:lnTo>
                  <a:lnTo>
                    <a:pt x="2150" y="8280"/>
                  </a:lnTo>
                  <a:lnTo>
                    <a:pt x="8688" y="2453"/>
                  </a:lnTo>
                  <a:lnTo>
                    <a:pt x="6539" y="1"/>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51"/>
            <p:cNvSpPr/>
            <p:nvPr/>
          </p:nvSpPr>
          <p:spPr>
            <a:xfrm>
              <a:off x="5499850" y="3127425"/>
              <a:ext cx="79300" cy="84425"/>
            </a:xfrm>
            <a:custGeom>
              <a:avLst/>
              <a:gdLst/>
              <a:ahLst/>
              <a:cxnLst/>
              <a:rect l="l" t="t" r="r" b="b"/>
              <a:pathLst>
                <a:path w="3172" h="3377" extrusionOk="0">
                  <a:moveTo>
                    <a:pt x="1022" y="1"/>
                  </a:moveTo>
                  <a:lnTo>
                    <a:pt x="0" y="924"/>
                  </a:lnTo>
                  <a:lnTo>
                    <a:pt x="2150" y="3376"/>
                  </a:lnTo>
                  <a:lnTo>
                    <a:pt x="3171" y="2453"/>
                  </a:lnTo>
                  <a:lnTo>
                    <a:pt x="1022" y="1"/>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51"/>
            <p:cNvSpPr/>
            <p:nvPr/>
          </p:nvSpPr>
          <p:spPr>
            <a:xfrm>
              <a:off x="5650650" y="2966625"/>
              <a:ext cx="107300" cy="114850"/>
            </a:xfrm>
            <a:custGeom>
              <a:avLst/>
              <a:gdLst/>
              <a:ahLst/>
              <a:cxnLst/>
              <a:rect l="l" t="t" r="r" b="b"/>
              <a:pathLst>
                <a:path w="4292" h="4594" extrusionOk="0">
                  <a:moveTo>
                    <a:pt x="1120" y="0"/>
                  </a:moveTo>
                  <a:lnTo>
                    <a:pt x="0" y="1022"/>
                  </a:lnTo>
                  <a:lnTo>
                    <a:pt x="3163" y="4594"/>
                  </a:lnTo>
                  <a:lnTo>
                    <a:pt x="4291" y="3678"/>
                  </a:lnTo>
                  <a:lnTo>
                    <a:pt x="1120"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51"/>
            <p:cNvSpPr/>
            <p:nvPr/>
          </p:nvSpPr>
          <p:spPr>
            <a:xfrm>
              <a:off x="5425875" y="3099425"/>
              <a:ext cx="176150" cy="189050"/>
            </a:xfrm>
            <a:custGeom>
              <a:avLst/>
              <a:gdLst/>
              <a:ahLst/>
              <a:cxnLst/>
              <a:rect l="l" t="t" r="r" b="b"/>
              <a:pathLst>
                <a:path w="7046" h="7562" extrusionOk="0">
                  <a:moveTo>
                    <a:pt x="1733" y="1"/>
                  </a:moveTo>
                  <a:lnTo>
                    <a:pt x="0" y="1529"/>
                  </a:lnTo>
                  <a:lnTo>
                    <a:pt x="5313" y="7561"/>
                  </a:lnTo>
                  <a:lnTo>
                    <a:pt x="7046" y="6025"/>
                  </a:lnTo>
                  <a:lnTo>
                    <a:pt x="1733"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51"/>
            <p:cNvSpPr/>
            <p:nvPr/>
          </p:nvSpPr>
          <p:spPr>
            <a:xfrm>
              <a:off x="5443650" y="3257800"/>
              <a:ext cx="69100" cy="74000"/>
            </a:xfrm>
            <a:custGeom>
              <a:avLst/>
              <a:gdLst/>
              <a:ahLst/>
              <a:cxnLst/>
              <a:rect l="l" t="t" r="r" b="b"/>
              <a:pathLst>
                <a:path w="2764" h="2960" extrusionOk="0">
                  <a:moveTo>
                    <a:pt x="409" y="0"/>
                  </a:moveTo>
                  <a:lnTo>
                    <a:pt x="0" y="303"/>
                  </a:lnTo>
                  <a:lnTo>
                    <a:pt x="2354" y="2959"/>
                  </a:lnTo>
                  <a:lnTo>
                    <a:pt x="2763" y="2657"/>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51"/>
            <p:cNvSpPr/>
            <p:nvPr/>
          </p:nvSpPr>
          <p:spPr>
            <a:xfrm>
              <a:off x="5395225" y="3301125"/>
              <a:ext cx="66425" cy="74200"/>
            </a:xfrm>
            <a:custGeom>
              <a:avLst/>
              <a:gdLst/>
              <a:ahLst/>
              <a:cxnLst/>
              <a:rect l="l" t="t" r="r" b="b"/>
              <a:pathLst>
                <a:path w="2657" h="2968" extrusionOk="0">
                  <a:moveTo>
                    <a:pt x="409" y="0"/>
                  </a:moveTo>
                  <a:lnTo>
                    <a:pt x="0" y="311"/>
                  </a:lnTo>
                  <a:lnTo>
                    <a:pt x="2346" y="2967"/>
                  </a:lnTo>
                  <a:lnTo>
                    <a:pt x="2657"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51"/>
            <p:cNvSpPr/>
            <p:nvPr/>
          </p:nvSpPr>
          <p:spPr>
            <a:xfrm>
              <a:off x="5346600" y="3344650"/>
              <a:ext cx="66425" cy="73975"/>
            </a:xfrm>
            <a:custGeom>
              <a:avLst/>
              <a:gdLst/>
              <a:ahLst/>
              <a:cxnLst/>
              <a:rect l="l" t="t" r="r" b="b"/>
              <a:pathLst>
                <a:path w="2657" h="2959" extrusionOk="0">
                  <a:moveTo>
                    <a:pt x="409" y="0"/>
                  </a:moveTo>
                  <a:lnTo>
                    <a:pt x="0" y="302"/>
                  </a:lnTo>
                  <a:lnTo>
                    <a:pt x="2248" y="2959"/>
                  </a:lnTo>
                  <a:lnTo>
                    <a:pt x="2656"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51"/>
            <p:cNvSpPr/>
            <p:nvPr/>
          </p:nvSpPr>
          <p:spPr>
            <a:xfrm>
              <a:off x="5088725" y="3316450"/>
              <a:ext cx="268100" cy="252975"/>
            </a:xfrm>
            <a:custGeom>
              <a:avLst/>
              <a:gdLst/>
              <a:ahLst/>
              <a:cxnLst/>
              <a:rect l="l" t="t" r="r" b="b"/>
              <a:pathLst>
                <a:path w="10724" h="10119" extrusionOk="0">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51"/>
            <p:cNvSpPr/>
            <p:nvPr/>
          </p:nvSpPr>
          <p:spPr>
            <a:xfrm>
              <a:off x="5088725" y="3421275"/>
              <a:ext cx="268100" cy="148150"/>
            </a:xfrm>
            <a:custGeom>
              <a:avLst/>
              <a:gdLst/>
              <a:ahLst/>
              <a:cxnLst/>
              <a:rect l="l" t="t" r="r" b="b"/>
              <a:pathLst>
                <a:path w="10724" h="5926" extrusionOk="0">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51"/>
            <p:cNvSpPr/>
            <p:nvPr/>
          </p:nvSpPr>
          <p:spPr>
            <a:xfrm>
              <a:off x="4577875" y="3329325"/>
              <a:ext cx="125075" cy="112400"/>
            </a:xfrm>
            <a:custGeom>
              <a:avLst/>
              <a:gdLst/>
              <a:ahLst/>
              <a:cxnLst/>
              <a:rect l="l" t="t" r="r" b="b"/>
              <a:pathLst>
                <a:path w="5003" h="4496" extrusionOk="0">
                  <a:moveTo>
                    <a:pt x="4496" y="0"/>
                  </a:moveTo>
                  <a:lnTo>
                    <a:pt x="1" y="4185"/>
                  </a:lnTo>
                  <a:cubicBezTo>
                    <a:pt x="205" y="4291"/>
                    <a:pt x="507" y="4389"/>
                    <a:pt x="916" y="4495"/>
                  </a:cubicBezTo>
                  <a:lnTo>
                    <a:pt x="2657" y="2861"/>
                  </a:lnTo>
                  <a:lnTo>
                    <a:pt x="3573" y="3776"/>
                  </a:lnTo>
                  <a:cubicBezTo>
                    <a:pt x="4594" y="2959"/>
                    <a:pt x="5003" y="1635"/>
                    <a:pt x="4594" y="302"/>
                  </a:cubicBezTo>
                  <a:lnTo>
                    <a:pt x="4496" y="0"/>
                  </a:lnTo>
                  <a:close/>
                </a:path>
              </a:pathLst>
            </a:custGeom>
            <a:solidFill>
              <a:srgbClr val="E3E6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51"/>
            <p:cNvSpPr/>
            <p:nvPr/>
          </p:nvSpPr>
          <p:spPr>
            <a:xfrm>
              <a:off x="4600775" y="3400825"/>
              <a:ext cx="66425" cy="43350"/>
            </a:xfrm>
            <a:custGeom>
              <a:avLst/>
              <a:gdLst/>
              <a:ahLst/>
              <a:cxnLst/>
              <a:rect l="l" t="t" r="r" b="b"/>
              <a:pathLst>
                <a:path w="2657" h="1734" extrusionOk="0">
                  <a:moveTo>
                    <a:pt x="1741" y="1"/>
                  </a:moveTo>
                  <a:lnTo>
                    <a:pt x="0" y="1635"/>
                  </a:lnTo>
                  <a:cubicBezTo>
                    <a:pt x="204" y="1733"/>
                    <a:pt x="409" y="1733"/>
                    <a:pt x="613" y="1733"/>
                  </a:cubicBezTo>
                  <a:cubicBezTo>
                    <a:pt x="924" y="1733"/>
                    <a:pt x="1332" y="1635"/>
                    <a:pt x="1635" y="1529"/>
                  </a:cubicBezTo>
                  <a:cubicBezTo>
                    <a:pt x="2044" y="1431"/>
                    <a:pt x="2354" y="1227"/>
                    <a:pt x="2657" y="916"/>
                  </a:cubicBezTo>
                  <a:lnTo>
                    <a:pt x="174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51"/>
            <p:cNvSpPr/>
            <p:nvPr/>
          </p:nvSpPr>
          <p:spPr>
            <a:xfrm>
              <a:off x="4268725" y="2655000"/>
              <a:ext cx="209475" cy="130200"/>
            </a:xfrm>
            <a:custGeom>
              <a:avLst/>
              <a:gdLst/>
              <a:ahLst/>
              <a:cxnLst/>
              <a:rect l="l" t="t" r="r" b="b"/>
              <a:pathLst>
                <a:path w="8379" h="5208" extrusionOk="0">
                  <a:moveTo>
                    <a:pt x="7463" y="1"/>
                  </a:moveTo>
                  <a:lnTo>
                    <a:pt x="0" y="2551"/>
                  </a:lnTo>
                  <a:lnTo>
                    <a:pt x="924" y="5207"/>
                  </a:lnTo>
                  <a:lnTo>
                    <a:pt x="8378" y="2551"/>
                  </a:lnTo>
                  <a:lnTo>
                    <a:pt x="7463" y="1"/>
                  </a:lnTo>
                  <a:close/>
                </a:path>
              </a:pathLst>
            </a:custGeom>
            <a:solidFill>
              <a:srgbClr val="2854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51"/>
            <p:cNvSpPr/>
            <p:nvPr/>
          </p:nvSpPr>
          <p:spPr>
            <a:xfrm>
              <a:off x="4276475" y="2713650"/>
              <a:ext cx="30675" cy="69100"/>
            </a:xfrm>
            <a:custGeom>
              <a:avLst/>
              <a:gdLst/>
              <a:ahLst/>
              <a:cxnLst/>
              <a:rect l="l" t="t" r="r" b="b"/>
              <a:pathLst>
                <a:path w="1227" h="2764" extrusionOk="0">
                  <a:moveTo>
                    <a:pt x="303" y="1"/>
                  </a:moveTo>
                  <a:lnTo>
                    <a:pt x="1" y="107"/>
                  </a:lnTo>
                  <a:lnTo>
                    <a:pt x="916" y="2763"/>
                  </a:lnTo>
                  <a:lnTo>
                    <a:pt x="1227" y="2657"/>
                  </a:lnTo>
                  <a:lnTo>
                    <a:pt x="303" y="1"/>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51"/>
            <p:cNvSpPr/>
            <p:nvPr/>
          </p:nvSpPr>
          <p:spPr>
            <a:xfrm>
              <a:off x="4294275" y="2706100"/>
              <a:ext cx="30675" cy="68875"/>
            </a:xfrm>
            <a:custGeom>
              <a:avLst/>
              <a:gdLst/>
              <a:ahLst/>
              <a:cxnLst/>
              <a:rect l="l" t="t" r="r" b="b"/>
              <a:pathLst>
                <a:path w="1227" h="2755" extrusionOk="0">
                  <a:moveTo>
                    <a:pt x="311" y="0"/>
                  </a:moveTo>
                  <a:lnTo>
                    <a:pt x="0" y="205"/>
                  </a:lnTo>
                  <a:lnTo>
                    <a:pt x="924" y="2755"/>
                  </a:lnTo>
                  <a:lnTo>
                    <a:pt x="1226" y="2657"/>
                  </a:lnTo>
                  <a:lnTo>
                    <a:pt x="311"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51"/>
            <p:cNvSpPr/>
            <p:nvPr/>
          </p:nvSpPr>
          <p:spPr>
            <a:xfrm>
              <a:off x="4312250" y="2700975"/>
              <a:ext cx="30675" cy="68900"/>
            </a:xfrm>
            <a:custGeom>
              <a:avLst/>
              <a:gdLst/>
              <a:ahLst/>
              <a:cxnLst/>
              <a:rect l="l" t="t" r="r" b="b"/>
              <a:pathLst>
                <a:path w="1227" h="2756" extrusionOk="0">
                  <a:moveTo>
                    <a:pt x="303" y="1"/>
                  </a:moveTo>
                  <a:lnTo>
                    <a:pt x="0" y="99"/>
                  </a:lnTo>
                  <a:lnTo>
                    <a:pt x="916" y="2755"/>
                  </a:lnTo>
                  <a:lnTo>
                    <a:pt x="1226" y="2657"/>
                  </a:lnTo>
                  <a:lnTo>
                    <a:pt x="303" y="1"/>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51"/>
            <p:cNvSpPr/>
            <p:nvPr/>
          </p:nvSpPr>
          <p:spPr>
            <a:xfrm>
              <a:off x="4330025" y="2693225"/>
              <a:ext cx="33325" cy="69075"/>
            </a:xfrm>
            <a:custGeom>
              <a:avLst/>
              <a:gdLst/>
              <a:ahLst/>
              <a:cxnLst/>
              <a:rect l="l" t="t" r="r" b="b"/>
              <a:pathLst>
                <a:path w="1333" h="2763" extrusionOk="0">
                  <a:moveTo>
                    <a:pt x="409" y="0"/>
                  </a:moveTo>
                  <a:lnTo>
                    <a:pt x="0" y="205"/>
                  </a:lnTo>
                  <a:lnTo>
                    <a:pt x="924" y="2763"/>
                  </a:lnTo>
                  <a:lnTo>
                    <a:pt x="1333" y="2657"/>
                  </a:lnTo>
                  <a:lnTo>
                    <a:pt x="409"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51"/>
            <p:cNvSpPr/>
            <p:nvPr/>
          </p:nvSpPr>
          <p:spPr>
            <a:xfrm>
              <a:off x="4348000" y="2688100"/>
              <a:ext cx="33125" cy="69100"/>
            </a:xfrm>
            <a:custGeom>
              <a:avLst/>
              <a:gdLst/>
              <a:ahLst/>
              <a:cxnLst/>
              <a:rect l="l" t="t" r="r" b="b"/>
              <a:pathLst>
                <a:path w="1325" h="2764" extrusionOk="0">
                  <a:moveTo>
                    <a:pt x="409" y="1"/>
                  </a:moveTo>
                  <a:lnTo>
                    <a:pt x="1" y="107"/>
                  </a:lnTo>
                  <a:lnTo>
                    <a:pt x="916" y="2764"/>
                  </a:lnTo>
                  <a:lnTo>
                    <a:pt x="1325" y="2657"/>
                  </a:lnTo>
                  <a:lnTo>
                    <a:pt x="409" y="1"/>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51"/>
            <p:cNvSpPr/>
            <p:nvPr/>
          </p:nvSpPr>
          <p:spPr>
            <a:xfrm>
              <a:off x="4368450" y="2680550"/>
              <a:ext cx="30675" cy="68875"/>
            </a:xfrm>
            <a:custGeom>
              <a:avLst/>
              <a:gdLst/>
              <a:ahLst/>
              <a:cxnLst/>
              <a:rect l="l" t="t" r="r" b="b"/>
              <a:pathLst>
                <a:path w="1227" h="2755" extrusionOk="0">
                  <a:moveTo>
                    <a:pt x="302" y="1"/>
                  </a:moveTo>
                  <a:lnTo>
                    <a:pt x="0" y="205"/>
                  </a:lnTo>
                  <a:lnTo>
                    <a:pt x="915" y="2755"/>
                  </a:lnTo>
                  <a:lnTo>
                    <a:pt x="1226" y="2657"/>
                  </a:lnTo>
                  <a:lnTo>
                    <a:pt x="302" y="1"/>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51"/>
            <p:cNvSpPr/>
            <p:nvPr/>
          </p:nvSpPr>
          <p:spPr>
            <a:xfrm>
              <a:off x="4386225" y="2675450"/>
              <a:ext cx="30675" cy="68875"/>
            </a:xfrm>
            <a:custGeom>
              <a:avLst/>
              <a:gdLst/>
              <a:ahLst/>
              <a:cxnLst/>
              <a:rect l="l" t="t" r="r" b="b"/>
              <a:pathLst>
                <a:path w="1227" h="2755" extrusionOk="0">
                  <a:moveTo>
                    <a:pt x="311" y="0"/>
                  </a:moveTo>
                  <a:lnTo>
                    <a:pt x="0" y="98"/>
                  </a:lnTo>
                  <a:lnTo>
                    <a:pt x="924" y="2755"/>
                  </a:lnTo>
                  <a:lnTo>
                    <a:pt x="1226" y="2657"/>
                  </a:lnTo>
                  <a:lnTo>
                    <a:pt x="311"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51"/>
            <p:cNvSpPr/>
            <p:nvPr/>
          </p:nvSpPr>
          <p:spPr>
            <a:xfrm>
              <a:off x="4404200" y="2667675"/>
              <a:ext cx="33125" cy="69100"/>
            </a:xfrm>
            <a:custGeom>
              <a:avLst/>
              <a:gdLst/>
              <a:ahLst/>
              <a:cxnLst/>
              <a:rect l="l" t="t" r="r" b="b"/>
              <a:pathLst>
                <a:path w="1325" h="2764" extrusionOk="0">
                  <a:moveTo>
                    <a:pt x="409" y="1"/>
                  </a:moveTo>
                  <a:lnTo>
                    <a:pt x="0" y="205"/>
                  </a:lnTo>
                  <a:lnTo>
                    <a:pt x="916" y="2763"/>
                  </a:lnTo>
                  <a:lnTo>
                    <a:pt x="1324" y="2657"/>
                  </a:lnTo>
                  <a:lnTo>
                    <a:pt x="409" y="1"/>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51"/>
            <p:cNvSpPr/>
            <p:nvPr/>
          </p:nvSpPr>
          <p:spPr>
            <a:xfrm>
              <a:off x="4421975" y="2662575"/>
              <a:ext cx="33325" cy="69075"/>
            </a:xfrm>
            <a:custGeom>
              <a:avLst/>
              <a:gdLst/>
              <a:ahLst/>
              <a:cxnLst/>
              <a:rect l="l" t="t" r="r" b="b"/>
              <a:pathLst>
                <a:path w="1333" h="2763" extrusionOk="0">
                  <a:moveTo>
                    <a:pt x="409" y="0"/>
                  </a:moveTo>
                  <a:lnTo>
                    <a:pt x="0" y="107"/>
                  </a:lnTo>
                  <a:lnTo>
                    <a:pt x="924" y="2763"/>
                  </a:lnTo>
                  <a:lnTo>
                    <a:pt x="1333" y="2657"/>
                  </a:lnTo>
                  <a:lnTo>
                    <a:pt x="409"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51"/>
            <p:cNvSpPr/>
            <p:nvPr/>
          </p:nvSpPr>
          <p:spPr>
            <a:xfrm>
              <a:off x="4439950" y="2655000"/>
              <a:ext cx="33125" cy="68900"/>
            </a:xfrm>
            <a:custGeom>
              <a:avLst/>
              <a:gdLst/>
              <a:ahLst/>
              <a:cxnLst/>
              <a:rect l="l" t="t" r="r" b="b"/>
              <a:pathLst>
                <a:path w="1325" h="2756" extrusionOk="0">
                  <a:moveTo>
                    <a:pt x="409" y="1"/>
                  </a:moveTo>
                  <a:lnTo>
                    <a:pt x="1" y="99"/>
                  </a:lnTo>
                  <a:lnTo>
                    <a:pt x="1022" y="2755"/>
                  </a:lnTo>
                  <a:lnTo>
                    <a:pt x="1325" y="2657"/>
                  </a:lnTo>
                  <a:lnTo>
                    <a:pt x="409" y="1"/>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51"/>
            <p:cNvSpPr/>
            <p:nvPr/>
          </p:nvSpPr>
          <p:spPr>
            <a:xfrm>
              <a:off x="4314700" y="2741850"/>
              <a:ext cx="367825" cy="694425"/>
            </a:xfrm>
            <a:custGeom>
              <a:avLst/>
              <a:gdLst/>
              <a:ahLst/>
              <a:cxnLst/>
              <a:rect l="l" t="t" r="r" b="b"/>
              <a:pathLst>
                <a:path w="14713" h="27777" extrusionOk="0">
                  <a:moveTo>
                    <a:pt x="6032" y="1"/>
                  </a:moveTo>
                  <a:lnTo>
                    <a:pt x="0" y="2142"/>
                  </a:lnTo>
                  <a:lnTo>
                    <a:pt x="8076" y="25640"/>
                  </a:lnTo>
                  <a:cubicBezTo>
                    <a:pt x="8559" y="26929"/>
                    <a:pt x="9805" y="27776"/>
                    <a:pt x="11111" y="27776"/>
                  </a:cubicBezTo>
                  <a:cubicBezTo>
                    <a:pt x="11462" y="27776"/>
                    <a:pt x="11817" y="27715"/>
                    <a:pt x="12162" y="27586"/>
                  </a:cubicBezTo>
                  <a:cubicBezTo>
                    <a:pt x="13895" y="26973"/>
                    <a:pt x="14713" y="25134"/>
                    <a:pt x="14206" y="23499"/>
                  </a:cubicBezTo>
                  <a:lnTo>
                    <a:pt x="60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51"/>
            <p:cNvSpPr/>
            <p:nvPr/>
          </p:nvSpPr>
          <p:spPr>
            <a:xfrm>
              <a:off x="4391325" y="2910425"/>
              <a:ext cx="265650" cy="498700"/>
            </a:xfrm>
            <a:custGeom>
              <a:avLst/>
              <a:gdLst/>
              <a:ahLst/>
              <a:cxnLst/>
              <a:rect l="l" t="t" r="r" b="b"/>
              <a:pathLst>
                <a:path w="10626" h="19948" extrusionOk="0">
                  <a:moveTo>
                    <a:pt x="4398" y="1"/>
                  </a:moveTo>
                  <a:lnTo>
                    <a:pt x="0" y="1529"/>
                  </a:lnTo>
                  <a:lnTo>
                    <a:pt x="5828" y="18391"/>
                  </a:lnTo>
                  <a:cubicBezTo>
                    <a:pt x="6151" y="19361"/>
                    <a:pt x="7048" y="19947"/>
                    <a:pt x="8016" y="19947"/>
                  </a:cubicBezTo>
                  <a:cubicBezTo>
                    <a:pt x="8271" y="19947"/>
                    <a:pt x="8531" y="19906"/>
                    <a:pt x="8787" y="19821"/>
                  </a:cubicBezTo>
                  <a:cubicBezTo>
                    <a:pt x="10013" y="19412"/>
                    <a:pt x="10626" y="18080"/>
                    <a:pt x="10217" y="16854"/>
                  </a:cubicBezTo>
                  <a:lnTo>
                    <a:pt x="4398" y="1"/>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51"/>
            <p:cNvSpPr/>
            <p:nvPr/>
          </p:nvSpPr>
          <p:spPr>
            <a:xfrm>
              <a:off x="4289150" y="2718750"/>
              <a:ext cx="196800" cy="91975"/>
            </a:xfrm>
            <a:custGeom>
              <a:avLst/>
              <a:gdLst/>
              <a:ahLst/>
              <a:cxnLst/>
              <a:rect l="l" t="t" r="r" b="b"/>
              <a:pathLst>
                <a:path w="7872" h="3679" extrusionOk="0">
                  <a:moveTo>
                    <a:pt x="7561" y="1"/>
                  </a:moveTo>
                  <a:lnTo>
                    <a:pt x="1" y="2559"/>
                  </a:lnTo>
                  <a:lnTo>
                    <a:pt x="409" y="3679"/>
                  </a:lnTo>
                  <a:lnTo>
                    <a:pt x="7872" y="1023"/>
                  </a:lnTo>
                  <a:lnTo>
                    <a:pt x="7561"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51"/>
            <p:cNvSpPr/>
            <p:nvPr/>
          </p:nvSpPr>
          <p:spPr>
            <a:xfrm>
              <a:off x="4519025" y="3280675"/>
              <a:ext cx="137950" cy="128450"/>
            </a:xfrm>
            <a:custGeom>
              <a:avLst/>
              <a:gdLst/>
              <a:ahLst/>
              <a:cxnLst/>
              <a:rect l="l" t="t" r="r" b="b"/>
              <a:pathLst>
                <a:path w="5518" h="5138" extrusionOk="0">
                  <a:moveTo>
                    <a:pt x="1" y="1537"/>
                  </a:moveTo>
                  <a:cubicBezTo>
                    <a:pt x="9" y="1562"/>
                    <a:pt x="18" y="1587"/>
                    <a:pt x="27" y="1611"/>
                  </a:cubicBezTo>
                  <a:lnTo>
                    <a:pt x="27" y="1611"/>
                  </a:lnTo>
                  <a:lnTo>
                    <a:pt x="1" y="1537"/>
                  </a:lnTo>
                  <a:close/>
                  <a:moveTo>
                    <a:pt x="4398" y="1"/>
                  </a:moveTo>
                  <a:cubicBezTo>
                    <a:pt x="4807" y="1227"/>
                    <a:pt x="4194" y="2559"/>
                    <a:pt x="2968" y="2968"/>
                  </a:cubicBezTo>
                  <a:cubicBezTo>
                    <a:pt x="2712" y="3053"/>
                    <a:pt x="2451" y="3094"/>
                    <a:pt x="2196" y="3094"/>
                  </a:cubicBezTo>
                  <a:cubicBezTo>
                    <a:pt x="1251" y="3094"/>
                    <a:pt x="370" y="2537"/>
                    <a:pt x="27" y="1611"/>
                  </a:cubicBezTo>
                  <a:lnTo>
                    <a:pt x="27" y="1611"/>
                  </a:lnTo>
                  <a:lnTo>
                    <a:pt x="720" y="3581"/>
                  </a:lnTo>
                  <a:cubicBezTo>
                    <a:pt x="1043" y="4551"/>
                    <a:pt x="1940" y="5137"/>
                    <a:pt x="2908" y="5137"/>
                  </a:cubicBezTo>
                  <a:cubicBezTo>
                    <a:pt x="3163" y="5137"/>
                    <a:pt x="3423" y="5096"/>
                    <a:pt x="3679" y="5011"/>
                  </a:cubicBezTo>
                  <a:cubicBezTo>
                    <a:pt x="4905" y="4602"/>
                    <a:pt x="5518" y="3270"/>
                    <a:pt x="5109" y="2044"/>
                  </a:cubicBezTo>
                  <a:lnTo>
                    <a:pt x="4398"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51"/>
            <p:cNvSpPr/>
            <p:nvPr/>
          </p:nvSpPr>
          <p:spPr>
            <a:xfrm>
              <a:off x="5469200" y="1536275"/>
              <a:ext cx="199250" cy="176175"/>
            </a:xfrm>
            <a:custGeom>
              <a:avLst/>
              <a:gdLst/>
              <a:ahLst/>
              <a:cxnLst/>
              <a:rect l="l" t="t" r="r" b="b"/>
              <a:pathLst>
                <a:path w="7970" h="7047" extrusionOk="0">
                  <a:moveTo>
                    <a:pt x="1741" y="1"/>
                  </a:moveTo>
                  <a:lnTo>
                    <a:pt x="0" y="2248"/>
                  </a:lnTo>
                  <a:lnTo>
                    <a:pt x="6334" y="7046"/>
                  </a:lnTo>
                  <a:lnTo>
                    <a:pt x="7969" y="4798"/>
                  </a:lnTo>
                  <a:lnTo>
                    <a:pt x="1741" y="1"/>
                  </a:lnTo>
                  <a:close/>
                </a:path>
              </a:pathLst>
            </a:custGeom>
            <a:solidFill>
              <a:srgbClr val="2854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51"/>
            <p:cNvSpPr/>
            <p:nvPr/>
          </p:nvSpPr>
          <p:spPr>
            <a:xfrm>
              <a:off x="5476950" y="1541375"/>
              <a:ext cx="48450" cy="61325"/>
            </a:xfrm>
            <a:custGeom>
              <a:avLst/>
              <a:gdLst/>
              <a:ahLst/>
              <a:cxnLst/>
              <a:rect l="l" t="t" r="r" b="b"/>
              <a:pathLst>
                <a:path w="1938" h="2453" extrusionOk="0">
                  <a:moveTo>
                    <a:pt x="1635" y="1"/>
                  </a:moveTo>
                  <a:lnTo>
                    <a:pt x="1" y="2249"/>
                  </a:lnTo>
                  <a:lnTo>
                    <a:pt x="205" y="2453"/>
                  </a:lnTo>
                  <a:lnTo>
                    <a:pt x="1938" y="205"/>
                  </a:lnTo>
                  <a:lnTo>
                    <a:pt x="1635" y="1"/>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51"/>
            <p:cNvSpPr/>
            <p:nvPr/>
          </p:nvSpPr>
          <p:spPr>
            <a:xfrm>
              <a:off x="5492275" y="1554050"/>
              <a:ext cx="48450" cy="61325"/>
            </a:xfrm>
            <a:custGeom>
              <a:avLst/>
              <a:gdLst/>
              <a:ahLst/>
              <a:cxnLst/>
              <a:rect l="l" t="t" r="r" b="b"/>
              <a:pathLst>
                <a:path w="1938" h="2453" extrusionOk="0">
                  <a:moveTo>
                    <a:pt x="1635" y="1"/>
                  </a:moveTo>
                  <a:lnTo>
                    <a:pt x="1" y="2150"/>
                  </a:lnTo>
                  <a:lnTo>
                    <a:pt x="303" y="2453"/>
                  </a:lnTo>
                  <a:lnTo>
                    <a:pt x="1938" y="205"/>
                  </a:lnTo>
                  <a:lnTo>
                    <a:pt x="1635" y="1"/>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51"/>
            <p:cNvSpPr/>
            <p:nvPr/>
          </p:nvSpPr>
          <p:spPr>
            <a:xfrm>
              <a:off x="5507600" y="1564275"/>
              <a:ext cx="48450" cy="61325"/>
            </a:xfrm>
            <a:custGeom>
              <a:avLst/>
              <a:gdLst/>
              <a:ahLst/>
              <a:cxnLst/>
              <a:rect l="l" t="t" r="r" b="b"/>
              <a:pathLst>
                <a:path w="1938" h="2453" extrusionOk="0">
                  <a:moveTo>
                    <a:pt x="1635" y="0"/>
                  </a:moveTo>
                  <a:lnTo>
                    <a:pt x="1" y="2248"/>
                  </a:lnTo>
                  <a:lnTo>
                    <a:pt x="303" y="2452"/>
                  </a:lnTo>
                  <a:lnTo>
                    <a:pt x="1938" y="311"/>
                  </a:lnTo>
                  <a:lnTo>
                    <a:pt x="1635"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51"/>
            <p:cNvSpPr/>
            <p:nvPr/>
          </p:nvSpPr>
          <p:spPr>
            <a:xfrm>
              <a:off x="5522925" y="1577150"/>
              <a:ext cx="48450" cy="61325"/>
            </a:xfrm>
            <a:custGeom>
              <a:avLst/>
              <a:gdLst/>
              <a:ahLst/>
              <a:cxnLst/>
              <a:rect l="l" t="t" r="r" b="b"/>
              <a:pathLst>
                <a:path w="1938" h="2453" extrusionOk="0">
                  <a:moveTo>
                    <a:pt x="1635" y="0"/>
                  </a:moveTo>
                  <a:lnTo>
                    <a:pt x="1" y="2248"/>
                  </a:lnTo>
                  <a:lnTo>
                    <a:pt x="303" y="2452"/>
                  </a:lnTo>
                  <a:lnTo>
                    <a:pt x="1938" y="205"/>
                  </a:lnTo>
                  <a:lnTo>
                    <a:pt x="1635"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51"/>
            <p:cNvSpPr/>
            <p:nvPr/>
          </p:nvSpPr>
          <p:spPr>
            <a:xfrm>
              <a:off x="5538250" y="1589825"/>
              <a:ext cx="48450" cy="61325"/>
            </a:xfrm>
            <a:custGeom>
              <a:avLst/>
              <a:gdLst/>
              <a:ahLst/>
              <a:cxnLst/>
              <a:rect l="l" t="t" r="r" b="b"/>
              <a:pathLst>
                <a:path w="1938" h="2453" extrusionOk="0">
                  <a:moveTo>
                    <a:pt x="1635" y="0"/>
                  </a:moveTo>
                  <a:lnTo>
                    <a:pt x="1" y="2150"/>
                  </a:lnTo>
                  <a:lnTo>
                    <a:pt x="303" y="2452"/>
                  </a:lnTo>
                  <a:lnTo>
                    <a:pt x="1938" y="204"/>
                  </a:lnTo>
                  <a:lnTo>
                    <a:pt x="1635"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51"/>
            <p:cNvSpPr/>
            <p:nvPr/>
          </p:nvSpPr>
          <p:spPr>
            <a:xfrm>
              <a:off x="5553575" y="1600025"/>
              <a:ext cx="48450" cy="61325"/>
            </a:xfrm>
            <a:custGeom>
              <a:avLst/>
              <a:gdLst/>
              <a:ahLst/>
              <a:cxnLst/>
              <a:rect l="l" t="t" r="r" b="b"/>
              <a:pathLst>
                <a:path w="1938" h="2453" extrusionOk="0">
                  <a:moveTo>
                    <a:pt x="1733" y="1"/>
                  </a:moveTo>
                  <a:lnTo>
                    <a:pt x="1" y="2248"/>
                  </a:lnTo>
                  <a:lnTo>
                    <a:pt x="303" y="2453"/>
                  </a:lnTo>
                  <a:lnTo>
                    <a:pt x="1938" y="311"/>
                  </a:lnTo>
                  <a:lnTo>
                    <a:pt x="1733" y="1"/>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51"/>
            <p:cNvSpPr/>
            <p:nvPr/>
          </p:nvSpPr>
          <p:spPr>
            <a:xfrm>
              <a:off x="5568900" y="1612900"/>
              <a:ext cx="51125" cy="61325"/>
            </a:xfrm>
            <a:custGeom>
              <a:avLst/>
              <a:gdLst/>
              <a:ahLst/>
              <a:cxnLst/>
              <a:rect l="l" t="t" r="r" b="b"/>
              <a:pathLst>
                <a:path w="2045" h="2453" extrusionOk="0">
                  <a:moveTo>
                    <a:pt x="1733" y="1"/>
                  </a:moveTo>
                  <a:lnTo>
                    <a:pt x="1" y="2248"/>
                  </a:lnTo>
                  <a:lnTo>
                    <a:pt x="303" y="2453"/>
                  </a:lnTo>
                  <a:lnTo>
                    <a:pt x="2044" y="205"/>
                  </a:lnTo>
                  <a:lnTo>
                    <a:pt x="1733" y="1"/>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51"/>
            <p:cNvSpPr/>
            <p:nvPr/>
          </p:nvSpPr>
          <p:spPr>
            <a:xfrm>
              <a:off x="5584225" y="1625575"/>
              <a:ext cx="51125" cy="61325"/>
            </a:xfrm>
            <a:custGeom>
              <a:avLst/>
              <a:gdLst/>
              <a:ahLst/>
              <a:cxnLst/>
              <a:rect l="l" t="t" r="r" b="b"/>
              <a:pathLst>
                <a:path w="2045" h="2453" extrusionOk="0">
                  <a:moveTo>
                    <a:pt x="1733" y="0"/>
                  </a:moveTo>
                  <a:lnTo>
                    <a:pt x="1" y="2150"/>
                  </a:lnTo>
                  <a:lnTo>
                    <a:pt x="303" y="2452"/>
                  </a:lnTo>
                  <a:lnTo>
                    <a:pt x="2044" y="205"/>
                  </a:lnTo>
                  <a:lnTo>
                    <a:pt x="1733"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51"/>
            <p:cNvSpPr/>
            <p:nvPr/>
          </p:nvSpPr>
          <p:spPr>
            <a:xfrm>
              <a:off x="5599550" y="1635800"/>
              <a:ext cx="51125" cy="61325"/>
            </a:xfrm>
            <a:custGeom>
              <a:avLst/>
              <a:gdLst/>
              <a:ahLst/>
              <a:cxnLst/>
              <a:rect l="l" t="t" r="r" b="b"/>
              <a:pathLst>
                <a:path w="2045" h="2453" extrusionOk="0">
                  <a:moveTo>
                    <a:pt x="1733" y="0"/>
                  </a:moveTo>
                  <a:lnTo>
                    <a:pt x="1" y="2248"/>
                  </a:lnTo>
                  <a:lnTo>
                    <a:pt x="303" y="2452"/>
                  </a:lnTo>
                  <a:lnTo>
                    <a:pt x="2044" y="204"/>
                  </a:lnTo>
                  <a:lnTo>
                    <a:pt x="1733"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51"/>
            <p:cNvSpPr/>
            <p:nvPr/>
          </p:nvSpPr>
          <p:spPr>
            <a:xfrm>
              <a:off x="5614875" y="1648650"/>
              <a:ext cx="51125" cy="61325"/>
            </a:xfrm>
            <a:custGeom>
              <a:avLst/>
              <a:gdLst/>
              <a:ahLst/>
              <a:cxnLst/>
              <a:rect l="l" t="t" r="r" b="b"/>
              <a:pathLst>
                <a:path w="2045" h="2453" extrusionOk="0">
                  <a:moveTo>
                    <a:pt x="1733" y="1"/>
                  </a:moveTo>
                  <a:lnTo>
                    <a:pt x="1" y="2249"/>
                  </a:lnTo>
                  <a:lnTo>
                    <a:pt x="303" y="2453"/>
                  </a:lnTo>
                  <a:lnTo>
                    <a:pt x="2044" y="205"/>
                  </a:lnTo>
                  <a:lnTo>
                    <a:pt x="1733" y="1"/>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51"/>
            <p:cNvSpPr/>
            <p:nvPr/>
          </p:nvSpPr>
          <p:spPr>
            <a:xfrm>
              <a:off x="5070725" y="1618000"/>
              <a:ext cx="531300" cy="621250"/>
            </a:xfrm>
            <a:custGeom>
              <a:avLst/>
              <a:gdLst/>
              <a:ahLst/>
              <a:cxnLst/>
              <a:rect l="l" t="t" r="r" b="b"/>
              <a:pathLst>
                <a:path w="21252" h="24850" extrusionOk="0">
                  <a:moveTo>
                    <a:pt x="16143" y="1"/>
                  </a:moveTo>
                  <a:lnTo>
                    <a:pt x="1023" y="19715"/>
                  </a:lnTo>
                  <a:cubicBezTo>
                    <a:pt x="1" y="21047"/>
                    <a:pt x="205" y="23091"/>
                    <a:pt x="1636" y="24211"/>
                  </a:cubicBezTo>
                  <a:cubicBezTo>
                    <a:pt x="2232" y="24636"/>
                    <a:pt x="2917" y="24849"/>
                    <a:pt x="3595" y="24849"/>
                  </a:cubicBezTo>
                  <a:cubicBezTo>
                    <a:pt x="4544" y="24849"/>
                    <a:pt x="5478" y="24432"/>
                    <a:pt x="6131" y="23598"/>
                  </a:cubicBezTo>
                  <a:lnTo>
                    <a:pt x="21252" y="3883"/>
                  </a:lnTo>
                  <a:lnTo>
                    <a:pt x="1614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51"/>
            <p:cNvSpPr/>
            <p:nvPr/>
          </p:nvSpPr>
          <p:spPr>
            <a:xfrm>
              <a:off x="5096275" y="1766150"/>
              <a:ext cx="383150" cy="446850"/>
            </a:xfrm>
            <a:custGeom>
              <a:avLst/>
              <a:gdLst/>
              <a:ahLst/>
              <a:cxnLst/>
              <a:rect l="l" t="t" r="r" b="b"/>
              <a:pathLst>
                <a:path w="15326" h="17874" extrusionOk="0">
                  <a:moveTo>
                    <a:pt x="11648" y="1"/>
                  </a:moveTo>
                  <a:lnTo>
                    <a:pt x="818" y="14100"/>
                  </a:lnTo>
                  <a:cubicBezTo>
                    <a:pt x="1" y="15121"/>
                    <a:pt x="205" y="16650"/>
                    <a:pt x="1227" y="17369"/>
                  </a:cubicBezTo>
                  <a:cubicBezTo>
                    <a:pt x="1653" y="17710"/>
                    <a:pt x="2169" y="17873"/>
                    <a:pt x="2678" y="17873"/>
                  </a:cubicBezTo>
                  <a:cubicBezTo>
                    <a:pt x="3387" y="17873"/>
                    <a:pt x="4082" y="17556"/>
                    <a:pt x="4496" y="16960"/>
                  </a:cubicBezTo>
                  <a:lnTo>
                    <a:pt x="15326" y="2861"/>
                  </a:lnTo>
                  <a:lnTo>
                    <a:pt x="11648" y="1"/>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51"/>
            <p:cNvSpPr/>
            <p:nvPr/>
          </p:nvSpPr>
          <p:spPr>
            <a:xfrm>
              <a:off x="5453875" y="1589825"/>
              <a:ext cx="173700" cy="143050"/>
            </a:xfrm>
            <a:custGeom>
              <a:avLst/>
              <a:gdLst/>
              <a:ahLst/>
              <a:cxnLst/>
              <a:rect l="l" t="t" r="r" b="b"/>
              <a:pathLst>
                <a:path w="6948" h="5722" extrusionOk="0">
                  <a:moveTo>
                    <a:pt x="719" y="0"/>
                  </a:moveTo>
                  <a:lnTo>
                    <a:pt x="0" y="924"/>
                  </a:lnTo>
                  <a:lnTo>
                    <a:pt x="6236" y="5721"/>
                  </a:lnTo>
                  <a:lnTo>
                    <a:pt x="6947" y="4806"/>
                  </a:lnTo>
                  <a:lnTo>
                    <a:pt x="719" y="0"/>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51"/>
            <p:cNvSpPr/>
            <p:nvPr/>
          </p:nvSpPr>
          <p:spPr>
            <a:xfrm>
              <a:off x="5096275" y="2075100"/>
              <a:ext cx="145725" cy="137900"/>
            </a:xfrm>
            <a:custGeom>
              <a:avLst/>
              <a:gdLst/>
              <a:ahLst/>
              <a:cxnLst/>
              <a:rect l="l" t="t" r="r" b="b"/>
              <a:pathLst>
                <a:path w="5829" h="5516" extrusionOk="0">
                  <a:moveTo>
                    <a:pt x="2150" y="1"/>
                  </a:moveTo>
                  <a:lnTo>
                    <a:pt x="2150" y="1"/>
                  </a:lnTo>
                  <a:cubicBezTo>
                    <a:pt x="2130" y="27"/>
                    <a:pt x="2110" y="53"/>
                    <a:pt x="2090" y="79"/>
                  </a:cubicBezTo>
                  <a:lnTo>
                    <a:pt x="2090" y="79"/>
                  </a:lnTo>
                  <a:lnTo>
                    <a:pt x="2150" y="1"/>
                  </a:lnTo>
                  <a:close/>
                  <a:moveTo>
                    <a:pt x="5828" y="2861"/>
                  </a:moveTo>
                  <a:lnTo>
                    <a:pt x="5728" y="2992"/>
                  </a:lnTo>
                  <a:lnTo>
                    <a:pt x="5728" y="2992"/>
                  </a:lnTo>
                  <a:cubicBezTo>
                    <a:pt x="5763" y="2950"/>
                    <a:pt x="5797" y="2907"/>
                    <a:pt x="5828" y="2861"/>
                  </a:cubicBezTo>
                  <a:close/>
                  <a:moveTo>
                    <a:pt x="2090" y="79"/>
                  </a:moveTo>
                  <a:lnTo>
                    <a:pt x="818" y="1742"/>
                  </a:lnTo>
                  <a:cubicBezTo>
                    <a:pt x="1" y="2763"/>
                    <a:pt x="205" y="4292"/>
                    <a:pt x="1227" y="5011"/>
                  </a:cubicBezTo>
                  <a:cubicBezTo>
                    <a:pt x="1653" y="5352"/>
                    <a:pt x="2169" y="5515"/>
                    <a:pt x="2678" y="5515"/>
                  </a:cubicBezTo>
                  <a:cubicBezTo>
                    <a:pt x="3387" y="5515"/>
                    <a:pt x="4082" y="5198"/>
                    <a:pt x="4496" y="4602"/>
                  </a:cubicBezTo>
                  <a:lnTo>
                    <a:pt x="5728" y="2992"/>
                  </a:lnTo>
                  <a:lnTo>
                    <a:pt x="5728" y="2992"/>
                  </a:lnTo>
                  <a:cubicBezTo>
                    <a:pt x="5304" y="3503"/>
                    <a:pt x="4662" y="3774"/>
                    <a:pt x="4008" y="3774"/>
                  </a:cubicBezTo>
                  <a:cubicBezTo>
                    <a:pt x="3500" y="3774"/>
                    <a:pt x="2985" y="3611"/>
                    <a:pt x="2559" y="3270"/>
                  </a:cubicBezTo>
                  <a:cubicBezTo>
                    <a:pt x="1563" y="2577"/>
                    <a:pt x="1344" y="1100"/>
                    <a:pt x="2090" y="79"/>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 Background 1">
  <p:cSld name="CUSTOM_3">
    <p:spTree>
      <p:nvGrpSpPr>
        <p:cNvPr id="1" name="Shape 2442"/>
        <p:cNvGrpSpPr/>
        <p:nvPr/>
      </p:nvGrpSpPr>
      <p:grpSpPr>
        <a:xfrm>
          <a:off x="0" y="0"/>
          <a:ext cx="0" cy="0"/>
          <a:chOff x="0" y="0"/>
          <a:chExt cx="0" cy="0"/>
        </a:xfrm>
      </p:grpSpPr>
      <p:sp>
        <p:nvSpPr>
          <p:cNvPr id="2443" name="Google Shape;2443;p52"/>
          <p:cNvSpPr/>
          <p:nvPr/>
        </p:nvSpPr>
        <p:spPr>
          <a:xfrm>
            <a:off x="6115050" y="3258175"/>
            <a:ext cx="3028907" cy="1885295"/>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52"/>
          <p:cNvSpPr/>
          <p:nvPr/>
        </p:nvSpPr>
        <p:spPr>
          <a:xfrm>
            <a:off x="0" y="0"/>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45" name="Google Shape;2445;p52"/>
          <p:cNvGrpSpPr/>
          <p:nvPr/>
        </p:nvGrpSpPr>
        <p:grpSpPr>
          <a:xfrm>
            <a:off x="6873272" y="2960366"/>
            <a:ext cx="2214279" cy="2073916"/>
            <a:chOff x="5158247" y="4662291"/>
            <a:chExt cx="2214279" cy="2073916"/>
          </a:xfrm>
        </p:grpSpPr>
        <p:sp>
          <p:nvSpPr>
            <p:cNvPr id="2446" name="Google Shape;2446;p52"/>
            <p:cNvSpPr/>
            <p:nvPr/>
          </p:nvSpPr>
          <p:spPr>
            <a:xfrm>
              <a:off x="7115205" y="466229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52"/>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52"/>
            <p:cNvSpPr/>
            <p:nvPr/>
          </p:nvSpPr>
          <p:spPr>
            <a:xfrm>
              <a:off x="6458128" y="66760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52"/>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52"/>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52"/>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52" name="Google Shape;2452;p52"/>
          <p:cNvGrpSpPr/>
          <p:nvPr/>
        </p:nvGrpSpPr>
        <p:grpSpPr>
          <a:xfrm flipH="1">
            <a:off x="6873272" y="-5"/>
            <a:ext cx="2270722" cy="1272963"/>
            <a:chOff x="5158247" y="5768045"/>
            <a:chExt cx="2270722" cy="1272963"/>
          </a:xfrm>
        </p:grpSpPr>
        <p:sp>
          <p:nvSpPr>
            <p:cNvPr id="2453" name="Google Shape;2453;p52"/>
            <p:cNvSpPr/>
            <p:nvPr/>
          </p:nvSpPr>
          <p:spPr>
            <a:xfrm>
              <a:off x="55546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52"/>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52"/>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52"/>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52"/>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52"/>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 Background 2">
  <p:cSld name="CUSTOM_3_1">
    <p:spTree>
      <p:nvGrpSpPr>
        <p:cNvPr id="1" name="Shape 2459"/>
        <p:cNvGrpSpPr/>
        <p:nvPr/>
      </p:nvGrpSpPr>
      <p:grpSpPr>
        <a:xfrm>
          <a:off x="0" y="0"/>
          <a:ext cx="0" cy="0"/>
          <a:chOff x="0" y="0"/>
          <a:chExt cx="0" cy="0"/>
        </a:xfrm>
      </p:grpSpPr>
      <p:sp>
        <p:nvSpPr>
          <p:cNvPr id="2460" name="Google Shape;2460;p53"/>
          <p:cNvSpPr/>
          <p:nvPr/>
        </p:nvSpPr>
        <p:spPr>
          <a:xfrm>
            <a:off x="5726630" y="4669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53"/>
          <p:cNvSpPr/>
          <p:nvPr/>
        </p:nvSpPr>
        <p:spPr>
          <a:xfrm>
            <a:off x="4285742" y="47182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53"/>
          <p:cNvSpPr/>
          <p:nvPr/>
        </p:nvSpPr>
        <p:spPr>
          <a:xfrm>
            <a:off x="6096703" y="5092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53"/>
          <p:cNvSpPr/>
          <p:nvPr/>
        </p:nvSpPr>
        <p:spPr>
          <a:xfrm>
            <a:off x="5634938" y="4394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53"/>
          <p:cNvSpPr/>
          <p:nvPr/>
        </p:nvSpPr>
        <p:spPr>
          <a:xfrm>
            <a:off x="5383848" y="46645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53"/>
          <p:cNvSpPr/>
          <p:nvPr/>
        </p:nvSpPr>
        <p:spPr>
          <a:xfrm>
            <a:off x="3882422" y="4088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53"/>
          <p:cNvSpPr/>
          <p:nvPr/>
        </p:nvSpPr>
        <p:spPr>
          <a:xfrm rot="-5400000">
            <a:off x="379925" y="2820412"/>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53"/>
          <p:cNvSpPr/>
          <p:nvPr/>
        </p:nvSpPr>
        <p:spPr>
          <a:xfrm rot="-5400000">
            <a:off x="6696375" y="562275"/>
            <a:ext cx="3028907" cy="1885295"/>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53"/>
          <p:cNvSpPr/>
          <p:nvPr/>
        </p:nvSpPr>
        <p:spPr>
          <a:xfrm>
            <a:off x="-9525" y="-9525"/>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53"/>
          <p:cNvSpPr/>
          <p:nvPr/>
        </p:nvSpPr>
        <p:spPr>
          <a:xfrm rot="-5400000" flipH="1">
            <a:off x="7042571" y="3042089"/>
            <a:ext cx="1707214" cy="2514607"/>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53"/>
          <p:cNvSpPr/>
          <p:nvPr/>
        </p:nvSpPr>
        <p:spPr>
          <a:xfrm flipH="1">
            <a:off x="6427115" y="3100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53"/>
          <p:cNvSpPr/>
          <p:nvPr/>
        </p:nvSpPr>
        <p:spPr>
          <a:xfrm flipH="1">
            <a:off x="4810122" y="11140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53"/>
          <p:cNvSpPr/>
          <p:nvPr/>
        </p:nvSpPr>
        <p:spPr>
          <a:xfrm flipH="1">
            <a:off x="5271822" y="4160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53"/>
          <p:cNvSpPr/>
          <p:nvPr/>
        </p:nvSpPr>
        <p:spPr>
          <a:xfrm flipH="1">
            <a:off x="5370578" y="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53"/>
          <p:cNvSpPr/>
          <p:nvPr/>
        </p:nvSpPr>
        <p:spPr>
          <a:xfrm flipH="1">
            <a:off x="7020645" y="1094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 Background 3">
  <p:cSld name="CUSTOM_3_1_1">
    <p:spTree>
      <p:nvGrpSpPr>
        <p:cNvPr id="1" name="Shape 2475"/>
        <p:cNvGrpSpPr/>
        <p:nvPr/>
      </p:nvGrpSpPr>
      <p:grpSpPr>
        <a:xfrm>
          <a:off x="0" y="0"/>
          <a:ext cx="0" cy="0"/>
          <a:chOff x="0" y="0"/>
          <a:chExt cx="0" cy="0"/>
        </a:xfrm>
      </p:grpSpPr>
      <p:sp>
        <p:nvSpPr>
          <p:cNvPr id="2476" name="Google Shape;2476;p54"/>
          <p:cNvSpPr/>
          <p:nvPr/>
        </p:nvSpPr>
        <p:spPr>
          <a:xfrm>
            <a:off x="8317430" y="449831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54"/>
          <p:cNvSpPr/>
          <p:nvPr/>
        </p:nvSpPr>
        <p:spPr>
          <a:xfrm>
            <a:off x="6876542" y="454679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54"/>
          <p:cNvSpPr/>
          <p:nvPr/>
        </p:nvSpPr>
        <p:spPr>
          <a:xfrm>
            <a:off x="8687503" y="492136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54"/>
          <p:cNvSpPr/>
          <p:nvPr/>
        </p:nvSpPr>
        <p:spPr>
          <a:xfrm>
            <a:off x="8225738" y="422332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54"/>
          <p:cNvSpPr/>
          <p:nvPr/>
        </p:nvSpPr>
        <p:spPr>
          <a:xfrm>
            <a:off x="7974648" y="449307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54"/>
          <p:cNvSpPr/>
          <p:nvPr/>
        </p:nvSpPr>
        <p:spPr>
          <a:xfrm>
            <a:off x="6473222" y="391671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54"/>
          <p:cNvSpPr/>
          <p:nvPr/>
        </p:nvSpPr>
        <p:spPr>
          <a:xfrm flipH="1">
            <a:off x="8490265" y="3100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54"/>
          <p:cNvSpPr/>
          <p:nvPr/>
        </p:nvSpPr>
        <p:spPr>
          <a:xfrm flipH="1">
            <a:off x="6873272" y="11140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54"/>
          <p:cNvSpPr/>
          <p:nvPr/>
        </p:nvSpPr>
        <p:spPr>
          <a:xfrm flipH="1">
            <a:off x="7334972" y="4160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54"/>
          <p:cNvSpPr/>
          <p:nvPr/>
        </p:nvSpPr>
        <p:spPr>
          <a:xfrm flipH="1">
            <a:off x="7433728" y="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54"/>
          <p:cNvSpPr/>
          <p:nvPr/>
        </p:nvSpPr>
        <p:spPr>
          <a:xfrm flipH="1">
            <a:off x="9083795" y="1094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54"/>
          <p:cNvSpPr/>
          <p:nvPr/>
        </p:nvSpPr>
        <p:spPr>
          <a:xfrm rot="5400000">
            <a:off x="-571851" y="2686210"/>
            <a:ext cx="3029130" cy="1885434"/>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54"/>
          <p:cNvSpPr/>
          <p:nvPr/>
        </p:nvSpPr>
        <p:spPr>
          <a:xfrm rot="-5400000" flipH="1">
            <a:off x="7042571" y="3042089"/>
            <a:ext cx="1707214" cy="2514607"/>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54"/>
          <p:cNvSpPr/>
          <p:nvPr/>
        </p:nvSpPr>
        <p:spPr>
          <a:xfrm>
            <a:off x="0" y="-9525"/>
            <a:ext cx="4687105" cy="634373"/>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 Background 4">
  <p:cSld name="CUSTOM_3_1_1_1">
    <p:spTree>
      <p:nvGrpSpPr>
        <p:cNvPr id="1" name="Shape 2490"/>
        <p:cNvGrpSpPr/>
        <p:nvPr/>
      </p:nvGrpSpPr>
      <p:grpSpPr>
        <a:xfrm>
          <a:off x="0" y="0"/>
          <a:ext cx="0" cy="0"/>
          <a:chOff x="0" y="0"/>
          <a:chExt cx="0" cy="0"/>
        </a:xfrm>
      </p:grpSpPr>
      <p:sp>
        <p:nvSpPr>
          <p:cNvPr id="2491" name="Google Shape;2491;p55"/>
          <p:cNvSpPr/>
          <p:nvPr/>
        </p:nvSpPr>
        <p:spPr>
          <a:xfrm rot="10800000">
            <a:off x="0" y="0"/>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92" name="Google Shape;2492;p55"/>
          <p:cNvGrpSpPr/>
          <p:nvPr/>
        </p:nvGrpSpPr>
        <p:grpSpPr>
          <a:xfrm flipH="1">
            <a:off x="294513" y="168438"/>
            <a:ext cx="837425" cy="742113"/>
            <a:chOff x="6215925" y="6858088"/>
            <a:chExt cx="837425" cy="742113"/>
          </a:xfrm>
        </p:grpSpPr>
        <p:sp>
          <p:nvSpPr>
            <p:cNvPr id="2493" name="Google Shape;2493;p55"/>
            <p:cNvSpPr/>
            <p:nvPr/>
          </p:nvSpPr>
          <p:spPr>
            <a:xfrm>
              <a:off x="6215925" y="7421400"/>
              <a:ext cx="201900" cy="178800"/>
            </a:xfrm>
            <a:custGeom>
              <a:avLst/>
              <a:gdLst/>
              <a:ahLst/>
              <a:cxnLst/>
              <a:rect l="l" t="t" r="r" b="b"/>
              <a:pathLst>
                <a:path w="8076" h="7152" extrusionOk="0">
                  <a:moveTo>
                    <a:pt x="7561" y="0"/>
                  </a:moveTo>
                  <a:lnTo>
                    <a:pt x="0" y="6637"/>
                  </a:lnTo>
                  <a:lnTo>
                    <a:pt x="515" y="7152"/>
                  </a:lnTo>
                  <a:lnTo>
                    <a:pt x="8076" y="507"/>
                  </a:lnTo>
                  <a:lnTo>
                    <a:pt x="7561" y="0"/>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55"/>
            <p:cNvSpPr/>
            <p:nvPr/>
          </p:nvSpPr>
          <p:spPr>
            <a:xfrm>
              <a:off x="6401775" y="7430925"/>
              <a:ext cx="25575" cy="22900"/>
            </a:xfrm>
            <a:custGeom>
              <a:avLst/>
              <a:gdLst/>
              <a:ahLst/>
              <a:cxnLst/>
              <a:rect l="l" t="t" r="r" b="b"/>
              <a:pathLst>
                <a:path w="1023" h="916" extrusionOk="0">
                  <a:moveTo>
                    <a:pt x="508" y="0"/>
                  </a:moveTo>
                  <a:lnTo>
                    <a:pt x="1" y="507"/>
                  </a:lnTo>
                  <a:lnTo>
                    <a:pt x="508" y="915"/>
                  </a:lnTo>
                  <a:lnTo>
                    <a:pt x="1023" y="507"/>
                  </a:lnTo>
                  <a:lnTo>
                    <a:pt x="508" y="0"/>
                  </a:lnTo>
                  <a:close/>
                </a:path>
              </a:pathLst>
            </a:custGeom>
            <a:solidFill>
              <a:srgbClr val="C1C0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95" name="Google Shape;2495;p55"/>
            <p:cNvGrpSpPr/>
            <p:nvPr/>
          </p:nvGrpSpPr>
          <p:grpSpPr>
            <a:xfrm>
              <a:off x="6361025" y="6858088"/>
              <a:ext cx="692325" cy="623250"/>
              <a:chOff x="6361025" y="6858088"/>
              <a:chExt cx="692325" cy="623250"/>
            </a:xfrm>
          </p:grpSpPr>
          <p:sp>
            <p:nvSpPr>
              <p:cNvPr id="2496" name="Google Shape;2496;p55"/>
              <p:cNvSpPr/>
              <p:nvPr/>
            </p:nvSpPr>
            <p:spPr>
              <a:xfrm>
                <a:off x="6361025" y="7011338"/>
                <a:ext cx="510875" cy="470000"/>
              </a:xfrm>
              <a:custGeom>
                <a:avLst/>
                <a:gdLst/>
                <a:ahLst/>
                <a:cxnLst/>
                <a:rect l="l" t="t" r="r" b="b"/>
                <a:pathLst>
                  <a:path w="20435" h="18800" extrusionOk="0">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55"/>
              <p:cNvSpPr/>
              <p:nvPr/>
            </p:nvSpPr>
            <p:spPr>
              <a:xfrm>
                <a:off x="6795250" y="6896288"/>
                <a:ext cx="217225" cy="207025"/>
              </a:xfrm>
              <a:custGeom>
                <a:avLst/>
                <a:gdLst/>
                <a:ahLst/>
                <a:cxnLst/>
                <a:rect l="l" t="t" r="r" b="b"/>
                <a:pathLst>
                  <a:path w="8689" h="8281" extrusionOk="0">
                    <a:moveTo>
                      <a:pt x="6539" y="1"/>
                    </a:moveTo>
                    <a:lnTo>
                      <a:pt x="0" y="5828"/>
                    </a:lnTo>
                    <a:lnTo>
                      <a:pt x="2150" y="8280"/>
                    </a:lnTo>
                    <a:lnTo>
                      <a:pt x="8688" y="2453"/>
                    </a:lnTo>
                    <a:lnTo>
                      <a:pt x="6539" y="1"/>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55"/>
              <p:cNvSpPr/>
              <p:nvPr/>
            </p:nvSpPr>
            <p:spPr>
              <a:xfrm>
                <a:off x="6795250" y="7018888"/>
                <a:ext cx="79300" cy="84425"/>
              </a:xfrm>
              <a:custGeom>
                <a:avLst/>
                <a:gdLst/>
                <a:ahLst/>
                <a:cxnLst/>
                <a:rect l="l" t="t" r="r" b="b"/>
                <a:pathLst>
                  <a:path w="3172" h="3377" extrusionOk="0">
                    <a:moveTo>
                      <a:pt x="1022" y="1"/>
                    </a:moveTo>
                    <a:lnTo>
                      <a:pt x="0" y="924"/>
                    </a:lnTo>
                    <a:lnTo>
                      <a:pt x="2150" y="3376"/>
                    </a:lnTo>
                    <a:lnTo>
                      <a:pt x="3171" y="2453"/>
                    </a:lnTo>
                    <a:lnTo>
                      <a:pt x="1022" y="1"/>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55"/>
              <p:cNvSpPr/>
              <p:nvPr/>
            </p:nvSpPr>
            <p:spPr>
              <a:xfrm>
                <a:off x="6946050" y="6858088"/>
                <a:ext cx="107300" cy="114850"/>
              </a:xfrm>
              <a:custGeom>
                <a:avLst/>
                <a:gdLst/>
                <a:ahLst/>
                <a:cxnLst/>
                <a:rect l="l" t="t" r="r" b="b"/>
                <a:pathLst>
                  <a:path w="4292" h="4594" extrusionOk="0">
                    <a:moveTo>
                      <a:pt x="1120" y="0"/>
                    </a:moveTo>
                    <a:lnTo>
                      <a:pt x="0" y="1022"/>
                    </a:lnTo>
                    <a:lnTo>
                      <a:pt x="3163" y="4594"/>
                    </a:lnTo>
                    <a:lnTo>
                      <a:pt x="4291" y="3678"/>
                    </a:lnTo>
                    <a:lnTo>
                      <a:pt x="1120"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55"/>
              <p:cNvSpPr/>
              <p:nvPr/>
            </p:nvSpPr>
            <p:spPr>
              <a:xfrm>
                <a:off x="6721275" y="6990888"/>
                <a:ext cx="176150" cy="189050"/>
              </a:xfrm>
              <a:custGeom>
                <a:avLst/>
                <a:gdLst/>
                <a:ahLst/>
                <a:cxnLst/>
                <a:rect l="l" t="t" r="r" b="b"/>
                <a:pathLst>
                  <a:path w="7046" h="7562" extrusionOk="0">
                    <a:moveTo>
                      <a:pt x="1733" y="1"/>
                    </a:moveTo>
                    <a:lnTo>
                      <a:pt x="0" y="1529"/>
                    </a:lnTo>
                    <a:lnTo>
                      <a:pt x="5313" y="7561"/>
                    </a:lnTo>
                    <a:lnTo>
                      <a:pt x="7046" y="6025"/>
                    </a:lnTo>
                    <a:lnTo>
                      <a:pt x="1733"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55"/>
              <p:cNvSpPr/>
              <p:nvPr/>
            </p:nvSpPr>
            <p:spPr>
              <a:xfrm>
                <a:off x="6739050" y="7149263"/>
                <a:ext cx="69100" cy="74000"/>
              </a:xfrm>
              <a:custGeom>
                <a:avLst/>
                <a:gdLst/>
                <a:ahLst/>
                <a:cxnLst/>
                <a:rect l="l" t="t" r="r" b="b"/>
                <a:pathLst>
                  <a:path w="2764" h="2960" extrusionOk="0">
                    <a:moveTo>
                      <a:pt x="409" y="0"/>
                    </a:moveTo>
                    <a:lnTo>
                      <a:pt x="0" y="303"/>
                    </a:lnTo>
                    <a:lnTo>
                      <a:pt x="2354" y="2959"/>
                    </a:lnTo>
                    <a:lnTo>
                      <a:pt x="2763" y="2657"/>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55"/>
              <p:cNvSpPr/>
              <p:nvPr/>
            </p:nvSpPr>
            <p:spPr>
              <a:xfrm>
                <a:off x="6690625" y="7192588"/>
                <a:ext cx="66425" cy="74200"/>
              </a:xfrm>
              <a:custGeom>
                <a:avLst/>
                <a:gdLst/>
                <a:ahLst/>
                <a:cxnLst/>
                <a:rect l="l" t="t" r="r" b="b"/>
                <a:pathLst>
                  <a:path w="2657" h="2968" extrusionOk="0">
                    <a:moveTo>
                      <a:pt x="409" y="0"/>
                    </a:moveTo>
                    <a:lnTo>
                      <a:pt x="0" y="311"/>
                    </a:lnTo>
                    <a:lnTo>
                      <a:pt x="2346" y="2967"/>
                    </a:lnTo>
                    <a:lnTo>
                      <a:pt x="2657"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55"/>
              <p:cNvSpPr/>
              <p:nvPr/>
            </p:nvSpPr>
            <p:spPr>
              <a:xfrm>
                <a:off x="6642000" y="7236113"/>
                <a:ext cx="66425" cy="73975"/>
              </a:xfrm>
              <a:custGeom>
                <a:avLst/>
                <a:gdLst/>
                <a:ahLst/>
                <a:cxnLst/>
                <a:rect l="l" t="t" r="r" b="b"/>
                <a:pathLst>
                  <a:path w="2657" h="2959" extrusionOk="0">
                    <a:moveTo>
                      <a:pt x="409" y="0"/>
                    </a:moveTo>
                    <a:lnTo>
                      <a:pt x="0" y="302"/>
                    </a:lnTo>
                    <a:lnTo>
                      <a:pt x="2248" y="2959"/>
                    </a:lnTo>
                    <a:lnTo>
                      <a:pt x="2656"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55"/>
              <p:cNvSpPr/>
              <p:nvPr/>
            </p:nvSpPr>
            <p:spPr>
              <a:xfrm>
                <a:off x="6384125" y="7207913"/>
                <a:ext cx="268100" cy="252975"/>
              </a:xfrm>
              <a:custGeom>
                <a:avLst/>
                <a:gdLst/>
                <a:ahLst/>
                <a:cxnLst/>
                <a:rect l="l" t="t" r="r" b="b"/>
                <a:pathLst>
                  <a:path w="10724" h="10119" extrusionOk="0">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55"/>
              <p:cNvSpPr/>
              <p:nvPr/>
            </p:nvSpPr>
            <p:spPr>
              <a:xfrm>
                <a:off x="6384125" y="7312738"/>
                <a:ext cx="268100" cy="148150"/>
              </a:xfrm>
              <a:custGeom>
                <a:avLst/>
                <a:gdLst/>
                <a:ahLst/>
                <a:cxnLst/>
                <a:rect l="l" t="t" r="r" b="b"/>
                <a:pathLst>
                  <a:path w="10724" h="5926" extrusionOk="0">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506" name="Google Shape;2506;p55"/>
          <p:cNvSpPr/>
          <p:nvPr/>
        </p:nvSpPr>
        <p:spPr>
          <a:xfrm flipH="1">
            <a:off x="1460188" y="64342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55"/>
          <p:cNvSpPr/>
          <p:nvPr/>
        </p:nvSpPr>
        <p:spPr>
          <a:xfrm flipH="1">
            <a:off x="1530690" y="35774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55"/>
          <p:cNvSpPr/>
          <p:nvPr/>
        </p:nvSpPr>
        <p:spPr>
          <a:xfrm flipH="1">
            <a:off x="1372189" y="129215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55"/>
          <p:cNvSpPr/>
          <p:nvPr/>
        </p:nvSpPr>
        <p:spPr>
          <a:xfrm flipH="1">
            <a:off x="1131937" y="69251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55"/>
          <p:cNvSpPr/>
          <p:nvPr/>
        </p:nvSpPr>
        <p:spPr>
          <a:xfrm>
            <a:off x="8540889" y="8754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55"/>
          <p:cNvSpPr/>
          <p:nvPr/>
        </p:nvSpPr>
        <p:spPr>
          <a:xfrm>
            <a:off x="7176201" y="857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55"/>
          <p:cNvSpPr/>
          <p:nvPr/>
        </p:nvSpPr>
        <p:spPr>
          <a:xfrm>
            <a:off x="8910962" y="12984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55"/>
          <p:cNvSpPr/>
          <p:nvPr/>
        </p:nvSpPr>
        <p:spPr>
          <a:xfrm>
            <a:off x="8449197" y="6004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55"/>
          <p:cNvSpPr/>
          <p:nvPr/>
        </p:nvSpPr>
        <p:spPr>
          <a:xfrm>
            <a:off x="8350507" y="1844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55"/>
          <p:cNvSpPr/>
          <p:nvPr/>
        </p:nvSpPr>
        <p:spPr>
          <a:xfrm>
            <a:off x="6696681" y="2938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55"/>
          <p:cNvSpPr/>
          <p:nvPr/>
        </p:nvSpPr>
        <p:spPr>
          <a:xfrm flipH="1">
            <a:off x="236474" y="46451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55"/>
          <p:cNvSpPr/>
          <p:nvPr/>
        </p:nvSpPr>
        <p:spPr>
          <a:xfrm flipH="1">
            <a:off x="1614964" y="38554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55"/>
          <p:cNvSpPr/>
          <p:nvPr/>
        </p:nvSpPr>
        <p:spPr>
          <a:xfrm flipH="1">
            <a:off x="67281" y="50682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55"/>
          <p:cNvSpPr/>
          <p:nvPr/>
        </p:nvSpPr>
        <p:spPr>
          <a:xfrm flipH="1">
            <a:off x="528981" y="43701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55"/>
          <p:cNvSpPr/>
          <p:nvPr/>
        </p:nvSpPr>
        <p:spPr>
          <a:xfrm flipH="1">
            <a:off x="627736" y="39541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55"/>
          <p:cNvSpPr/>
          <p:nvPr/>
        </p:nvSpPr>
        <p:spPr>
          <a:xfrm flipH="1">
            <a:off x="2277803" y="40635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55"/>
          <p:cNvSpPr/>
          <p:nvPr/>
        </p:nvSpPr>
        <p:spPr>
          <a:xfrm>
            <a:off x="6520050" y="3186075"/>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55"/>
          <p:cNvSpPr/>
          <p:nvPr/>
        </p:nvSpPr>
        <p:spPr>
          <a:xfrm>
            <a:off x="7792737" y="347174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55"/>
          <p:cNvSpPr/>
          <p:nvPr/>
        </p:nvSpPr>
        <p:spPr>
          <a:xfrm>
            <a:off x="7923050" y="318606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55"/>
          <p:cNvSpPr/>
          <p:nvPr/>
        </p:nvSpPr>
        <p:spPr>
          <a:xfrm>
            <a:off x="8081875" y="412047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55"/>
          <p:cNvSpPr/>
          <p:nvPr/>
        </p:nvSpPr>
        <p:spPr>
          <a:xfrm>
            <a:off x="8321868" y="352084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27" name="Google Shape;2527;p55"/>
          <p:cNvGrpSpPr/>
          <p:nvPr/>
        </p:nvGrpSpPr>
        <p:grpSpPr>
          <a:xfrm flipH="1">
            <a:off x="7339075" y="4119838"/>
            <a:ext cx="985925" cy="744150"/>
            <a:chOff x="1666700" y="5967688"/>
            <a:chExt cx="985925" cy="744150"/>
          </a:xfrm>
        </p:grpSpPr>
        <p:sp>
          <p:nvSpPr>
            <p:cNvPr id="2528" name="Google Shape;2528;p55"/>
            <p:cNvSpPr/>
            <p:nvPr/>
          </p:nvSpPr>
          <p:spPr>
            <a:xfrm>
              <a:off x="1666700" y="5967688"/>
              <a:ext cx="985925" cy="744150"/>
            </a:xfrm>
            <a:custGeom>
              <a:avLst/>
              <a:gdLst/>
              <a:ahLst/>
              <a:cxn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55"/>
            <p:cNvSpPr/>
            <p:nvPr/>
          </p:nvSpPr>
          <p:spPr>
            <a:xfrm>
              <a:off x="1758650" y="6363863"/>
              <a:ext cx="130375" cy="130375"/>
            </a:xfrm>
            <a:custGeom>
              <a:avLst/>
              <a:gdLst/>
              <a:ahLst/>
              <a:cxn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55"/>
            <p:cNvSpPr/>
            <p:nvPr/>
          </p:nvSpPr>
          <p:spPr>
            <a:xfrm>
              <a:off x="1735750" y="6361013"/>
              <a:ext cx="148175" cy="131150"/>
            </a:xfrm>
            <a:custGeom>
              <a:avLst/>
              <a:gdLst/>
              <a:ahLst/>
              <a:cxn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55"/>
            <p:cNvSpPr/>
            <p:nvPr/>
          </p:nvSpPr>
          <p:spPr>
            <a:xfrm>
              <a:off x="1766400" y="6369163"/>
              <a:ext cx="117525" cy="122175"/>
            </a:xfrm>
            <a:custGeom>
              <a:avLst/>
              <a:gdLst/>
              <a:ahLst/>
              <a:cxn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55"/>
            <p:cNvSpPr/>
            <p:nvPr/>
          </p:nvSpPr>
          <p:spPr>
            <a:xfrm>
              <a:off x="1751075" y="6397163"/>
              <a:ext cx="119975" cy="66425"/>
            </a:xfrm>
            <a:custGeom>
              <a:avLst/>
              <a:gdLst/>
              <a:ahLst/>
              <a:cxn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55"/>
            <p:cNvSpPr/>
            <p:nvPr/>
          </p:nvSpPr>
          <p:spPr>
            <a:xfrm>
              <a:off x="1748425" y="6392063"/>
              <a:ext cx="120175" cy="69075"/>
            </a:xfrm>
            <a:custGeom>
              <a:avLst/>
              <a:gdLst/>
              <a:ahLst/>
              <a:cxn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55"/>
            <p:cNvSpPr/>
            <p:nvPr/>
          </p:nvSpPr>
          <p:spPr>
            <a:xfrm>
              <a:off x="1911900" y="6282113"/>
              <a:ext cx="130375" cy="130400"/>
            </a:xfrm>
            <a:custGeom>
              <a:avLst/>
              <a:gdLst/>
              <a:ahLst/>
              <a:cxn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55"/>
            <p:cNvSpPr/>
            <p:nvPr/>
          </p:nvSpPr>
          <p:spPr>
            <a:xfrm>
              <a:off x="1889000" y="6279288"/>
              <a:ext cx="148175" cy="129975"/>
            </a:xfrm>
            <a:custGeom>
              <a:avLst/>
              <a:gdLst/>
              <a:ahLst/>
              <a:cxn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55"/>
            <p:cNvSpPr/>
            <p:nvPr/>
          </p:nvSpPr>
          <p:spPr>
            <a:xfrm>
              <a:off x="1922125" y="6287438"/>
              <a:ext cx="115050" cy="122175"/>
            </a:xfrm>
            <a:custGeom>
              <a:avLst/>
              <a:gdLst/>
              <a:ahLst/>
              <a:cxn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55"/>
            <p:cNvSpPr/>
            <p:nvPr/>
          </p:nvSpPr>
          <p:spPr>
            <a:xfrm>
              <a:off x="1906800" y="6315438"/>
              <a:ext cx="117500" cy="66425"/>
            </a:xfrm>
            <a:custGeom>
              <a:avLst/>
              <a:gdLst/>
              <a:ahLst/>
              <a:cxn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55"/>
            <p:cNvSpPr/>
            <p:nvPr/>
          </p:nvSpPr>
          <p:spPr>
            <a:xfrm>
              <a:off x="1904325" y="6310313"/>
              <a:ext cx="119975" cy="69100"/>
            </a:xfrm>
            <a:custGeom>
              <a:avLst/>
              <a:gdLst/>
              <a:ahLst/>
              <a:cxn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55"/>
            <p:cNvSpPr/>
            <p:nvPr/>
          </p:nvSpPr>
          <p:spPr>
            <a:xfrm>
              <a:off x="2067800" y="62003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55"/>
            <p:cNvSpPr/>
            <p:nvPr/>
          </p:nvSpPr>
          <p:spPr>
            <a:xfrm>
              <a:off x="2044725" y="6197563"/>
              <a:ext cx="148150" cy="129975"/>
            </a:xfrm>
            <a:custGeom>
              <a:avLst/>
              <a:gdLst/>
              <a:ahLst/>
              <a:cxn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55"/>
            <p:cNvSpPr/>
            <p:nvPr/>
          </p:nvSpPr>
          <p:spPr>
            <a:xfrm>
              <a:off x="2078025" y="6205713"/>
              <a:ext cx="114850" cy="122175"/>
            </a:xfrm>
            <a:custGeom>
              <a:avLst/>
              <a:gdLst/>
              <a:ahLst/>
              <a:cxn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55"/>
            <p:cNvSpPr/>
            <p:nvPr/>
          </p:nvSpPr>
          <p:spPr>
            <a:xfrm>
              <a:off x="2060050" y="6233688"/>
              <a:ext cx="120175" cy="66450"/>
            </a:xfrm>
            <a:custGeom>
              <a:avLst/>
              <a:gdLst/>
              <a:ahLst/>
              <a:cxn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55"/>
            <p:cNvSpPr/>
            <p:nvPr/>
          </p:nvSpPr>
          <p:spPr>
            <a:xfrm>
              <a:off x="2060050" y="6228588"/>
              <a:ext cx="117500" cy="69100"/>
            </a:xfrm>
            <a:custGeom>
              <a:avLst/>
              <a:gdLst/>
              <a:ahLst/>
              <a:cxn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55"/>
            <p:cNvSpPr/>
            <p:nvPr/>
          </p:nvSpPr>
          <p:spPr>
            <a:xfrm>
              <a:off x="2221050" y="6118663"/>
              <a:ext cx="130200" cy="130375"/>
            </a:xfrm>
            <a:custGeom>
              <a:avLst/>
              <a:gdLst/>
              <a:ahLst/>
              <a:cxn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55"/>
            <p:cNvSpPr/>
            <p:nvPr/>
          </p:nvSpPr>
          <p:spPr>
            <a:xfrm>
              <a:off x="2197975" y="6115813"/>
              <a:ext cx="150825" cy="129975"/>
            </a:xfrm>
            <a:custGeom>
              <a:avLst/>
              <a:gdLst/>
              <a:ahLst/>
              <a:cxn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55"/>
            <p:cNvSpPr/>
            <p:nvPr/>
          </p:nvSpPr>
          <p:spPr>
            <a:xfrm>
              <a:off x="2231275" y="6123963"/>
              <a:ext cx="117525" cy="122175"/>
            </a:xfrm>
            <a:custGeom>
              <a:avLst/>
              <a:gdLst/>
              <a:ahLst/>
              <a:cxn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55"/>
            <p:cNvSpPr/>
            <p:nvPr/>
          </p:nvSpPr>
          <p:spPr>
            <a:xfrm>
              <a:off x="2215950" y="6151963"/>
              <a:ext cx="117525" cy="66425"/>
            </a:xfrm>
            <a:custGeom>
              <a:avLst/>
              <a:gdLst/>
              <a:ahLst/>
              <a:cxn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55"/>
            <p:cNvSpPr/>
            <p:nvPr/>
          </p:nvSpPr>
          <p:spPr>
            <a:xfrm>
              <a:off x="2213300" y="6146863"/>
              <a:ext cx="120175" cy="69075"/>
            </a:xfrm>
            <a:custGeom>
              <a:avLst/>
              <a:gdLst/>
              <a:ahLst/>
              <a:cxn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55"/>
            <p:cNvSpPr/>
            <p:nvPr/>
          </p:nvSpPr>
          <p:spPr>
            <a:xfrm>
              <a:off x="2376750" y="6036913"/>
              <a:ext cx="130400" cy="130400"/>
            </a:xfrm>
            <a:custGeom>
              <a:avLst/>
              <a:gdLst/>
              <a:ahLst/>
              <a:cxn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55"/>
            <p:cNvSpPr/>
            <p:nvPr/>
          </p:nvSpPr>
          <p:spPr>
            <a:xfrm>
              <a:off x="2353875" y="6034013"/>
              <a:ext cx="148175" cy="130050"/>
            </a:xfrm>
            <a:custGeom>
              <a:avLst/>
              <a:gdLst/>
              <a:ahLst/>
              <a:cxn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55"/>
            <p:cNvSpPr/>
            <p:nvPr/>
          </p:nvSpPr>
          <p:spPr>
            <a:xfrm>
              <a:off x="2386975" y="6042238"/>
              <a:ext cx="115075" cy="122175"/>
            </a:xfrm>
            <a:custGeom>
              <a:avLst/>
              <a:gdLst/>
              <a:ahLst/>
              <a:cxn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55"/>
            <p:cNvSpPr/>
            <p:nvPr/>
          </p:nvSpPr>
          <p:spPr>
            <a:xfrm>
              <a:off x="2371650" y="6070238"/>
              <a:ext cx="117525" cy="66425"/>
            </a:xfrm>
            <a:custGeom>
              <a:avLst/>
              <a:gdLst/>
              <a:ahLst/>
              <a:cxn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55"/>
            <p:cNvSpPr/>
            <p:nvPr/>
          </p:nvSpPr>
          <p:spPr>
            <a:xfrm>
              <a:off x="2369200" y="6065113"/>
              <a:ext cx="117525" cy="69100"/>
            </a:xfrm>
            <a:custGeom>
              <a:avLst/>
              <a:gdLst/>
              <a:ahLst/>
              <a:cxn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55"/>
            <p:cNvSpPr/>
            <p:nvPr/>
          </p:nvSpPr>
          <p:spPr>
            <a:xfrm>
              <a:off x="1832825" y="6506888"/>
              <a:ext cx="130175" cy="130400"/>
            </a:xfrm>
            <a:custGeom>
              <a:avLst/>
              <a:gdLst/>
              <a:ahLst/>
              <a:cxn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55"/>
            <p:cNvSpPr/>
            <p:nvPr/>
          </p:nvSpPr>
          <p:spPr>
            <a:xfrm>
              <a:off x="1809725" y="6504063"/>
              <a:ext cx="148175" cy="129975"/>
            </a:xfrm>
            <a:custGeom>
              <a:avLst/>
              <a:gdLst/>
              <a:ahLst/>
              <a:cxn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55"/>
            <p:cNvSpPr/>
            <p:nvPr/>
          </p:nvSpPr>
          <p:spPr>
            <a:xfrm>
              <a:off x="1843025" y="6512213"/>
              <a:ext cx="114875" cy="122175"/>
            </a:xfrm>
            <a:custGeom>
              <a:avLst/>
              <a:gdLst/>
              <a:ahLst/>
              <a:cxn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55"/>
            <p:cNvSpPr/>
            <p:nvPr/>
          </p:nvSpPr>
          <p:spPr>
            <a:xfrm>
              <a:off x="1827700" y="6540188"/>
              <a:ext cx="117525" cy="66450"/>
            </a:xfrm>
            <a:custGeom>
              <a:avLst/>
              <a:gdLst/>
              <a:ahLst/>
              <a:cxn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55"/>
            <p:cNvSpPr/>
            <p:nvPr/>
          </p:nvSpPr>
          <p:spPr>
            <a:xfrm>
              <a:off x="1825050" y="6535088"/>
              <a:ext cx="120175" cy="69100"/>
            </a:xfrm>
            <a:custGeom>
              <a:avLst/>
              <a:gdLst/>
              <a:ahLst/>
              <a:cxn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55"/>
            <p:cNvSpPr/>
            <p:nvPr/>
          </p:nvSpPr>
          <p:spPr>
            <a:xfrm>
              <a:off x="1988525" y="6425163"/>
              <a:ext cx="130400" cy="130375"/>
            </a:xfrm>
            <a:custGeom>
              <a:avLst/>
              <a:gdLst/>
              <a:ahLst/>
              <a:cxn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55"/>
            <p:cNvSpPr/>
            <p:nvPr/>
          </p:nvSpPr>
          <p:spPr>
            <a:xfrm>
              <a:off x="1965625" y="6422313"/>
              <a:ext cx="148175" cy="129975"/>
            </a:xfrm>
            <a:custGeom>
              <a:avLst/>
              <a:gdLst/>
              <a:ahLst/>
              <a:cxn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55"/>
            <p:cNvSpPr/>
            <p:nvPr/>
          </p:nvSpPr>
          <p:spPr>
            <a:xfrm>
              <a:off x="1998750" y="6430463"/>
              <a:ext cx="115050" cy="122175"/>
            </a:xfrm>
            <a:custGeom>
              <a:avLst/>
              <a:gdLst/>
              <a:ahLst/>
              <a:cxn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55"/>
            <p:cNvSpPr/>
            <p:nvPr/>
          </p:nvSpPr>
          <p:spPr>
            <a:xfrm>
              <a:off x="1980950" y="6458463"/>
              <a:ext cx="119975" cy="66425"/>
            </a:xfrm>
            <a:custGeom>
              <a:avLst/>
              <a:gdLst/>
              <a:ahLst/>
              <a:cxn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55"/>
            <p:cNvSpPr/>
            <p:nvPr/>
          </p:nvSpPr>
          <p:spPr>
            <a:xfrm>
              <a:off x="1980950" y="6453363"/>
              <a:ext cx="117525" cy="69075"/>
            </a:xfrm>
            <a:custGeom>
              <a:avLst/>
              <a:gdLst/>
              <a:ahLst/>
              <a:cxn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55"/>
            <p:cNvSpPr/>
            <p:nvPr/>
          </p:nvSpPr>
          <p:spPr>
            <a:xfrm>
              <a:off x="2141775" y="6343413"/>
              <a:ext cx="130400" cy="130400"/>
            </a:xfrm>
            <a:custGeom>
              <a:avLst/>
              <a:gdLst/>
              <a:ahLst/>
              <a:cxn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55"/>
            <p:cNvSpPr/>
            <p:nvPr/>
          </p:nvSpPr>
          <p:spPr>
            <a:xfrm>
              <a:off x="2118900" y="6340513"/>
              <a:ext cx="150600" cy="130050"/>
            </a:xfrm>
            <a:custGeom>
              <a:avLst/>
              <a:gdLst/>
              <a:ahLst/>
              <a:cxn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55"/>
            <p:cNvSpPr/>
            <p:nvPr/>
          </p:nvSpPr>
          <p:spPr>
            <a:xfrm>
              <a:off x="2152000" y="6348738"/>
              <a:ext cx="117500" cy="122175"/>
            </a:xfrm>
            <a:custGeom>
              <a:avLst/>
              <a:gdLst/>
              <a:ahLst/>
              <a:cxn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55"/>
            <p:cNvSpPr/>
            <p:nvPr/>
          </p:nvSpPr>
          <p:spPr>
            <a:xfrm>
              <a:off x="2136675" y="6376738"/>
              <a:ext cx="117500" cy="66425"/>
            </a:xfrm>
            <a:custGeom>
              <a:avLst/>
              <a:gdLst/>
              <a:ahLst/>
              <a:cxn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55"/>
            <p:cNvSpPr/>
            <p:nvPr/>
          </p:nvSpPr>
          <p:spPr>
            <a:xfrm>
              <a:off x="2134225" y="6371613"/>
              <a:ext cx="119950" cy="66450"/>
            </a:xfrm>
            <a:custGeom>
              <a:avLst/>
              <a:gdLst/>
              <a:ahLst/>
              <a:cxn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55"/>
            <p:cNvSpPr/>
            <p:nvPr/>
          </p:nvSpPr>
          <p:spPr>
            <a:xfrm>
              <a:off x="2297675" y="62616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55"/>
            <p:cNvSpPr/>
            <p:nvPr/>
          </p:nvSpPr>
          <p:spPr>
            <a:xfrm>
              <a:off x="2274600" y="6258788"/>
              <a:ext cx="148150" cy="129600"/>
            </a:xfrm>
            <a:custGeom>
              <a:avLst/>
              <a:gdLst/>
              <a:ahLst/>
              <a:cxn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55"/>
            <p:cNvSpPr/>
            <p:nvPr/>
          </p:nvSpPr>
          <p:spPr>
            <a:xfrm>
              <a:off x="2307900" y="6267013"/>
              <a:ext cx="114850" cy="122175"/>
            </a:xfrm>
            <a:custGeom>
              <a:avLst/>
              <a:gdLst/>
              <a:ahLst/>
              <a:cxn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55"/>
            <p:cNvSpPr/>
            <p:nvPr/>
          </p:nvSpPr>
          <p:spPr>
            <a:xfrm>
              <a:off x="2292575" y="6292538"/>
              <a:ext cx="117525" cy="68900"/>
            </a:xfrm>
            <a:custGeom>
              <a:avLst/>
              <a:gdLst/>
              <a:ahLst/>
              <a:cxn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55"/>
            <p:cNvSpPr/>
            <p:nvPr/>
          </p:nvSpPr>
          <p:spPr>
            <a:xfrm>
              <a:off x="2289925" y="6289888"/>
              <a:ext cx="117500" cy="66425"/>
            </a:xfrm>
            <a:custGeom>
              <a:avLst/>
              <a:gdLst/>
              <a:ahLst/>
              <a:cxn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55"/>
            <p:cNvSpPr/>
            <p:nvPr/>
          </p:nvSpPr>
          <p:spPr>
            <a:xfrm>
              <a:off x="2453375" y="6179963"/>
              <a:ext cx="130400" cy="130375"/>
            </a:xfrm>
            <a:custGeom>
              <a:avLst/>
              <a:gdLst/>
              <a:ahLst/>
              <a:cxn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55"/>
            <p:cNvSpPr/>
            <p:nvPr/>
          </p:nvSpPr>
          <p:spPr>
            <a:xfrm>
              <a:off x="2430500" y="6177038"/>
              <a:ext cx="148175" cy="129600"/>
            </a:xfrm>
            <a:custGeom>
              <a:avLst/>
              <a:gdLst/>
              <a:ahLst/>
              <a:cxn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55"/>
            <p:cNvSpPr/>
            <p:nvPr/>
          </p:nvSpPr>
          <p:spPr>
            <a:xfrm>
              <a:off x="2461150" y="6182613"/>
              <a:ext cx="117525" cy="124825"/>
            </a:xfrm>
            <a:custGeom>
              <a:avLst/>
              <a:gdLst/>
              <a:ahLst/>
              <a:cxn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55"/>
            <p:cNvSpPr/>
            <p:nvPr/>
          </p:nvSpPr>
          <p:spPr>
            <a:xfrm>
              <a:off x="2445825" y="6210813"/>
              <a:ext cx="119975" cy="68875"/>
            </a:xfrm>
            <a:custGeom>
              <a:avLst/>
              <a:gdLst/>
              <a:ahLst/>
              <a:cxn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55"/>
            <p:cNvSpPr/>
            <p:nvPr/>
          </p:nvSpPr>
          <p:spPr>
            <a:xfrm>
              <a:off x="2443175" y="6208163"/>
              <a:ext cx="120175" cy="66425"/>
            </a:xfrm>
            <a:custGeom>
              <a:avLst/>
              <a:gdLst/>
              <a:ahLst/>
              <a:cxn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 Background 5">
  <p:cSld name="CUSTOM_3_1_1_1_1">
    <p:spTree>
      <p:nvGrpSpPr>
        <p:cNvPr id="1" name="Shape 2579"/>
        <p:cNvGrpSpPr/>
        <p:nvPr/>
      </p:nvGrpSpPr>
      <p:grpSpPr>
        <a:xfrm>
          <a:off x="0" y="0"/>
          <a:ext cx="0" cy="0"/>
          <a:chOff x="0" y="0"/>
          <a:chExt cx="0" cy="0"/>
        </a:xfrm>
      </p:grpSpPr>
      <p:grpSp>
        <p:nvGrpSpPr>
          <p:cNvPr id="2580" name="Google Shape;2580;p56"/>
          <p:cNvGrpSpPr/>
          <p:nvPr/>
        </p:nvGrpSpPr>
        <p:grpSpPr>
          <a:xfrm flipH="1">
            <a:off x="0" y="4066120"/>
            <a:ext cx="2270722" cy="1272963"/>
            <a:chOff x="5158247" y="5768045"/>
            <a:chExt cx="2270722" cy="1272963"/>
          </a:xfrm>
        </p:grpSpPr>
        <p:sp>
          <p:nvSpPr>
            <p:cNvPr id="2581" name="Google Shape;2581;p56"/>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56"/>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56"/>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56"/>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56"/>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56"/>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7" name="Google Shape;2587;p56"/>
          <p:cNvGrpSpPr/>
          <p:nvPr/>
        </p:nvGrpSpPr>
        <p:grpSpPr>
          <a:xfrm>
            <a:off x="0" y="-5"/>
            <a:ext cx="2270722" cy="1272963"/>
            <a:chOff x="5158247" y="5768045"/>
            <a:chExt cx="2270722" cy="1272963"/>
          </a:xfrm>
        </p:grpSpPr>
        <p:sp>
          <p:nvSpPr>
            <p:cNvPr id="2588" name="Google Shape;2588;p56"/>
            <p:cNvSpPr/>
            <p:nvPr/>
          </p:nvSpPr>
          <p:spPr>
            <a:xfrm>
              <a:off x="55546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56"/>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56"/>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56"/>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56"/>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56"/>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94" name="Google Shape;2594;p56"/>
          <p:cNvSpPr/>
          <p:nvPr/>
        </p:nvSpPr>
        <p:spPr>
          <a:xfrm flipH="1">
            <a:off x="37" y="3258175"/>
            <a:ext cx="3028907" cy="1885295"/>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56"/>
          <p:cNvSpPr/>
          <p:nvPr/>
        </p:nvSpPr>
        <p:spPr>
          <a:xfrm flipH="1">
            <a:off x="7200851" y="0"/>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259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478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Clr>
                <a:schemeClr val="lt2"/>
              </a:buClr>
              <a:buSzPts val="2800"/>
              <a:buFont typeface="Lilita One"/>
              <a:buNone/>
              <a:defRPr sz="2800">
                <a:solidFill>
                  <a:schemeClr val="lt2"/>
                </a:solidFill>
                <a:latin typeface="Lilita One"/>
                <a:ea typeface="Lilita One"/>
                <a:cs typeface="Lilita One"/>
                <a:sym typeface="Lilita One"/>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713225" y="1152475"/>
            <a:ext cx="7717500" cy="34470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lt2"/>
              </a:buClr>
              <a:buSzPts val="1800"/>
              <a:buFont typeface="Nunito"/>
              <a:buChar char="●"/>
              <a:defRPr sz="1800">
                <a:solidFill>
                  <a:schemeClr val="lt2"/>
                </a:solidFill>
                <a:latin typeface="Nunito"/>
                <a:ea typeface="Nunito"/>
                <a:cs typeface="Nunito"/>
                <a:sym typeface="Nunito"/>
              </a:defRPr>
            </a:lvl1pPr>
            <a:lvl2pPr marL="914400" lvl="1" indent="-317500" rtl="0">
              <a:lnSpc>
                <a:spcPct val="115000"/>
              </a:lnSpc>
              <a:spcBef>
                <a:spcPts val="1600"/>
              </a:spcBef>
              <a:spcAft>
                <a:spcPts val="0"/>
              </a:spcAft>
              <a:buClr>
                <a:schemeClr val="lt2"/>
              </a:buClr>
              <a:buSzPts val="1400"/>
              <a:buFont typeface="Nunito"/>
              <a:buChar char="○"/>
              <a:defRPr>
                <a:solidFill>
                  <a:schemeClr val="lt2"/>
                </a:solidFill>
                <a:latin typeface="Nunito"/>
                <a:ea typeface="Nunito"/>
                <a:cs typeface="Nunito"/>
                <a:sym typeface="Nunito"/>
              </a:defRPr>
            </a:lvl2pPr>
            <a:lvl3pPr marL="1371600" lvl="2" indent="-317500" rtl="0">
              <a:lnSpc>
                <a:spcPct val="115000"/>
              </a:lnSpc>
              <a:spcBef>
                <a:spcPts val="1600"/>
              </a:spcBef>
              <a:spcAft>
                <a:spcPts val="0"/>
              </a:spcAft>
              <a:buClr>
                <a:schemeClr val="lt2"/>
              </a:buClr>
              <a:buSzPts val="1400"/>
              <a:buFont typeface="Nunito"/>
              <a:buChar char="■"/>
              <a:defRPr>
                <a:solidFill>
                  <a:schemeClr val="lt2"/>
                </a:solidFill>
                <a:latin typeface="Nunito"/>
                <a:ea typeface="Nunito"/>
                <a:cs typeface="Nunito"/>
                <a:sym typeface="Nunito"/>
              </a:defRPr>
            </a:lvl3pPr>
            <a:lvl4pPr marL="1828800" lvl="3" indent="-317500" rtl="0">
              <a:lnSpc>
                <a:spcPct val="115000"/>
              </a:lnSpc>
              <a:spcBef>
                <a:spcPts val="1600"/>
              </a:spcBef>
              <a:spcAft>
                <a:spcPts val="0"/>
              </a:spcAft>
              <a:buClr>
                <a:schemeClr val="lt2"/>
              </a:buClr>
              <a:buSzPts val="1400"/>
              <a:buFont typeface="Nunito"/>
              <a:buChar char="●"/>
              <a:defRPr>
                <a:solidFill>
                  <a:schemeClr val="lt2"/>
                </a:solidFill>
                <a:latin typeface="Nunito"/>
                <a:ea typeface="Nunito"/>
                <a:cs typeface="Nunito"/>
                <a:sym typeface="Nunito"/>
              </a:defRPr>
            </a:lvl4pPr>
            <a:lvl5pPr marL="2286000" lvl="4" indent="-317500" rtl="0">
              <a:lnSpc>
                <a:spcPct val="115000"/>
              </a:lnSpc>
              <a:spcBef>
                <a:spcPts val="1600"/>
              </a:spcBef>
              <a:spcAft>
                <a:spcPts val="0"/>
              </a:spcAft>
              <a:buClr>
                <a:schemeClr val="lt2"/>
              </a:buClr>
              <a:buSzPts val="1400"/>
              <a:buFont typeface="Nunito"/>
              <a:buChar char="○"/>
              <a:defRPr>
                <a:solidFill>
                  <a:schemeClr val="lt2"/>
                </a:solidFill>
                <a:latin typeface="Nunito"/>
                <a:ea typeface="Nunito"/>
                <a:cs typeface="Nunito"/>
                <a:sym typeface="Nunito"/>
              </a:defRPr>
            </a:lvl5pPr>
            <a:lvl6pPr marL="2743200" lvl="5" indent="-317500" rtl="0">
              <a:lnSpc>
                <a:spcPct val="115000"/>
              </a:lnSpc>
              <a:spcBef>
                <a:spcPts val="1600"/>
              </a:spcBef>
              <a:spcAft>
                <a:spcPts val="0"/>
              </a:spcAft>
              <a:buClr>
                <a:schemeClr val="lt2"/>
              </a:buClr>
              <a:buSzPts val="1400"/>
              <a:buFont typeface="Nunito"/>
              <a:buChar char="■"/>
              <a:defRPr>
                <a:solidFill>
                  <a:schemeClr val="lt2"/>
                </a:solidFill>
                <a:latin typeface="Nunito"/>
                <a:ea typeface="Nunito"/>
                <a:cs typeface="Nunito"/>
                <a:sym typeface="Nunito"/>
              </a:defRPr>
            </a:lvl6pPr>
            <a:lvl7pPr marL="3200400" lvl="6" indent="-317500" rtl="0">
              <a:lnSpc>
                <a:spcPct val="115000"/>
              </a:lnSpc>
              <a:spcBef>
                <a:spcPts val="1600"/>
              </a:spcBef>
              <a:spcAft>
                <a:spcPts val="0"/>
              </a:spcAft>
              <a:buClr>
                <a:schemeClr val="lt2"/>
              </a:buClr>
              <a:buSzPts val="1400"/>
              <a:buFont typeface="Nunito"/>
              <a:buChar char="●"/>
              <a:defRPr>
                <a:solidFill>
                  <a:schemeClr val="lt2"/>
                </a:solidFill>
                <a:latin typeface="Nunito"/>
                <a:ea typeface="Nunito"/>
                <a:cs typeface="Nunito"/>
                <a:sym typeface="Nunito"/>
              </a:defRPr>
            </a:lvl7pPr>
            <a:lvl8pPr marL="3657600" lvl="7" indent="-317500" rtl="0">
              <a:lnSpc>
                <a:spcPct val="115000"/>
              </a:lnSpc>
              <a:spcBef>
                <a:spcPts val="1600"/>
              </a:spcBef>
              <a:spcAft>
                <a:spcPts val="0"/>
              </a:spcAft>
              <a:buClr>
                <a:schemeClr val="lt2"/>
              </a:buClr>
              <a:buSzPts val="1400"/>
              <a:buFont typeface="Nunito"/>
              <a:buChar char="○"/>
              <a:defRPr>
                <a:solidFill>
                  <a:schemeClr val="lt2"/>
                </a:solidFill>
                <a:latin typeface="Nunito"/>
                <a:ea typeface="Nunito"/>
                <a:cs typeface="Nunito"/>
                <a:sym typeface="Nunito"/>
              </a:defRPr>
            </a:lvl8pPr>
            <a:lvl9pPr marL="4114800" lvl="8" indent="-317500" rtl="0">
              <a:lnSpc>
                <a:spcPct val="115000"/>
              </a:lnSpc>
              <a:spcBef>
                <a:spcPts val="1600"/>
              </a:spcBef>
              <a:spcAft>
                <a:spcPts val="1600"/>
              </a:spcAft>
              <a:buClr>
                <a:schemeClr val="lt2"/>
              </a:buClr>
              <a:buSzPts val="1400"/>
              <a:buFont typeface="Nunito"/>
              <a:buChar char="■"/>
              <a:defRPr>
                <a:solidFill>
                  <a:schemeClr val="lt2"/>
                </a:solidFill>
                <a:latin typeface="Nunito"/>
                <a:ea typeface="Nunito"/>
                <a:cs typeface="Nunito"/>
                <a:sym typeface="Nuni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2596"/>
        <p:cNvGrpSpPr/>
        <p:nvPr/>
      </p:nvGrpSpPr>
      <p:grpSpPr>
        <a:xfrm>
          <a:off x="0" y="0"/>
          <a:ext cx="0" cy="0"/>
          <a:chOff x="0" y="0"/>
          <a:chExt cx="0" cy="0"/>
        </a:xfrm>
      </p:grpSpPr>
      <p:sp>
        <p:nvSpPr>
          <p:cNvPr id="2597" name="Google Shape;2597;p57"/>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2598" name="Google Shape;2598;p57"/>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0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3.xml"/></Relationships>
</file>

<file path=ppt/slides/_rels/slide9.xml.rels><?xml version="1.0" encoding="UTF-8" standalone="yes"?>
<Relationships xmlns="http://schemas.openxmlformats.org/package/2006/relationships"><Relationship Id="rId3" Type="http://schemas.openxmlformats.org/officeDocument/2006/relationships/hyperlink" Target="https://arxiv.org/abs/1901.07031" TargetMode="External"/><Relationship Id="rId2" Type="http://schemas.openxmlformats.org/officeDocument/2006/relationships/notesSlide" Target="../notesSlides/notesSlide9.xml"/><Relationship Id="rId1" Type="http://schemas.openxmlformats.org/officeDocument/2006/relationships/slideLayout" Target="../slideLayouts/slideLayout53.xml"/><Relationship Id="rId4" Type="http://schemas.openxmlformats.org/officeDocument/2006/relationships/hyperlink" Target="https://doi.org/10.1101/2023.05.01.23289045" TargetMode="Externa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5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03"/>
        <p:cNvGrpSpPr/>
        <p:nvPr/>
      </p:nvGrpSpPr>
      <p:grpSpPr>
        <a:xfrm>
          <a:off x="0" y="0"/>
          <a:ext cx="0" cy="0"/>
          <a:chOff x="0" y="0"/>
          <a:chExt cx="0" cy="0"/>
        </a:xfrm>
      </p:grpSpPr>
      <p:sp>
        <p:nvSpPr>
          <p:cNvPr id="2615" name="Google Shape;2615;p59"/>
          <p:cNvSpPr txBox="1">
            <a:spLocks noGrp="1"/>
          </p:cNvSpPr>
          <p:nvPr>
            <p:ph type="ctrTitle"/>
          </p:nvPr>
        </p:nvSpPr>
        <p:spPr>
          <a:xfrm>
            <a:off x="642866" y="1469459"/>
            <a:ext cx="7627865" cy="2052600"/>
          </a:xfrm>
          <a:prstGeom prst="rect">
            <a:avLst/>
          </a:prstGeom>
        </p:spPr>
        <p:txBody>
          <a:bodyPr spcFirstLastPara="1" wrap="square" lIns="91425" tIns="91425" rIns="91425" bIns="91425" anchor="b" anchorCtr="0">
            <a:noAutofit/>
          </a:bodyPr>
          <a:lstStyle/>
          <a:p>
            <a:r>
              <a:rPr lang="en" sz="3500" dirty="0"/>
              <a:t>Deep Learning for Early Cardiovascular Disorder Detection Using Echocardiogram and Chest X-ray</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77"/>
        <p:cNvGrpSpPr/>
        <p:nvPr/>
      </p:nvGrpSpPr>
      <p:grpSpPr>
        <a:xfrm>
          <a:off x="0" y="0"/>
          <a:ext cx="0" cy="0"/>
          <a:chOff x="0" y="0"/>
          <a:chExt cx="0" cy="0"/>
        </a:xfrm>
      </p:grpSpPr>
      <p:sp>
        <p:nvSpPr>
          <p:cNvPr id="2678" name="Google Shape;2678;p60"/>
          <p:cNvSpPr txBox="1">
            <a:spLocks noGrp="1"/>
          </p:cNvSpPr>
          <p:nvPr>
            <p:ph type="title"/>
          </p:nvPr>
        </p:nvSpPr>
        <p:spPr>
          <a:xfrm>
            <a:off x="713225" y="672589"/>
            <a:ext cx="7717500" cy="478200"/>
          </a:xfrm>
          <a:prstGeom prst="rect">
            <a:avLst/>
          </a:prstGeom>
        </p:spPr>
        <p:txBody>
          <a:bodyPr spcFirstLastPara="1" wrap="square" lIns="91425" tIns="91425" rIns="91425" bIns="91425" anchor="ctr" anchorCtr="0">
            <a:noAutofit/>
          </a:bodyPr>
          <a:lstStyle/>
          <a:p>
            <a:r>
              <a:rPr lang="en" dirty="0"/>
              <a:t>Project Overview</a:t>
            </a:r>
            <a:endParaRPr lang="en-US" dirty="0"/>
          </a:p>
          <a:p>
            <a:pPr marL="0" lvl="0" indent="0" algn="ctr">
              <a:spcBef>
                <a:spcPts val="0"/>
              </a:spcBef>
              <a:spcAft>
                <a:spcPts val="0"/>
              </a:spcAft>
              <a:buNone/>
            </a:pPr>
            <a:endParaRPr lang="en" dirty="0"/>
          </a:p>
        </p:txBody>
      </p:sp>
      <p:sp>
        <p:nvSpPr>
          <p:cNvPr id="2679" name="Google Shape;2679;p60"/>
          <p:cNvSpPr txBox="1">
            <a:spLocks noGrp="1"/>
          </p:cNvSpPr>
          <p:nvPr>
            <p:ph type="body" idx="1"/>
          </p:nvPr>
        </p:nvSpPr>
        <p:spPr>
          <a:xfrm>
            <a:off x="713225" y="1076275"/>
            <a:ext cx="7717500" cy="3523200"/>
          </a:xfrm>
          <a:prstGeom prst="rect">
            <a:avLst/>
          </a:prstGeom>
        </p:spPr>
        <p:txBody>
          <a:bodyPr spcFirstLastPara="1" wrap="square" lIns="91425" tIns="91425" rIns="91425" bIns="91425" anchor="t" anchorCtr="0">
            <a:noAutofit/>
          </a:bodyPr>
          <a:lstStyle/>
          <a:p>
            <a:pPr marL="342900" algn="just"/>
            <a:r>
              <a:rPr lang="en" sz="1800" b="1" dirty="0"/>
              <a:t>Goal</a:t>
            </a:r>
            <a:r>
              <a:rPr lang="en" sz="1800" dirty="0"/>
              <a:t>: Develop a deep learning system for early detection of cardiovascular disorders</a:t>
            </a:r>
            <a:endParaRPr lang="en-US"/>
          </a:p>
          <a:p>
            <a:pPr marL="342900" algn="just"/>
            <a:endParaRPr lang="en" sz="1800" dirty="0"/>
          </a:p>
          <a:p>
            <a:pPr marL="342900" algn="just"/>
            <a:r>
              <a:rPr lang="en" sz="1800" b="1" dirty="0"/>
              <a:t>Approach</a:t>
            </a:r>
            <a:r>
              <a:rPr lang="en" sz="1800" dirty="0"/>
              <a:t>: Use Convolutional Neural Networks (CNNs) to analyze medical imaging</a:t>
            </a:r>
          </a:p>
          <a:p>
            <a:pPr marL="342900" algn="just"/>
            <a:endParaRPr lang="en" sz="1800" dirty="0"/>
          </a:p>
          <a:p>
            <a:pPr marL="342900" algn="just"/>
            <a:r>
              <a:rPr lang="en" sz="1800" b="1" dirty="0"/>
              <a:t>Imaging Modalities</a:t>
            </a:r>
            <a:r>
              <a:rPr lang="en" sz="1800" dirty="0"/>
              <a:t>:</a:t>
            </a:r>
            <a:endParaRPr sz="1800"/>
          </a:p>
          <a:p>
            <a:pPr marL="1257300" lvl="1" indent="-342900" algn="just">
              <a:lnSpc>
                <a:spcPct val="114999"/>
              </a:lnSpc>
            </a:pPr>
            <a:r>
              <a:rPr lang="en" sz="1800" dirty="0"/>
              <a:t>Echocardiogram: Heart ultrasound for structural and functional assessment</a:t>
            </a:r>
            <a:endParaRPr sz="1800"/>
          </a:p>
          <a:p>
            <a:pPr marL="1257300" lvl="1" indent="-342900" algn="just">
              <a:lnSpc>
                <a:spcPct val="114999"/>
              </a:lnSpc>
            </a:pPr>
            <a:r>
              <a:rPr lang="en" sz="1800" dirty="0"/>
              <a:t>Chest X-ray: Detects heart and lung abnormalities</a:t>
            </a:r>
          </a:p>
          <a:p>
            <a:pPr marL="1257300" lvl="1" algn="just">
              <a:lnSpc>
                <a:spcPct val="114999"/>
              </a:lnSpc>
            </a:pPr>
            <a:endParaRPr lang="en" sz="1800" dirty="0"/>
          </a:p>
          <a:p>
            <a:pPr marL="342900" algn="just"/>
            <a:r>
              <a:rPr lang="en" sz="1800" b="1" dirty="0"/>
              <a:t>Outcome</a:t>
            </a:r>
            <a:r>
              <a:rPr lang="en" sz="1800" dirty="0"/>
              <a:t>: Support clinicians, reduce errors, enable timely interventions</a:t>
            </a:r>
            <a:endParaRPr sz="1800"/>
          </a:p>
          <a:p>
            <a:pPr marL="0" lvl="0" indent="0" algn="just">
              <a:spcBef>
                <a:spcPts val="0"/>
              </a:spcBef>
              <a:spcAft>
                <a:spcPts val="0"/>
              </a:spcAft>
              <a:buNone/>
            </a:pPr>
            <a:endParaRPr lang="en"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77">
          <a:extLst>
            <a:ext uri="{FF2B5EF4-FFF2-40B4-BE49-F238E27FC236}">
              <a16:creationId xmlns:a16="http://schemas.microsoft.com/office/drawing/2014/main" id="{FEA4AE3F-294B-D13D-3357-AC1B42647315}"/>
            </a:ext>
          </a:extLst>
        </p:cNvPr>
        <p:cNvGrpSpPr/>
        <p:nvPr/>
      </p:nvGrpSpPr>
      <p:grpSpPr>
        <a:xfrm>
          <a:off x="0" y="0"/>
          <a:ext cx="0" cy="0"/>
          <a:chOff x="0" y="0"/>
          <a:chExt cx="0" cy="0"/>
        </a:xfrm>
      </p:grpSpPr>
      <p:sp>
        <p:nvSpPr>
          <p:cNvPr id="2678" name="Google Shape;2678;p60">
            <a:extLst>
              <a:ext uri="{FF2B5EF4-FFF2-40B4-BE49-F238E27FC236}">
                <a16:creationId xmlns:a16="http://schemas.microsoft.com/office/drawing/2014/main" id="{4E1EB471-E3E4-FE5A-02E5-BE444697CB19}"/>
              </a:ext>
            </a:extLst>
          </p:cNvPr>
          <p:cNvSpPr txBox="1">
            <a:spLocks noGrp="1"/>
          </p:cNvSpPr>
          <p:nvPr>
            <p:ph type="title"/>
          </p:nvPr>
        </p:nvSpPr>
        <p:spPr>
          <a:xfrm>
            <a:off x="713225" y="672589"/>
            <a:ext cx="7717500" cy="478200"/>
          </a:xfrm>
          <a:prstGeom prst="rect">
            <a:avLst/>
          </a:prstGeom>
        </p:spPr>
        <p:txBody>
          <a:bodyPr spcFirstLastPara="1" wrap="square" lIns="91425" tIns="91425" rIns="91425" bIns="91425" anchor="ctr" anchorCtr="0">
            <a:noAutofit/>
          </a:bodyPr>
          <a:lstStyle/>
          <a:p>
            <a:r>
              <a:rPr lang="en" dirty="0"/>
              <a:t>Problem Statement</a:t>
            </a:r>
            <a:endParaRPr lang="en-US" dirty="0"/>
          </a:p>
          <a:p>
            <a:pPr marL="0" lvl="0" indent="0" algn="ctr">
              <a:spcBef>
                <a:spcPts val="0"/>
              </a:spcBef>
              <a:spcAft>
                <a:spcPts val="0"/>
              </a:spcAft>
              <a:buNone/>
            </a:pPr>
            <a:endParaRPr lang="en" dirty="0"/>
          </a:p>
        </p:txBody>
      </p:sp>
      <p:sp>
        <p:nvSpPr>
          <p:cNvPr id="2679" name="Google Shape;2679;p60">
            <a:extLst>
              <a:ext uri="{FF2B5EF4-FFF2-40B4-BE49-F238E27FC236}">
                <a16:creationId xmlns:a16="http://schemas.microsoft.com/office/drawing/2014/main" id="{A6BEF554-B327-B542-E24A-7C5102801105}"/>
              </a:ext>
            </a:extLst>
          </p:cNvPr>
          <p:cNvSpPr txBox="1">
            <a:spLocks noGrp="1"/>
          </p:cNvSpPr>
          <p:nvPr>
            <p:ph type="body" idx="1"/>
          </p:nvPr>
        </p:nvSpPr>
        <p:spPr>
          <a:xfrm>
            <a:off x="713225" y="1076275"/>
            <a:ext cx="7717500" cy="3523200"/>
          </a:xfrm>
          <a:prstGeom prst="rect">
            <a:avLst/>
          </a:prstGeom>
        </p:spPr>
        <p:txBody>
          <a:bodyPr spcFirstLastPara="1" wrap="square" lIns="91425" tIns="91425" rIns="91425" bIns="91425" anchor="t" anchorCtr="0">
            <a:noAutofit/>
          </a:bodyPr>
          <a:lstStyle/>
          <a:p>
            <a:pPr algn="just"/>
            <a:r>
              <a:rPr lang="en" sz="1700" b="1" dirty="0"/>
              <a:t>Global Health Burden</a:t>
            </a:r>
            <a:r>
              <a:rPr lang="en" sz="1700" dirty="0"/>
              <a:t>: Cardiovascular diseases cause ~17.9M deaths yearly (WHO, 2025), requiring early detection to improve outcomes.</a:t>
            </a:r>
            <a:endParaRPr lang="en-US"/>
          </a:p>
          <a:p>
            <a:pPr algn="just"/>
            <a:endParaRPr lang="en" sz="1700" dirty="0"/>
          </a:p>
          <a:p>
            <a:pPr algn="just"/>
            <a:r>
              <a:rPr lang="en" sz="1700" b="1" dirty="0"/>
              <a:t>Manual Diagnosis Limitations</a:t>
            </a:r>
            <a:r>
              <a:rPr lang="en" sz="1700" dirty="0"/>
              <a:t>: Echocardiogram and X-ray analysis is slow, subjective, and prone to errors due to human interpretation.</a:t>
            </a:r>
          </a:p>
          <a:p>
            <a:pPr algn="just"/>
            <a:endParaRPr lang="en" sz="1700" dirty="0"/>
          </a:p>
          <a:p>
            <a:pPr indent="-342900" algn="just"/>
            <a:r>
              <a:rPr lang="en" sz="1700" b="1" dirty="0"/>
              <a:t>Overloaded Clinicians</a:t>
            </a:r>
            <a:r>
              <a:rPr lang="en" sz="1700" dirty="0"/>
              <a:t>: High case volumes delay diagnoses, especially in underserved areas, worsening patient prognosis.</a:t>
            </a:r>
          </a:p>
          <a:p>
            <a:pPr algn="just"/>
            <a:endParaRPr lang="en" sz="1700" dirty="0"/>
          </a:p>
          <a:p>
            <a:pPr indent="-342900" algn="just"/>
            <a:r>
              <a:rPr lang="en" sz="1700" b="1" dirty="0"/>
              <a:t>Subtle Anomalies</a:t>
            </a:r>
            <a:r>
              <a:rPr lang="en" sz="1700" dirty="0"/>
              <a:t>: Early-stage heart conditions show complex patterns, often missed without advanced tools.</a:t>
            </a:r>
          </a:p>
          <a:p>
            <a:pPr algn="just"/>
            <a:endParaRPr lang="en" sz="1700" dirty="0"/>
          </a:p>
          <a:p>
            <a:pPr algn="just"/>
            <a:r>
              <a:rPr lang="en" sz="1700" b="1" dirty="0"/>
              <a:t>Need for Automation</a:t>
            </a:r>
            <a:r>
              <a:rPr lang="en" sz="1700" dirty="0"/>
              <a:t>: Deep learning enables fast, accurate, scalable detection, reducing errors and improving access to timely care.</a:t>
            </a:r>
            <a:endParaRPr sz="1700"/>
          </a:p>
          <a:p>
            <a:pPr marL="342900" lvl="0" algn="just">
              <a:spcBef>
                <a:spcPts val="0"/>
              </a:spcBef>
              <a:spcAft>
                <a:spcPts val="0"/>
              </a:spcAft>
            </a:pPr>
            <a:endParaRPr lang="en" sz="1700" dirty="0"/>
          </a:p>
        </p:txBody>
      </p:sp>
    </p:spTree>
    <p:extLst>
      <p:ext uri="{BB962C8B-B14F-4D97-AF65-F5344CB8AC3E}">
        <p14:creationId xmlns:p14="http://schemas.microsoft.com/office/powerpoint/2010/main" val="4255538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77">
          <a:extLst>
            <a:ext uri="{FF2B5EF4-FFF2-40B4-BE49-F238E27FC236}">
              <a16:creationId xmlns:a16="http://schemas.microsoft.com/office/drawing/2014/main" id="{A66D43B9-8800-BB8C-1B0A-D0EDB7FB141C}"/>
            </a:ext>
          </a:extLst>
        </p:cNvPr>
        <p:cNvGrpSpPr/>
        <p:nvPr/>
      </p:nvGrpSpPr>
      <p:grpSpPr>
        <a:xfrm>
          <a:off x="0" y="0"/>
          <a:ext cx="0" cy="0"/>
          <a:chOff x="0" y="0"/>
          <a:chExt cx="0" cy="0"/>
        </a:xfrm>
      </p:grpSpPr>
      <p:sp>
        <p:nvSpPr>
          <p:cNvPr id="2678" name="Google Shape;2678;p60">
            <a:extLst>
              <a:ext uri="{FF2B5EF4-FFF2-40B4-BE49-F238E27FC236}">
                <a16:creationId xmlns:a16="http://schemas.microsoft.com/office/drawing/2014/main" id="{A4AE61E2-5094-56D3-EE58-4B8A325655A0}"/>
              </a:ext>
            </a:extLst>
          </p:cNvPr>
          <p:cNvSpPr txBox="1">
            <a:spLocks noGrp="1"/>
          </p:cNvSpPr>
          <p:nvPr>
            <p:ph type="title"/>
          </p:nvPr>
        </p:nvSpPr>
        <p:spPr>
          <a:xfrm>
            <a:off x="713225" y="605354"/>
            <a:ext cx="7717500" cy="478200"/>
          </a:xfrm>
          <a:prstGeom prst="rect">
            <a:avLst/>
          </a:prstGeom>
        </p:spPr>
        <p:txBody>
          <a:bodyPr spcFirstLastPara="1" wrap="square" lIns="91425" tIns="91425" rIns="91425" bIns="91425" anchor="ctr" anchorCtr="0">
            <a:noAutofit/>
          </a:bodyPr>
          <a:lstStyle/>
          <a:p>
            <a:r>
              <a:rPr lang="en" sz="4500" dirty="0"/>
              <a:t>Abstract</a:t>
            </a:r>
            <a:endParaRPr lang="en-US" sz="4500"/>
          </a:p>
        </p:txBody>
      </p:sp>
      <p:sp>
        <p:nvSpPr>
          <p:cNvPr id="2679" name="Google Shape;2679;p60">
            <a:extLst>
              <a:ext uri="{FF2B5EF4-FFF2-40B4-BE49-F238E27FC236}">
                <a16:creationId xmlns:a16="http://schemas.microsoft.com/office/drawing/2014/main" id="{81F66E79-3399-9D74-48EB-A91A34EE7874}"/>
              </a:ext>
            </a:extLst>
          </p:cNvPr>
          <p:cNvSpPr txBox="1">
            <a:spLocks noGrp="1"/>
          </p:cNvSpPr>
          <p:nvPr>
            <p:ph type="body" idx="1"/>
          </p:nvPr>
        </p:nvSpPr>
        <p:spPr>
          <a:xfrm>
            <a:off x="713225" y="1404047"/>
            <a:ext cx="7717500" cy="3271068"/>
          </a:xfrm>
          <a:prstGeom prst="rect">
            <a:avLst/>
          </a:prstGeom>
        </p:spPr>
        <p:txBody>
          <a:bodyPr spcFirstLastPara="1" wrap="square" lIns="91425" tIns="91425" rIns="91425" bIns="91425" anchor="t" anchorCtr="0">
            <a:noAutofit/>
          </a:bodyPr>
          <a:lstStyle/>
          <a:p>
            <a:pPr marL="114300" indent="0" algn="just">
              <a:buNone/>
            </a:pPr>
            <a:r>
              <a:rPr lang="en" sz="1800" dirty="0"/>
              <a:t>Cardiovascular diseases, the leading cause of global mortality, demand early detection for better outcomes. This project employs Convolutional Neural Networks (CNNs) to analyze echocardiogram and chest X-ray images, identifying subtle heart condition patterns like valve issues and enlargement. By integrating these imaging modalities, the system enhances diagnostic accuracy, reduces errors, and supports clinicians, especially in underserved areas. The methodology includes preprocessing imaging data, training CNNs on labeled datasets, and combining multi-modal outputs. Preliminary results show high sensitivity and specificity, promising scalable screening and timely interventions to improve patient prognosis.</a:t>
            </a:r>
            <a:endParaRPr lang="en-US" sz="1800" dirty="0">
              <a:solidFill>
                <a:srgbClr val="B73D4C"/>
              </a:solidFill>
            </a:endParaRPr>
          </a:p>
          <a:p>
            <a:pPr marL="114300" indent="0" algn="just">
              <a:buNone/>
            </a:pPr>
            <a:endParaRPr lang="en" sz="1800" dirty="0">
              <a:solidFill>
                <a:srgbClr val="B73D4C"/>
              </a:solidFill>
            </a:endParaRPr>
          </a:p>
          <a:p>
            <a:pPr algn="just">
              <a:buNone/>
            </a:pPr>
            <a:endParaRPr lang="en" sz="1800" dirty="0"/>
          </a:p>
        </p:txBody>
      </p:sp>
    </p:spTree>
    <p:extLst>
      <p:ext uri="{BB962C8B-B14F-4D97-AF65-F5344CB8AC3E}">
        <p14:creationId xmlns:p14="http://schemas.microsoft.com/office/powerpoint/2010/main" val="1967191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60">
          <a:extLst>
            <a:ext uri="{FF2B5EF4-FFF2-40B4-BE49-F238E27FC236}">
              <a16:creationId xmlns:a16="http://schemas.microsoft.com/office/drawing/2014/main" id="{00DD33A1-9979-284B-7523-416809AC16E8}"/>
            </a:ext>
          </a:extLst>
        </p:cNvPr>
        <p:cNvGrpSpPr/>
        <p:nvPr/>
      </p:nvGrpSpPr>
      <p:grpSpPr>
        <a:xfrm>
          <a:off x="0" y="0"/>
          <a:ext cx="0" cy="0"/>
          <a:chOff x="0" y="0"/>
          <a:chExt cx="0" cy="0"/>
        </a:xfrm>
      </p:grpSpPr>
      <p:sp>
        <p:nvSpPr>
          <p:cNvPr id="2862" name="Google Shape;2862;p65">
            <a:extLst>
              <a:ext uri="{FF2B5EF4-FFF2-40B4-BE49-F238E27FC236}">
                <a16:creationId xmlns:a16="http://schemas.microsoft.com/office/drawing/2014/main" id="{69C82A82-D00B-8B88-E617-B9D605EA0E19}"/>
              </a:ext>
            </a:extLst>
          </p:cNvPr>
          <p:cNvSpPr txBox="1">
            <a:spLocks noGrp="1"/>
          </p:cNvSpPr>
          <p:nvPr>
            <p:ph type="title" idx="4294967295"/>
          </p:nvPr>
        </p:nvSpPr>
        <p:spPr>
          <a:xfrm>
            <a:off x="2056170" y="-202135"/>
            <a:ext cx="5037268" cy="906463"/>
          </a:xfrm>
          <a:prstGeom prst="rect">
            <a:avLst/>
          </a:prstGeom>
        </p:spPr>
        <p:txBody>
          <a:bodyPr spcFirstLastPara="1" wrap="square" lIns="91425" tIns="91425" rIns="91425" bIns="91425" anchor="ctr" anchorCtr="0">
            <a:noAutofit/>
          </a:bodyPr>
          <a:lstStyle/>
          <a:p>
            <a:r>
              <a:rPr lang="en" sz="4500" dirty="0">
                <a:solidFill>
                  <a:srgbClr val="FFFFFF"/>
                </a:solidFill>
                <a:ea typeface="Calibri"/>
                <a:cs typeface="Calibri"/>
              </a:rPr>
              <a:t>Literature Review</a:t>
            </a:r>
            <a:endParaRPr lang="en-US" dirty="0"/>
          </a:p>
        </p:txBody>
      </p:sp>
      <p:graphicFrame>
        <p:nvGraphicFramePr>
          <p:cNvPr id="3" name="Table 2">
            <a:extLst>
              <a:ext uri="{FF2B5EF4-FFF2-40B4-BE49-F238E27FC236}">
                <a16:creationId xmlns:a16="http://schemas.microsoft.com/office/drawing/2014/main" id="{7387C9BC-A883-1ADE-A98D-59A3A4662FA1}"/>
              </a:ext>
            </a:extLst>
          </p:cNvPr>
          <p:cNvGraphicFramePr>
            <a:graphicFrameLocks noGrp="1"/>
          </p:cNvGraphicFramePr>
          <p:nvPr>
            <p:extLst>
              <p:ext uri="{D42A27DB-BD31-4B8C-83A1-F6EECF244321}">
                <p14:modId xmlns:p14="http://schemas.microsoft.com/office/powerpoint/2010/main" val="4100652494"/>
              </p:ext>
            </p:extLst>
          </p:nvPr>
        </p:nvGraphicFramePr>
        <p:xfrm>
          <a:off x="78288" y="579328"/>
          <a:ext cx="8924678" cy="4516534"/>
        </p:xfrm>
        <a:graphic>
          <a:graphicData uri="http://schemas.openxmlformats.org/drawingml/2006/table">
            <a:tbl>
              <a:tblPr>
                <a:tableStyleId>{7FD6C3FD-E31A-4056-842D-D855D61DC2A7}</a:tableStyleId>
              </a:tblPr>
              <a:tblGrid>
                <a:gridCol w="1415971">
                  <a:extLst>
                    <a:ext uri="{9D8B030D-6E8A-4147-A177-3AD203B41FA5}">
                      <a16:colId xmlns:a16="http://schemas.microsoft.com/office/drawing/2014/main" val="2826015427"/>
                    </a:ext>
                  </a:extLst>
                </a:gridCol>
                <a:gridCol w="1844823">
                  <a:extLst>
                    <a:ext uri="{9D8B030D-6E8A-4147-A177-3AD203B41FA5}">
                      <a16:colId xmlns:a16="http://schemas.microsoft.com/office/drawing/2014/main" val="1064840607"/>
                    </a:ext>
                  </a:extLst>
                </a:gridCol>
                <a:gridCol w="1415971">
                  <a:extLst>
                    <a:ext uri="{9D8B030D-6E8A-4147-A177-3AD203B41FA5}">
                      <a16:colId xmlns:a16="http://schemas.microsoft.com/office/drawing/2014/main" val="3967697699"/>
                    </a:ext>
                  </a:extLst>
                </a:gridCol>
                <a:gridCol w="1415971">
                  <a:extLst>
                    <a:ext uri="{9D8B030D-6E8A-4147-A177-3AD203B41FA5}">
                      <a16:colId xmlns:a16="http://schemas.microsoft.com/office/drawing/2014/main" val="3224656336"/>
                    </a:ext>
                  </a:extLst>
                </a:gridCol>
                <a:gridCol w="1415971">
                  <a:extLst>
                    <a:ext uri="{9D8B030D-6E8A-4147-A177-3AD203B41FA5}">
                      <a16:colId xmlns:a16="http://schemas.microsoft.com/office/drawing/2014/main" val="3311063805"/>
                    </a:ext>
                  </a:extLst>
                </a:gridCol>
                <a:gridCol w="1415971">
                  <a:extLst>
                    <a:ext uri="{9D8B030D-6E8A-4147-A177-3AD203B41FA5}">
                      <a16:colId xmlns:a16="http://schemas.microsoft.com/office/drawing/2014/main" val="2344209032"/>
                    </a:ext>
                  </a:extLst>
                </a:gridCol>
              </a:tblGrid>
              <a:tr h="654708">
                <a:tc>
                  <a:txBody>
                    <a:bodyPr/>
                    <a:lstStyle/>
                    <a:p>
                      <a:pPr algn="ctr">
                        <a:buNone/>
                      </a:pPr>
                      <a:r>
                        <a:rPr lang="en-US" dirty="0">
                          <a:solidFill>
                            <a:schemeClr val="tx2"/>
                          </a:solidFill>
                        </a:rPr>
                        <a:t>Author (Year)</a:t>
                      </a:r>
                    </a:p>
                  </a:txBody>
                  <a:tcPr anchor="ctr">
                    <a:lnL w="12700">
                      <a:solidFill>
                        <a:srgbClr val="FFFFFF"/>
                      </a:solidFill>
                    </a:lnL>
                    <a:lnR w="12700">
                      <a:solidFill>
                        <a:srgbClr val="FFFFFF"/>
                      </a:solidFill>
                    </a:lnR>
                    <a:lnT w="12700">
                      <a:solidFill>
                        <a:srgbClr val="FFFFFF"/>
                      </a:solidFill>
                    </a:lnT>
                    <a:lnB w="12700">
                      <a:solidFill>
                        <a:srgbClr val="FFFFFF"/>
                      </a:solidFill>
                    </a:lnB>
                    <a:noFill/>
                  </a:tcPr>
                </a:tc>
                <a:tc>
                  <a:txBody>
                    <a:bodyPr/>
                    <a:lstStyle/>
                    <a:p>
                      <a:pPr algn="ctr">
                        <a:buNone/>
                      </a:pPr>
                      <a:r>
                        <a:rPr lang="en-US" dirty="0">
                          <a:solidFill>
                            <a:schemeClr val="tx2"/>
                          </a:solidFill>
                        </a:rPr>
                        <a:t>Title</a:t>
                      </a:r>
                    </a:p>
                  </a:txBody>
                  <a:tcPr anchor="ctr">
                    <a:lnL w="12700">
                      <a:solidFill>
                        <a:srgbClr val="FFFFFF"/>
                      </a:solidFill>
                    </a:lnL>
                    <a:lnR w="12700">
                      <a:solidFill>
                        <a:srgbClr val="FFFFFF"/>
                      </a:solidFill>
                    </a:lnR>
                    <a:lnT w="12700">
                      <a:solidFill>
                        <a:srgbClr val="FFFFFF"/>
                      </a:solidFill>
                    </a:lnT>
                    <a:lnB w="12700">
                      <a:solidFill>
                        <a:srgbClr val="FFFFFF"/>
                      </a:solidFill>
                    </a:lnB>
                    <a:noFill/>
                  </a:tcPr>
                </a:tc>
                <a:tc>
                  <a:txBody>
                    <a:bodyPr/>
                    <a:lstStyle/>
                    <a:p>
                      <a:pPr algn="ctr">
                        <a:buNone/>
                      </a:pPr>
                      <a:r>
                        <a:rPr lang="en-US" dirty="0">
                          <a:solidFill>
                            <a:schemeClr val="tx2"/>
                          </a:solidFill>
                        </a:rPr>
                        <a:t>Algorithm</a:t>
                      </a:r>
                    </a:p>
                  </a:txBody>
                  <a:tcPr anchor="ctr">
                    <a:lnL w="12700" cap="flat" cmpd="sng" algn="ctr">
                      <a:solidFill>
                        <a:srgbClr val="FFFFFF"/>
                      </a:solidFill>
                      <a:prstDash val="solid"/>
                      <a:round/>
                      <a:headEnd type="none" w="med" len="med"/>
                      <a:tailEnd type="none" w="med" len="med"/>
                    </a:lnL>
                    <a:lnR w="12700">
                      <a:solidFill>
                        <a:srgbClr val="FFFFFF"/>
                      </a:solidFill>
                    </a:lnR>
                    <a:lnT w="12700">
                      <a:solidFill>
                        <a:srgbClr val="FFFFFF"/>
                      </a:solidFill>
                    </a:lnT>
                    <a:lnB w="12700" cap="flat" cmpd="sng" algn="ctr">
                      <a:solidFill>
                        <a:srgbClr val="FFFFFF"/>
                      </a:solidFill>
                      <a:prstDash val="solid"/>
                      <a:round/>
                      <a:headEnd type="none" w="med" len="med"/>
                      <a:tailEnd type="none" w="med" len="med"/>
                    </a:lnB>
                    <a:noFill/>
                  </a:tcPr>
                </a:tc>
                <a:tc>
                  <a:txBody>
                    <a:bodyPr/>
                    <a:lstStyle/>
                    <a:p>
                      <a:pPr algn="ctr">
                        <a:buNone/>
                      </a:pPr>
                      <a:r>
                        <a:rPr lang="en-US" dirty="0">
                          <a:solidFill>
                            <a:schemeClr val="tx2"/>
                          </a:solidFill>
                        </a:rPr>
                        <a:t>Dataset</a:t>
                      </a:r>
                    </a:p>
                  </a:txBody>
                  <a:tcPr anchor="ctr">
                    <a:lnL w="12700">
                      <a:solidFill>
                        <a:srgbClr val="FFFFFF"/>
                      </a:solidFill>
                    </a:lnL>
                    <a:lnR w="12700">
                      <a:solidFill>
                        <a:srgbClr val="FFFFFF"/>
                      </a:solidFill>
                    </a:lnR>
                    <a:lnT w="12700">
                      <a:solidFill>
                        <a:srgbClr val="FFFFFF"/>
                      </a:solidFill>
                    </a:lnT>
                    <a:lnB w="12700">
                      <a:solidFill>
                        <a:srgbClr val="FFFFFF"/>
                      </a:solidFill>
                    </a:lnB>
                    <a:noFill/>
                  </a:tcPr>
                </a:tc>
                <a:tc>
                  <a:txBody>
                    <a:bodyPr/>
                    <a:lstStyle/>
                    <a:p>
                      <a:pPr algn="ctr">
                        <a:buNone/>
                      </a:pPr>
                      <a:r>
                        <a:rPr lang="en-US" dirty="0">
                          <a:solidFill>
                            <a:schemeClr val="tx2"/>
                          </a:solidFill>
                        </a:rPr>
                        <a:t>Key Takeaway</a:t>
                      </a:r>
                    </a:p>
                  </a:txBody>
                  <a:tcPr anchor="ctr">
                    <a:lnL w="12700" cap="flat" cmpd="sng" algn="ctr">
                      <a:solidFill>
                        <a:srgbClr val="FFFFFF"/>
                      </a:solidFill>
                      <a:prstDash val="solid"/>
                      <a:round/>
                      <a:headEnd type="none" w="med" len="med"/>
                      <a:tailEnd type="none" w="med" len="med"/>
                    </a:lnL>
                    <a:lnR w="12700">
                      <a:solidFill>
                        <a:srgbClr val="FFFFFF"/>
                      </a:solidFill>
                    </a:lnR>
                    <a:lnT w="12700">
                      <a:solidFill>
                        <a:srgbClr val="FFFFFF"/>
                      </a:solidFill>
                    </a:lnT>
                    <a:lnB w="12700" cap="flat" cmpd="sng" algn="ctr">
                      <a:solidFill>
                        <a:srgbClr val="FFFFFF"/>
                      </a:solidFill>
                      <a:prstDash val="solid"/>
                      <a:round/>
                      <a:headEnd type="none" w="med" len="med"/>
                      <a:tailEnd type="none" w="med" len="med"/>
                    </a:lnB>
                    <a:noFill/>
                  </a:tcPr>
                </a:tc>
                <a:tc>
                  <a:txBody>
                    <a:bodyPr/>
                    <a:lstStyle/>
                    <a:p>
                      <a:pPr algn="ctr">
                        <a:buNone/>
                      </a:pPr>
                      <a:r>
                        <a:rPr lang="en-US" dirty="0">
                          <a:solidFill>
                            <a:schemeClr val="tx2"/>
                          </a:solidFill>
                        </a:rPr>
                        <a:t>Limitation</a:t>
                      </a:r>
                    </a:p>
                  </a:txBody>
                  <a:tcPr anchor="ctr">
                    <a:lnL w="12700" cap="flat" cmpd="sng" algn="ctr">
                      <a:solidFill>
                        <a:srgbClr val="FFFFFF"/>
                      </a:solidFill>
                      <a:prstDash val="solid"/>
                      <a:round/>
                      <a:headEnd type="none" w="med" len="med"/>
                      <a:tailEnd type="none" w="med" len="med"/>
                    </a:lnL>
                    <a:lnR w="12700">
                      <a:solidFill>
                        <a:srgbClr val="FFFFFF"/>
                      </a:solidFill>
                    </a:lnR>
                    <a:lnT w="12700">
                      <a:solidFill>
                        <a:srgbClr val="FFFFFF"/>
                      </a:solidFill>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356171503"/>
                  </a:ext>
                </a:extLst>
              </a:tr>
              <a:tr h="1413790">
                <a:tc>
                  <a:txBody>
                    <a:bodyPr/>
                    <a:lstStyle/>
                    <a:p>
                      <a:pPr algn="ctr">
                        <a:buNone/>
                      </a:pPr>
                      <a:r>
                        <a:rPr lang="en-US" dirty="0">
                          <a:solidFill>
                            <a:schemeClr val="tx2"/>
                          </a:solidFill>
                        </a:rPr>
                        <a:t>Ouyang et al. (2020)</a:t>
                      </a:r>
                    </a:p>
                  </a:txBody>
                  <a:tcPr anchor="ctr">
                    <a:lnL w="12700">
                      <a:solidFill>
                        <a:srgbClr val="FFFFFF"/>
                      </a:solidFill>
                    </a:lnL>
                    <a:lnR w="12700">
                      <a:solidFill>
                        <a:srgbClr val="FFFFFF"/>
                      </a:solidFill>
                    </a:lnR>
                    <a:lnT w="12700">
                      <a:solidFill>
                        <a:srgbClr val="FFFFFF"/>
                      </a:solidFill>
                    </a:lnT>
                    <a:lnB w="12700">
                      <a:solidFill>
                        <a:srgbClr val="FFFFFF"/>
                      </a:solidFill>
                    </a:lnB>
                    <a:noFill/>
                  </a:tcPr>
                </a:tc>
                <a:tc>
                  <a:txBody>
                    <a:bodyPr/>
                    <a:lstStyle/>
                    <a:p>
                      <a:pPr algn="ctr">
                        <a:buNone/>
                      </a:pPr>
                      <a:r>
                        <a:rPr lang="en-US" err="1">
                          <a:solidFill>
                            <a:schemeClr val="tx2"/>
                          </a:solidFill>
                        </a:rPr>
                        <a:t>EchoNet</a:t>
                      </a:r>
                      <a:r>
                        <a:rPr lang="en-US" dirty="0">
                          <a:solidFill>
                            <a:schemeClr val="tx2"/>
                          </a:solidFill>
                        </a:rPr>
                        <a:t>-Dynamic: EF Estimation from Echo Videos</a:t>
                      </a:r>
                    </a:p>
                  </a:txBody>
                  <a:tcPr anchor="ctr">
                    <a:lnL w="12700">
                      <a:solidFill>
                        <a:srgbClr val="FFFFFF"/>
                      </a:solidFill>
                    </a:lnL>
                    <a:lnR w="12700">
                      <a:solidFill>
                        <a:srgbClr val="FFFFFF"/>
                      </a:solidFill>
                    </a:lnR>
                    <a:lnT w="12700">
                      <a:solidFill>
                        <a:srgbClr val="FFFFFF"/>
                      </a:solidFill>
                    </a:lnT>
                    <a:lnB w="12700">
                      <a:solidFill>
                        <a:srgbClr val="FFFFFF"/>
                      </a:solidFill>
                    </a:lnB>
                    <a:noFill/>
                  </a:tcPr>
                </a:tc>
                <a:tc>
                  <a:txBody>
                    <a:bodyPr/>
                    <a:lstStyle/>
                    <a:p>
                      <a:pPr algn="ctr">
                        <a:buNone/>
                      </a:pPr>
                      <a:r>
                        <a:rPr lang="en-US" dirty="0">
                          <a:solidFill>
                            <a:schemeClr val="tx2"/>
                          </a:solidFill>
                        </a:rPr>
                        <a:t>3D CNN + ResNet</a:t>
                      </a:r>
                    </a:p>
                  </a:txBody>
                  <a:tcPr anchor="ctr">
                    <a:lnL w="12700" cap="flat" cmpd="sng" algn="ctr">
                      <a:solidFill>
                        <a:srgbClr val="FFFFFF"/>
                      </a:solidFill>
                      <a:prstDash val="solid"/>
                      <a:round/>
                      <a:headEnd type="none" w="med" len="med"/>
                      <a:tailEnd type="none" w="med" len="med"/>
                    </a:lnL>
                    <a:lnR w="12700">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a:buNone/>
                      </a:pPr>
                      <a:r>
                        <a:rPr lang="en-US" err="1">
                          <a:solidFill>
                            <a:schemeClr val="tx2"/>
                          </a:solidFill>
                        </a:rPr>
                        <a:t>EchoNet</a:t>
                      </a:r>
                      <a:r>
                        <a:rPr lang="en-US" dirty="0">
                          <a:solidFill>
                            <a:schemeClr val="tx2"/>
                          </a:solidFill>
                        </a:rPr>
                        <a:t>-Dynamic (10k+ videos)</a:t>
                      </a:r>
                    </a:p>
                  </a:txBody>
                  <a:tcPr anchor="ctr">
                    <a:lnL w="12700">
                      <a:solidFill>
                        <a:srgbClr val="FFFFFF"/>
                      </a:solidFill>
                    </a:lnL>
                    <a:lnR w="12700">
                      <a:solidFill>
                        <a:srgbClr val="FFFFFF"/>
                      </a:solidFill>
                    </a:lnR>
                    <a:lnT w="12700">
                      <a:solidFill>
                        <a:srgbClr val="FFFFFF"/>
                      </a:solidFill>
                    </a:lnT>
                    <a:lnB w="12700">
                      <a:solidFill>
                        <a:srgbClr val="FFFFFF"/>
                      </a:solidFill>
                    </a:lnB>
                    <a:noFill/>
                  </a:tcPr>
                </a:tc>
                <a:tc>
                  <a:txBody>
                    <a:bodyPr/>
                    <a:lstStyle/>
                    <a:p>
                      <a:pPr algn="ctr">
                        <a:buNone/>
                      </a:pPr>
                      <a:r>
                        <a:rPr lang="en-US" dirty="0">
                          <a:solidFill>
                            <a:schemeClr val="tx2"/>
                          </a:solidFill>
                        </a:rPr>
                        <a:t>Clinician-level EF prediction</a:t>
                      </a:r>
                    </a:p>
                  </a:txBody>
                  <a:tcPr anchor="ctr">
                    <a:lnL w="12700" cap="flat" cmpd="sng" algn="ctr">
                      <a:solidFill>
                        <a:srgbClr val="FFFFFF"/>
                      </a:solidFill>
                      <a:prstDash val="solid"/>
                      <a:round/>
                      <a:headEnd type="none" w="med" len="med"/>
                      <a:tailEnd type="none" w="med" len="med"/>
                    </a:lnL>
                    <a:lnR w="12700">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a:buNone/>
                      </a:pPr>
                      <a:r>
                        <a:rPr lang="en-US" dirty="0">
                          <a:solidFill>
                            <a:schemeClr val="tx2"/>
                          </a:solidFill>
                        </a:rPr>
                        <a:t>Generalization beyond high-quality data uncertain</a:t>
                      </a:r>
                    </a:p>
                  </a:txBody>
                  <a:tcPr anchor="ctr">
                    <a:lnL w="12700" cap="flat" cmpd="sng" algn="ctr">
                      <a:solidFill>
                        <a:srgbClr val="FFFFFF"/>
                      </a:solidFill>
                      <a:prstDash val="solid"/>
                      <a:round/>
                      <a:headEnd type="none" w="med" len="med"/>
                      <a:tailEnd type="none" w="med" len="med"/>
                    </a:lnL>
                    <a:lnR w="12700">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982858726"/>
                  </a:ext>
                </a:extLst>
              </a:tr>
              <a:tr h="1224018">
                <a:tc>
                  <a:txBody>
                    <a:bodyPr/>
                    <a:lstStyle/>
                    <a:p>
                      <a:pPr algn="ctr">
                        <a:buNone/>
                      </a:pPr>
                      <a:r>
                        <a:rPr lang="en-US" dirty="0">
                          <a:solidFill>
                            <a:schemeClr val="tx2"/>
                          </a:solidFill>
                        </a:rPr>
                        <a:t>Irvin et al. (2021)</a:t>
                      </a:r>
                    </a:p>
                  </a:txBody>
                  <a:tcPr anchor="ctr">
                    <a:lnL w="12700">
                      <a:solidFill>
                        <a:srgbClr val="FFFFFF"/>
                      </a:solidFill>
                    </a:lnL>
                    <a:lnR w="12700">
                      <a:solidFill>
                        <a:srgbClr val="FFFFFF"/>
                      </a:solidFill>
                    </a:lnR>
                    <a:lnT w="12700">
                      <a:solidFill>
                        <a:srgbClr val="FFFFFF"/>
                      </a:solidFill>
                    </a:lnT>
                    <a:lnB w="12700">
                      <a:solidFill>
                        <a:srgbClr val="FFFFFF"/>
                      </a:solidFill>
                    </a:lnB>
                    <a:noFill/>
                  </a:tcPr>
                </a:tc>
                <a:tc>
                  <a:txBody>
                    <a:bodyPr/>
                    <a:lstStyle/>
                    <a:p>
                      <a:pPr algn="ctr">
                        <a:buNone/>
                      </a:pPr>
                      <a:r>
                        <a:rPr lang="en-US" err="1">
                          <a:solidFill>
                            <a:schemeClr val="tx2"/>
                          </a:solidFill>
                        </a:rPr>
                        <a:t>CheXpert</a:t>
                      </a:r>
                      <a:r>
                        <a:rPr lang="en-US" dirty="0">
                          <a:solidFill>
                            <a:schemeClr val="tx2"/>
                          </a:solidFill>
                        </a:rPr>
                        <a:t>: Uncertainty Labels in Chest X-rays</a:t>
                      </a:r>
                    </a:p>
                  </a:txBody>
                  <a:tcPr anchor="ctr">
                    <a:lnL w="12700">
                      <a:solidFill>
                        <a:srgbClr val="FFFFFF"/>
                      </a:solidFill>
                    </a:lnL>
                    <a:lnR w="12700">
                      <a:solidFill>
                        <a:srgbClr val="FFFFFF"/>
                      </a:solidFill>
                    </a:lnR>
                    <a:lnT w="12700">
                      <a:solidFill>
                        <a:srgbClr val="FFFFFF"/>
                      </a:solidFill>
                    </a:lnT>
                    <a:lnB w="12700">
                      <a:solidFill>
                        <a:srgbClr val="FFFFFF"/>
                      </a:solidFill>
                    </a:lnB>
                    <a:noFill/>
                  </a:tcPr>
                </a:tc>
                <a:tc>
                  <a:txBody>
                    <a:bodyPr/>
                    <a:lstStyle/>
                    <a:p>
                      <a:pPr algn="ctr">
                        <a:buNone/>
                      </a:pPr>
                      <a:r>
                        <a:rPr lang="en-US" err="1">
                          <a:solidFill>
                            <a:schemeClr val="tx2"/>
                          </a:solidFill>
                        </a:rPr>
                        <a:t>DenseNet</a:t>
                      </a:r>
                      <a:endParaRPr lang="en-US" dirty="0" err="1">
                        <a:solidFill>
                          <a:schemeClr val="tx2"/>
                        </a:solidFill>
                      </a:endParaRPr>
                    </a:p>
                  </a:txBody>
                  <a:tcPr anchor="ctr">
                    <a:lnL w="12700" cap="flat" cmpd="sng" algn="ctr">
                      <a:solidFill>
                        <a:srgbClr val="FFFFFF"/>
                      </a:solidFill>
                      <a:prstDash val="solid"/>
                      <a:round/>
                      <a:headEnd type="none" w="med" len="med"/>
                      <a:tailEnd type="none" w="med" len="med"/>
                    </a:lnL>
                    <a:lnR w="12700">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a:buNone/>
                      </a:pPr>
                      <a:r>
                        <a:rPr lang="en-US" err="1">
                          <a:solidFill>
                            <a:schemeClr val="tx2"/>
                          </a:solidFill>
                        </a:rPr>
                        <a:t>CheXpert</a:t>
                      </a:r>
                      <a:r>
                        <a:rPr lang="en-US" dirty="0">
                          <a:solidFill>
                            <a:schemeClr val="tx2"/>
                          </a:solidFill>
                        </a:rPr>
                        <a:t> (200k CXRs)</a:t>
                      </a:r>
                    </a:p>
                  </a:txBody>
                  <a:tcPr anchor="ctr">
                    <a:lnL w="12700">
                      <a:solidFill>
                        <a:srgbClr val="FFFFFF"/>
                      </a:solidFill>
                    </a:lnL>
                    <a:lnR w="12700">
                      <a:solidFill>
                        <a:srgbClr val="FFFFFF"/>
                      </a:solidFill>
                    </a:lnR>
                    <a:lnT w="12700">
                      <a:solidFill>
                        <a:srgbClr val="FFFFFF"/>
                      </a:solidFill>
                    </a:lnT>
                    <a:lnB w="12700">
                      <a:solidFill>
                        <a:srgbClr val="FFFFFF"/>
                      </a:solidFill>
                    </a:lnB>
                    <a:noFill/>
                  </a:tcPr>
                </a:tc>
                <a:tc>
                  <a:txBody>
                    <a:bodyPr/>
                    <a:lstStyle/>
                    <a:p>
                      <a:pPr algn="ctr">
                        <a:buNone/>
                      </a:pPr>
                      <a:r>
                        <a:rPr lang="en-US" dirty="0">
                          <a:solidFill>
                            <a:schemeClr val="tx2"/>
                          </a:solidFill>
                        </a:rPr>
                        <a:t>Modeled label uncertainty effectively</a:t>
                      </a:r>
                    </a:p>
                  </a:txBody>
                  <a:tcPr anchor="ctr">
                    <a:lnL w="12700" cap="flat" cmpd="sng" algn="ctr">
                      <a:solidFill>
                        <a:srgbClr val="FFFFFF"/>
                      </a:solidFill>
                      <a:prstDash val="solid"/>
                      <a:round/>
                      <a:headEnd type="none" w="med" len="med"/>
                      <a:tailEnd type="none" w="med" len="med"/>
                    </a:lnL>
                    <a:lnR w="12700">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a:buNone/>
                      </a:pPr>
                      <a:r>
                        <a:rPr lang="en-US" dirty="0">
                          <a:solidFill>
                            <a:schemeClr val="tx2"/>
                          </a:solidFill>
                        </a:rPr>
                        <a:t>NLP-derived labels still noisy</a:t>
                      </a:r>
                    </a:p>
                  </a:txBody>
                  <a:tcPr anchor="ctr">
                    <a:lnL w="12700" cap="flat" cmpd="sng" algn="ctr">
                      <a:solidFill>
                        <a:srgbClr val="FFFFFF"/>
                      </a:solidFill>
                      <a:prstDash val="solid"/>
                      <a:round/>
                      <a:headEnd type="none" w="med" len="med"/>
                      <a:tailEnd type="none" w="med" len="med"/>
                    </a:lnL>
                    <a:lnR w="12700">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439247737"/>
                  </a:ext>
                </a:extLst>
              </a:tr>
              <a:tr h="1224018">
                <a:tc>
                  <a:txBody>
                    <a:bodyPr/>
                    <a:lstStyle/>
                    <a:p>
                      <a:pPr algn="ctr">
                        <a:buNone/>
                      </a:pPr>
                      <a:r>
                        <a:rPr lang="en-US" dirty="0">
                          <a:solidFill>
                            <a:schemeClr val="tx2"/>
                          </a:solidFill>
                        </a:rPr>
                        <a:t>AF Echo Study (2023)</a:t>
                      </a:r>
                    </a:p>
                  </a:txBody>
                  <a:tcPr anchor="ctr">
                    <a:lnL w="12700">
                      <a:solidFill>
                        <a:srgbClr val="FFFFFF"/>
                      </a:solidFill>
                    </a:lnL>
                    <a:lnR w="12700">
                      <a:solidFill>
                        <a:srgbClr val="FFFFFF"/>
                      </a:solidFill>
                    </a:lnR>
                    <a:lnT w="12700">
                      <a:solidFill>
                        <a:srgbClr val="FFFFFF"/>
                      </a:solidFill>
                    </a:lnT>
                    <a:lnB w="12700">
                      <a:solidFill>
                        <a:srgbClr val="FFFFFF"/>
                      </a:solidFill>
                    </a:lnB>
                    <a:noFill/>
                  </a:tcPr>
                </a:tc>
                <a:tc>
                  <a:txBody>
                    <a:bodyPr/>
                    <a:lstStyle/>
                    <a:p>
                      <a:pPr algn="ctr">
                        <a:buNone/>
                      </a:pPr>
                      <a:r>
                        <a:rPr lang="en-US" dirty="0">
                          <a:solidFill>
                            <a:schemeClr val="tx2"/>
                          </a:solidFill>
                        </a:rPr>
                        <a:t>Detecting Occult Atrial Fibrillation from Echo</a:t>
                      </a:r>
                    </a:p>
                  </a:txBody>
                  <a:tcPr anchor="ctr">
                    <a:lnL w="12700">
                      <a:solidFill>
                        <a:srgbClr val="FFFFFF"/>
                      </a:solidFill>
                    </a:lnL>
                    <a:lnR w="12700">
                      <a:solidFill>
                        <a:srgbClr val="FFFFFF"/>
                      </a:solidFill>
                    </a:lnR>
                    <a:lnT w="12700">
                      <a:solidFill>
                        <a:srgbClr val="FFFFFF"/>
                      </a:solidFill>
                    </a:lnT>
                    <a:lnB w="12700">
                      <a:solidFill>
                        <a:srgbClr val="FFFFFF"/>
                      </a:solidFill>
                    </a:lnB>
                    <a:noFill/>
                  </a:tcPr>
                </a:tc>
                <a:tc>
                  <a:txBody>
                    <a:bodyPr/>
                    <a:lstStyle/>
                    <a:p>
                      <a:pPr algn="ctr">
                        <a:buNone/>
                      </a:pPr>
                      <a:r>
                        <a:rPr lang="en-US" dirty="0">
                          <a:solidFill>
                            <a:schemeClr val="tx2"/>
                          </a:solidFill>
                        </a:rPr>
                        <a:t>Video CNN</a:t>
                      </a:r>
                    </a:p>
                  </a:txBody>
                  <a:tcPr anchor="ctr">
                    <a:lnL w="12700" cap="flat" cmpd="sng" algn="ctr">
                      <a:solidFill>
                        <a:srgbClr val="FFFFFF"/>
                      </a:solidFill>
                      <a:prstDash val="solid"/>
                      <a:round/>
                      <a:headEnd type="none" w="med" len="med"/>
                      <a:tailEnd type="none" w="med" len="med"/>
                    </a:lnL>
                    <a:lnR w="12700">
                      <a:solidFill>
                        <a:srgbClr val="FFFFFF"/>
                      </a:solidFill>
                    </a:lnR>
                    <a:lnT w="12700" cap="flat" cmpd="sng" algn="ctr">
                      <a:solidFill>
                        <a:srgbClr val="FFFFFF"/>
                      </a:solidFill>
                      <a:prstDash val="solid"/>
                      <a:round/>
                      <a:headEnd type="none" w="med" len="med"/>
                      <a:tailEnd type="none" w="med" len="med"/>
                    </a:lnT>
                    <a:lnB w="12700">
                      <a:solidFill>
                        <a:srgbClr val="FFFFFF"/>
                      </a:solidFill>
                    </a:lnB>
                    <a:noFill/>
                  </a:tcPr>
                </a:tc>
                <a:tc>
                  <a:txBody>
                    <a:bodyPr/>
                    <a:lstStyle/>
                    <a:p>
                      <a:pPr algn="ctr">
                        <a:buNone/>
                      </a:pPr>
                      <a:r>
                        <a:rPr lang="en-US" dirty="0">
                          <a:solidFill>
                            <a:schemeClr val="tx2"/>
                          </a:solidFill>
                        </a:rPr>
                        <a:t>111k Echo videos</a:t>
                      </a:r>
                    </a:p>
                  </a:txBody>
                  <a:tcPr anchor="ctr">
                    <a:lnL w="12700">
                      <a:solidFill>
                        <a:srgbClr val="FFFFFF"/>
                      </a:solidFill>
                    </a:lnL>
                    <a:lnR w="12700">
                      <a:solidFill>
                        <a:srgbClr val="FFFFFF"/>
                      </a:solidFill>
                    </a:lnR>
                    <a:lnT w="12700">
                      <a:solidFill>
                        <a:srgbClr val="FFFFFF"/>
                      </a:solidFill>
                    </a:lnT>
                    <a:lnB w="12700">
                      <a:solidFill>
                        <a:srgbClr val="FFFFFF"/>
                      </a:solidFill>
                    </a:lnB>
                    <a:noFill/>
                  </a:tcPr>
                </a:tc>
                <a:tc>
                  <a:txBody>
                    <a:bodyPr/>
                    <a:lstStyle/>
                    <a:p>
                      <a:pPr algn="ctr">
                        <a:buNone/>
                      </a:pPr>
                      <a:r>
                        <a:rPr lang="en-US" dirty="0">
                          <a:solidFill>
                            <a:schemeClr val="tx2"/>
                          </a:solidFill>
                        </a:rPr>
                        <a:t>Detected AF with strong performance</a:t>
                      </a:r>
                    </a:p>
                  </a:txBody>
                  <a:tcPr anchor="ctr">
                    <a:lnL w="12700" cap="flat" cmpd="sng" algn="ctr">
                      <a:solidFill>
                        <a:srgbClr val="FFFFFF"/>
                      </a:solidFill>
                      <a:prstDash val="solid"/>
                      <a:round/>
                      <a:headEnd type="none" w="med" len="med"/>
                      <a:tailEnd type="none" w="med" len="med"/>
                    </a:lnL>
                    <a:lnR w="12700">
                      <a:solidFill>
                        <a:srgbClr val="FFFFFF"/>
                      </a:solidFill>
                    </a:lnR>
                    <a:lnT w="12700" cap="flat" cmpd="sng" algn="ctr">
                      <a:solidFill>
                        <a:srgbClr val="FFFFFF"/>
                      </a:solidFill>
                      <a:prstDash val="solid"/>
                      <a:round/>
                      <a:headEnd type="none" w="med" len="med"/>
                      <a:tailEnd type="none" w="med" len="med"/>
                    </a:lnT>
                    <a:lnB w="12700">
                      <a:solidFill>
                        <a:srgbClr val="FFFFFF"/>
                      </a:solidFill>
                    </a:lnB>
                    <a:noFill/>
                  </a:tcPr>
                </a:tc>
                <a:tc>
                  <a:txBody>
                    <a:bodyPr/>
                    <a:lstStyle/>
                    <a:p>
                      <a:pPr algn="ctr">
                        <a:buNone/>
                      </a:pPr>
                      <a:r>
                        <a:rPr lang="en-US" dirty="0">
                          <a:solidFill>
                            <a:schemeClr val="tx2"/>
                          </a:solidFill>
                        </a:rPr>
                        <a:t>Lower PPV, limited to single view</a:t>
                      </a:r>
                    </a:p>
                  </a:txBody>
                  <a:tcPr anchor="ctr">
                    <a:lnL w="12700" cap="flat" cmpd="sng" algn="ctr">
                      <a:solidFill>
                        <a:srgbClr val="FFFFFF"/>
                      </a:solidFill>
                      <a:prstDash val="solid"/>
                      <a:round/>
                      <a:headEnd type="none" w="med" len="med"/>
                      <a:tailEnd type="none" w="med" len="med"/>
                    </a:lnL>
                    <a:lnR w="12700">
                      <a:solidFill>
                        <a:srgbClr val="FFFFFF"/>
                      </a:solidFill>
                    </a:lnR>
                    <a:lnT w="12700" cap="flat" cmpd="sng" algn="ctr">
                      <a:solidFill>
                        <a:srgbClr val="FFFFFF"/>
                      </a:solidFill>
                      <a:prstDash val="solid"/>
                      <a:round/>
                      <a:headEnd type="none" w="med" len="med"/>
                      <a:tailEnd type="none" w="med" len="med"/>
                    </a:lnT>
                    <a:lnB w="12700">
                      <a:solidFill>
                        <a:srgbClr val="FFFFFF"/>
                      </a:solidFill>
                    </a:lnB>
                    <a:noFill/>
                  </a:tcPr>
                </a:tc>
                <a:extLst>
                  <a:ext uri="{0D108BD9-81ED-4DB2-BD59-A6C34878D82A}">
                    <a16:rowId xmlns:a16="http://schemas.microsoft.com/office/drawing/2014/main" val="74586781"/>
                  </a:ext>
                </a:extLst>
              </a:tr>
            </a:tbl>
          </a:graphicData>
        </a:graphic>
      </p:graphicFrame>
    </p:spTree>
    <p:extLst>
      <p:ext uri="{BB962C8B-B14F-4D97-AF65-F5344CB8AC3E}">
        <p14:creationId xmlns:p14="http://schemas.microsoft.com/office/powerpoint/2010/main" val="4073175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60">
          <a:extLst>
            <a:ext uri="{FF2B5EF4-FFF2-40B4-BE49-F238E27FC236}">
              <a16:creationId xmlns:a16="http://schemas.microsoft.com/office/drawing/2014/main" id="{2971D94B-1885-4F87-2CEE-BEB58219A828}"/>
            </a:ext>
          </a:extLst>
        </p:cNvPr>
        <p:cNvGrpSpPr/>
        <p:nvPr/>
      </p:nvGrpSpPr>
      <p:grpSpPr>
        <a:xfrm>
          <a:off x="0" y="0"/>
          <a:ext cx="0" cy="0"/>
          <a:chOff x="0" y="0"/>
          <a:chExt cx="0" cy="0"/>
        </a:xfrm>
      </p:grpSpPr>
      <p:sp>
        <p:nvSpPr>
          <p:cNvPr id="10" name="Google Shape;2861;p65">
            <a:extLst>
              <a:ext uri="{FF2B5EF4-FFF2-40B4-BE49-F238E27FC236}">
                <a16:creationId xmlns:a16="http://schemas.microsoft.com/office/drawing/2014/main" id="{9DD6D097-CEAD-184F-CC50-C2314E450985}"/>
              </a:ext>
            </a:extLst>
          </p:cNvPr>
          <p:cNvSpPr txBox="1">
            <a:spLocks/>
          </p:cNvSpPr>
          <p:nvPr/>
        </p:nvSpPr>
        <p:spPr>
          <a:xfrm>
            <a:off x="390703" y="734627"/>
            <a:ext cx="8361958" cy="440798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2"/>
              </a:buClr>
              <a:buSzPts val="1800"/>
              <a:buFont typeface="Nunito"/>
              <a:buNone/>
              <a:defRPr sz="1600" b="0" i="0" u="none" strike="noStrike" cap="none">
                <a:solidFill>
                  <a:schemeClr val="lt2"/>
                </a:solidFill>
                <a:latin typeface="Nunito"/>
                <a:ea typeface="Nunito"/>
                <a:cs typeface="Nunito"/>
                <a:sym typeface="Nunito"/>
              </a:defRPr>
            </a:lvl1pPr>
            <a:lvl2pPr marL="914400" marR="0" lvl="1" indent="-317500" algn="l" rtl="0">
              <a:lnSpc>
                <a:spcPct val="115000"/>
              </a:lnSpc>
              <a:spcBef>
                <a:spcPts val="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2pPr>
            <a:lvl3pPr marL="1371600" marR="0" lvl="2"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3pPr>
            <a:lvl4pPr marL="1828800" marR="0" lvl="3"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4pPr>
            <a:lvl5pPr marL="2286000" marR="0" lvl="4"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5pPr>
            <a:lvl6pPr marL="2743200" marR="0" lvl="5"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6pPr>
            <a:lvl7pPr marL="3200400" marR="0" lvl="6"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7pPr>
            <a:lvl8pPr marL="3657600" marR="0" lvl="7"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8pPr>
            <a:lvl9pPr marL="4114800" marR="0" lvl="8" indent="-317500" algn="l" rtl="0">
              <a:lnSpc>
                <a:spcPct val="115000"/>
              </a:lnSpc>
              <a:spcBef>
                <a:spcPts val="1600"/>
              </a:spcBef>
              <a:spcAft>
                <a:spcPts val="1600"/>
              </a:spcAft>
              <a:buClr>
                <a:schemeClr val="lt2"/>
              </a:buClr>
              <a:buSzPts val="1400"/>
              <a:buFont typeface="Nunito"/>
              <a:buNone/>
              <a:defRPr sz="1400" b="0" i="0" u="none" strike="noStrike" cap="none">
                <a:solidFill>
                  <a:schemeClr val="lt2"/>
                </a:solidFill>
                <a:latin typeface="Nunito"/>
                <a:ea typeface="Nunito"/>
                <a:cs typeface="Nunito"/>
                <a:sym typeface="Nunito"/>
              </a:defRPr>
            </a:lvl9pPr>
          </a:lstStyle>
          <a:p>
            <a:endParaRPr lang="en-IN" sz="1800" b="1" dirty="0">
              <a:solidFill>
                <a:schemeClr val="tx2"/>
              </a:solidFill>
              <a:ea typeface="Calibri"/>
              <a:cs typeface="Calibri"/>
            </a:endParaRPr>
          </a:p>
          <a:p>
            <a:pPr algn="just"/>
            <a:r>
              <a:rPr lang="en-IN" sz="1800" b="1">
                <a:solidFill>
                  <a:schemeClr val="tx2"/>
                </a:solidFill>
                <a:ea typeface="Calibri"/>
                <a:cs typeface="Calibri"/>
              </a:rPr>
              <a:t>Dataset:</a:t>
            </a:r>
            <a:r>
              <a:rPr lang="en-IN" sz="1800" dirty="0">
                <a:solidFill>
                  <a:schemeClr val="tx2"/>
                </a:solidFill>
                <a:ea typeface="Calibri"/>
                <a:cs typeface="Calibri"/>
              </a:rPr>
              <a:t> </a:t>
            </a:r>
            <a:r>
              <a:rPr lang="en-IN" sz="1800" err="1">
                <a:solidFill>
                  <a:schemeClr val="tx2"/>
                </a:solidFill>
                <a:ea typeface="Calibri"/>
                <a:cs typeface="Calibri"/>
              </a:rPr>
              <a:t>EchoNet</a:t>
            </a:r>
            <a:r>
              <a:rPr lang="en-IN" sz="1800" dirty="0">
                <a:solidFill>
                  <a:schemeClr val="tx2"/>
                </a:solidFill>
                <a:ea typeface="Calibri"/>
                <a:cs typeface="Calibri"/>
              </a:rPr>
              <a:t>-Dynamic (10,030 echocardiogram videos).</a:t>
            </a:r>
            <a:endParaRPr lang="en-IN" sz="1800" b="1" dirty="0">
              <a:solidFill>
                <a:schemeClr val="tx2"/>
              </a:solidFill>
              <a:ea typeface="Calibri"/>
              <a:cs typeface="Calibri"/>
            </a:endParaRPr>
          </a:p>
          <a:p>
            <a:pPr algn="just"/>
            <a:endParaRPr lang="en-IN" sz="1800" dirty="0">
              <a:solidFill>
                <a:schemeClr val="tx2"/>
              </a:solidFill>
              <a:ea typeface="Calibri"/>
              <a:cs typeface="Calibri"/>
            </a:endParaRPr>
          </a:p>
          <a:p>
            <a:pPr algn="just"/>
            <a:r>
              <a:rPr lang="en-IN" sz="1800" b="1" dirty="0">
                <a:solidFill>
                  <a:schemeClr val="tx2"/>
                </a:solidFill>
                <a:ea typeface="Calibri"/>
                <a:cs typeface="Calibri"/>
              </a:rPr>
              <a:t>Performance:</a:t>
            </a:r>
            <a:endParaRPr lang="en-IN" sz="1800" dirty="0">
              <a:solidFill>
                <a:schemeClr val="tx2"/>
              </a:solidFill>
              <a:ea typeface="Calibri"/>
              <a:cs typeface="Calibri"/>
            </a:endParaRPr>
          </a:p>
          <a:p>
            <a:pPr algn="just"/>
            <a:r>
              <a:rPr lang="en-IN" sz="1800" dirty="0">
                <a:solidFill>
                  <a:schemeClr val="tx2"/>
                </a:solidFill>
                <a:ea typeface="Calibri"/>
                <a:cs typeface="Calibri"/>
              </a:rPr>
              <a:t>   Clinicians’ average MAE ~5% EF.</a:t>
            </a:r>
            <a:endParaRPr lang="en-IN" sz="1800">
              <a:solidFill>
                <a:schemeClr val="tx2"/>
              </a:solidFill>
            </a:endParaRPr>
          </a:p>
          <a:p>
            <a:pPr algn="just"/>
            <a:r>
              <a:rPr lang="en-IN" sz="1800" dirty="0">
                <a:solidFill>
                  <a:schemeClr val="tx2"/>
                </a:solidFill>
                <a:ea typeface="Calibri"/>
                <a:cs typeface="Calibri"/>
              </a:rPr>
              <a:t>   Model (3D CNN + ResNet) → MAE ~4.1–4.5% EF</a:t>
            </a:r>
            <a:endParaRPr lang="en-IN" sz="1800">
              <a:solidFill>
                <a:schemeClr val="tx2"/>
              </a:solidFill>
            </a:endParaRPr>
          </a:p>
          <a:p>
            <a:pPr algn="just"/>
            <a:r>
              <a:rPr lang="en-IN" sz="1800" dirty="0">
                <a:solidFill>
                  <a:schemeClr val="tx2"/>
                </a:solidFill>
                <a:ea typeface="Calibri"/>
                <a:cs typeface="Calibri"/>
              </a:rPr>
              <a:t>   Outperformed prior automated EF tools.</a:t>
            </a:r>
          </a:p>
          <a:p>
            <a:pPr algn="just"/>
            <a:endParaRPr lang="en-IN" sz="1800" dirty="0">
              <a:solidFill>
                <a:schemeClr val="tx2"/>
              </a:solidFill>
              <a:ea typeface="Calibri"/>
              <a:cs typeface="Calibri"/>
            </a:endParaRPr>
          </a:p>
          <a:p>
            <a:pPr marL="285750" indent="-285750" algn="just">
              <a:buFont typeface="Arial"/>
              <a:buChar char="•"/>
            </a:pPr>
            <a:r>
              <a:rPr lang="en-IN" sz="1800" b="1" dirty="0">
                <a:solidFill>
                  <a:schemeClr val="tx2"/>
                </a:solidFill>
                <a:ea typeface="Calibri"/>
                <a:cs typeface="Calibri"/>
              </a:rPr>
              <a:t>Strengths:</a:t>
            </a:r>
            <a:r>
              <a:rPr lang="en-IN" sz="1800" dirty="0">
                <a:solidFill>
                  <a:schemeClr val="tx2"/>
                </a:solidFill>
                <a:ea typeface="Calibri"/>
                <a:cs typeface="Calibri"/>
              </a:rPr>
              <a:t> Large dataset, model captures spatiotemporal features of cardiac motion, near-human performance.</a:t>
            </a:r>
          </a:p>
          <a:p>
            <a:pPr marL="285750" indent="-285750" algn="just">
              <a:buFont typeface="Arial"/>
              <a:buChar char="•"/>
            </a:pPr>
            <a:endParaRPr lang="en-IN" sz="1800" dirty="0">
              <a:solidFill>
                <a:schemeClr val="tx2"/>
              </a:solidFill>
              <a:ea typeface="Calibri"/>
              <a:cs typeface="Calibri"/>
            </a:endParaRPr>
          </a:p>
          <a:p>
            <a:pPr marL="285750" indent="-285750" algn="just">
              <a:buFont typeface="Arial"/>
              <a:buChar char="•"/>
            </a:pPr>
            <a:r>
              <a:rPr lang="en-IN" sz="1800" b="1" dirty="0">
                <a:solidFill>
                  <a:schemeClr val="tx2"/>
                </a:solidFill>
                <a:ea typeface="Calibri"/>
                <a:cs typeface="Calibri"/>
              </a:rPr>
              <a:t>Limitations:</a:t>
            </a:r>
            <a:r>
              <a:rPr lang="en-IN" sz="1800" dirty="0">
                <a:solidFill>
                  <a:schemeClr val="tx2"/>
                </a:solidFill>
                <a:ea typeface="Calibri"/>
                <a:cs typeface="Calibri"/>
              </a:rPr>
              <a:t> Generalization uncertain to low-quality or different machine vendors; focused only on EF, not other pathologies.</a:t>
            </a:r>
          </a:p>
          <a:p>
            <a:pPr marL="285750" indent="-285750" algn="just">
              <a:buFont typeface="Arial"/>
              <a:buChar char="•"/>
            </a:pPr>
            <a:endParaRPr lang="en-IN" sz="1800" dirty="0">
              <a:solidFill>
                <a:schemeClr val="tx2"/>
              </a:solidFill>
              <a:ea typeface="Calibri"/>
              <a:cs typeface="Calibri"/>
            </a:endParaRPr>
          </a:p>
          <a:p>
            <a:pPr marL="285750" indent="-285750" algn="just">
              <a:buFont typeface="Arial"/>
              <a:buChar char="•"/>
            </a:pPr>
            <a:r>
              <a:rPr lang="en-IN" sz="1800" b="1" dirty="0">
                <a:solidFill>
                  <a:schemeClr val="tx2"/>
                </a:solidFill>
                <a:ea typeface="Calibri"/>
                <a:cs typeface="Calibri"/>
              </a:rPr>
              <a:t>Conclusion:</a:t>
            </a:r>
            <a:r>
              <a:rPr lang="en-IN" sz="1800" dirty="0">
                <a:solidFill>
                  <a:schemeClr val="tx2"/>
                </a:solidFill>
                <a:ea typeface="Calibri"/>
                <a:cs typeface="Calibri"/>
              </a:rPr>
              <a:t> Deep CNNs can match cardiologist-level performance for EF prediction from echo videos.</a:t>
            </a:r>
            <a:endParaRPr lang="en-IN" sz="1800">
              <a:solidFill>
                <a:schemeClr val="tx2"/>
              </a:solidFill>
            </a:endParaRPr>
          </a:p>
          <a:p>
            <a:pPr marL="114300" indent="0" algn="just"/>
            <a:endParaRPr lang="en-IN" sz="1800" dirty="0">
              <a:solidFill>
                <a:schemeClr val="tx2"/>
              </a:solidFill>
              <a:ea typeface="Calibri"/>
              <a:cs typeface="Calibri"/>
            </a:endParaRPr>
          </a:p>
        </p:txBody>
      </p:sp>
      <p:sp>
        <p:nvSpPr>
          <p:cNvPr id="11" name="TextBox 10">
            <a:extLst>
              <a:ext uri="{FF2B5EF4-FFF2-40B4-BE49-F238E27FC236}">
                <a16:creationId xmlns:a16="http://schemas.microsoft.com/office/drawing/2014/main" id="{DF679DBD-17D7-2776-251F-B83299FFCCB5}"/>
              </a:ext>
            </a:extLst>
          </p:cNvPr>
          <p:cNvSpPr txBox="1"/>
          <p:nvPr/>
        </p:nvSpPr>
        <p:spPr>
          <a:xfrm>
            <a:off x="771526" y="233642"/>
            <a:ext cx="8365749"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500" b="1" dirty="0">
                <a:solidFill>
                  <a:srgbClr val="FFFFFF"/>
                </a:solidFill>
                <a:latin typeface="Nunito"/>
              </a:rPr>
              <a:t>Literature Review – Paper 1 –  Ouyang et al. (2020)</a:t>
            </a:r>
            <a:endParaRPr lang="en-US" sz="2500"/>
          </a:p>
        </p:txBody>
      </p:sp>
    </p:spTree>
    <p:extLst>
      <p:ext uri="{BB962C8B-B14F-4D97-AF65-F5344CB8AC3E}">
        <p14:creationId xmlns:p14="http://schemas.microsoft.com/office/powerpoint/2010/main" val="334458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60">
          <a:extLst>
            <a:ext uri="{FF2B5EF4-FFF2-40B4-BE49-F238E27FC236}">
              <a16:creationId xmlns:a16="http://schemas.microsoft.com/office/drawing/2014/main" id="{B5C86CC0-12B8-9363-04D4-5365E34025DF}"/>
            </a:ext>
          </a:extLst>
        </p:cNvPr>
        <p:cNvGrpSpPr/>
        <p:nvPr/>
      </p:nvGrpSpPr>
      <p:grpSpPr>
        <a:xfrm>
          <a:off x="0" y="0"/>
          <a:ext cx="0" cy="0"/>
          <a:chOff x="0" y="0"/>
          <a:chExt cx="0" cy="0"/>
        </a:xfrm>
      </p:grpSpPr>
      <p:sp>
        <p:nvSpPr>
          <p:cNvPr id="10" name="Google Shape;2861;p65">
            <a:extLst>
              <a:ext uri="{FF2B5EF4-FFF2-40B4-BE49-F238E27FC236}">
                <a16:creationId xmlns:a16="http://schemas.microsoft.com/office/drawing/2014/main" id="{E0C2270B-6A99-1966-090A-7819EB010D0E}"/>
              </a:ext>
            </a:extLst>
          </p:cNvPr>
          <p:cNvSpPr txBox="1">
            <a:spLocks/>
          </p:cNvSpPr>
          <p:nvPr/>
        </p:nvSpPr>
        <p:spPr>
          <a:xfrm>
            <a:off x="390703" y="969951"/>
            <a:ext cx="8361958" cy="4172661"/>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2"/>
              </a:buClr>
              <a:buSzPts val="1800"/>
              <a:buFont typeface="Nunito"/>
              <a:buNone/>
              <a:defRPr sz="1600" b="0" i="0" u="none" strike="noStrike" cap="none">
                <a:solidFill>
                  <a:schemeClr val="lt2"/>
                </a:solidFill>
                <a:latin typeface="Nunito"/>
                <a:ea typeface="Nunito"/>
                <a:cs typeface="Nunito"/>
                <a:sym typeface="Nunito"/>
              </a:defRPr>
            </a:lvl1pPr>
            <a:lvl2pPr marL="914400" marR="0" lvl="1" indent="-317500" algn="l" rtl="0">
              <a:lnSpc>
                <a:spcPct val="115000"/>
              </a:lnSpc>
              <a:spcBef>
                <a:spcPts val="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2pPr>
            <a:lvl3pPr marL="1371600" marR="0" lvl="2"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3pPr>
            <a:lvl4pPr marL="1828800" marR="0" lvl="3"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4pPr>
            <a:lvl5pPr marL="2286000" marR="0" lvl="4"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5pPr>
            <a:lvl6pPr marL="2743200" marR="0" lvl="5"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6pPr>
            <a:lvl7pPr marL="3200400" marR="0" lvl="6"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7pPr>
            <a:lvl8pPr marL="3657600" marR="0" lvl="7"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8pPr>
            <a:lvl9pPr marL="4114800" marR="0" lvl="8" indent="-317500" algn="l" rtl="0">
              <a:lnSpc>
                <a:spcPct val="115000"/>
              </a:lnSpc>
              <a:spcBef>
                <a:spcPts val="1600"/>
              </a:spcBef>
              <a:spcAft>
                <a:spcPts val="1600"/>
              </a:spcAft>
              <a:buClr>
                <a:schemeClr val="lt2"/>
              </a:buClr>
              <a:buSzPts val="1400"/>
              <a:buFont typeface="Nunito"/>
              <a:buNone/>
              <a:defRPr sz="1400" b="0" i="0" u="none" strike="noStrike" cap="none">
                <a:solidFill>
                  <a:schemeClr val="lt2"/>
                </a:solidFill>
                <a:latin typeface="Nunito"/>
                <a:ea typeface="Nunito"/>
                <a:cs typeface="Nunito"/>
                <a:sym typeface="Nunito"/>
              </a:defRPr>
            </a:lvl9pPr>
          </a:lstStyle>
          <a:p>
            <a:pPr marL="0" indent="0" algn="just"/>
            <a:r>
              <a:rPr lang="en-IN" sz="1800" b="1" dirty="0">
                <a:solidFill>
                  <a:schemeClr val="tx2"/>
                </a:solidFill>
                <a:ea typeface="Calibri"/>
                <a:cs typeface="Calibri"/>
              </a:rPr>
              <a:t>Dataset:</a:t>
            </a:r>
            <a:r>
              <a:rPr lang="en-IN" sz="1800" dirty="0">
                <a:solidFill>
                  <a:schemeClr val="tx2"/>
                </a:solidFill>
                <a:ea typeface="Calibri"/>
                <a:cs typeface="Calibri"/>
              </a:rPr>
              <a:t> </a:t>
            </a:r>
            <a:r>
              <a:rPr lang="en-IN" sz="1800" err="1">
                <a:solidFill>
                  <a:schemeClr val="tx2"/>
                </a:solidFill>
                <a:ea typeface="Calibri"/>
                <a:cs typeface="Calibri"/>
              </a:rPr>
              <a:t>CheXpert</a:t>
            </a:r>
            <a:r>
              <a:rPr lang="en-IN" sz="1800" dirty="0">
                <a:solidFill>
                  <a:schemeClr val="tx2"/>
                </a:solidFill>
                <a:ea typeface="Calibri"/>
                <a:cs typeface="Calibri"/>
              </a:rPr>
              <a:t> (224,316 chest X-rays from 65,240 patients).</a:t>
            </a:r>
            <a:endParaRPr lang="en-US">
              <a:solidFill>
                <a:schemeClr val="tx2"/>
              </a:solidFill>
              <a:ea typeface="Calibri"/>
              <a:cs typeface="Calibri"/>
            </a:endParaRPr>
          </a:p>
          <a:p>
            <a:pPr marL="285750" indent="-285750" algn="just">
              <a:buFont typeface="Arial"/>
              <a:buChar char="•"/>
            </a:pPr>
            <a:endParaRPr lang="en-IN" sz="1800" dirty="0">
              <a:solidFill>
                <a:schemeClr val="tx2"/>
              </a:solidFill>
              <a:ea typeface="Calibri"/>
              <a:cs typeface="Calibri"/>
            </a:endParaRPr>
          </a:p>
          <a:p>
            <a:pPr marL="0" indent="0" algn="just"/>
            <a:r>
              <a:rPr lang="en-IN" sz="1800" b="1" dirty="0">
                <a:solidFill>
                  <a:schemeClr val="tx2"/>
                </a:solidFill>
                <a:ea typeface="Calibri"/>
                <a:cs typeface="Calibri"/>
              </a:rPr>
              <a:t>Performance:</a:t>
            </a:r>
            <a:endParaRPr lang="en-IN">
              <a:solidFill>
                <a:schemeClr val="tx2"/>
              </a:solidFill>
            </a:endParaRPr>
          </a:p>
          <a:p>
            <a:pPr lvl="1" indent="0" algn="just">
              <a:lnSpc>
                <a:spcPct val="114999"/>
              </a:lnSpc>
            </a:pPr>
            <a:r>
              <a:rPr lang="en-IN" sz="1800" dirty="0">
                <a:solidFill>
                  <a:schemeClr val="tx2"/>
                </a:solidFill>
                <a:ea typeface="Calibri"/>
                <a:cs typeface="Calibri"/>
              </a:rPr>
              <a:t>DenseNet-121 with label uncertainty </a:t>
            </a:r>
            <a:r>
              <a:rPr lang="en-IN" sz="1800" err="1">
                <a:solidFill>
                  <a:schemeClr val="tx2"/>
                </a:solidFill>
                <a:ea typeface="Calibri"/>
                <a:cs typeface="Calibri"/>
              </a:rPr>
              <a:t>modeling</a:t>
            </a:r>
            <a:r>
              <a:rPr lang="en-IN" sz="1800" dirty="0">
                <a:solidFill>
                  <a:schemeClr val="tx2"/>
                </a:solidFill>
                <a:ea typeface="Calibri"/>
                <a:cs typeface="Calibri"/>
              </a:rPr>
              <a:t>.</a:t>
            </a:r>
            <a:endParaRPr lang="en-IN">
              <a:solidFill>
                <a:schemeClr val="tx2"/>
              </a:solidFill>
            </a:endParaRPr>
          </a:p>
          <a:p>
            <a:pPr lvl="1" indent="0" algn="just">
              <a:lnSpc>
                <a:spcPct val="114999"/>
              </a:lnSpc>
            </a:pPr>
            <a:r>
              <a:rPr lang="en-IN" sz="1800" dirty="0">
                <a:solidFill>
                  <a:schemeClr val="tx2"/>
                </a:solidFill>
                <a:ea typeface="Calibri"/>
                <a:cs typeface="Calibri"/>
              </a:rPr>
              <a:t>Average AUC ~0.85 across 14 pathologies.</a:t>
            </a:r>
            <a:endParaRPr lang="en-IN">
              <a:solidFill>
                <a:schemeClr val="tx2"/>
              </a:solidFill>
            </a:endParaRPr>
          </a:p>
          <a:p>
            <a:pPr lvl="1" indent="0" algn="just">
              <a:lnSpc>
                <a:spcPct val="114999"/>
              </a:lnSpc>
            </a:pPr>
            <a:r>
              <a:rPr lang="en-IN" sz="1800" dirty="0">
                <a:solidFill>
                  <a:schemeClr val="tx2"/>
                </a:solidFill>
                <a:ea typeface="Calibri"/>
                <a:cs typeface="Calibri"/>
              </a:rPr>
              <a:t>Comparable to radiologist performance on select tasks.</a:t>
            </a:r>
            <a:endParaRPr lang="en-IN">
              <a:solidFill>
                <a:schemeClr val="tx2"/>
              </a:solidFill>
            </a:endParaRPr>
          </a:p>
          <a:p>
            <a:pPr marL="1200150" lvl="1" indent="-285750" algn="just">
              <a:lnSpc>
                <a:spcPct val="114999"/>
              </a:lnSpc>
              <a:buFont typeface="Arial"/>
              <a:buChar char="•"/>
            </a:pPr>
            <a:endParaRPr lang="en-IN" sz="1800" dirty="0">
              <a:solidFill>
                <a:schemeClr val="tx2"/>
              </a:solidFill>
              <a:ea typeface="Calibri"/>
              <a:cs typeface="Calibri"/>
            </a:endParaRPr>
          </a:p>
          <a:p>
            <a:pPr marL="0" indent="0" algn="just"/>
            <a:r>
              <a:rPr lang="en-IN" sz="1800" b="1" dirty="0">
                <a:solidFill>
                  <a:schemeClr val="tx2"/>
                </a:solidFill>
                <a:ea typeface="Calibri"/>
                <a:cs typeface="Calibri"/>
              </a:rPr>
              <a:t>Strengths:</a:t>
            </a:r>
            <a:r>
              <a:rPr lang="en-IN" sz="1800" dirty="0">
                <a:solidFill>
                  <a:schemeClr val="tx2"/>
                </a:solidFill>
                <a:ea typeface="Calibri"/>
                <a:cs typeface="Calibri"/>
              </a:rPr>
              <a:t> Large, publicly available dataset; introduced uncertainty labels for better training; benchmarks widely adopted.</a:t>
            </a:r>
            <a:endParaRPr lang="en-IN">
              <a:solidFill>
                <a:schemeClr val="tx2"/>
              </a:solidFill>
            </a:endParaRPr>
          </a:p>
          <a:p>
            <a:pPr marL="285750" indent="-285750" algn="just">
              <a:buFont typeface="Arial"/>
              <a:buChar char="•"/>
            </a:pPr>
            <a:endParaRPr lang="en-IN" sz="1800" dirty="0">
              <a:solidFill>
                <a:schemeClr val="tx2"/>
              </a:solidFill>
              <a:ea typeface="Calibri"/>
              <a:cs typeface="Calibri"/>
            </a:endParaRPr>
          </a:p>
          <a:p>
            <a:pPr marL="0" indent="0" algn="just"/>
            <a:r>
              <a:rPr lang="en-IN" sz="1800" b="1" dirty="0">
                <a:solidFill>
                  <a:schemeClr val="tx2"/>
                </a:solidFill>
                <a:ea typeface="Calibri"/>
                <a:cs typeface="Calibri"/>
              </a:rPr>
              <a:t>Limitations:</a:t>
            </a:r>
            <a:r>
              <a:rPr lang="en-IN" sz="1800" dirty="0">
                <a:solidFill>
                  <a:schemeClr val="tx2"/>
                </a:solidFill>
                <a:ea typeface="Calibri"/>
                <a:cs typeface="Calibri"/>
              </a:rPr>
              <a:t> NLP-derived labels introduce noise; limited to frontal CXRs only; model interpretability limited.</a:t>
            </a:r>
            <a:endParaRPr lang="en-IN">
              <a:solidFill>
                <a:schemeClr val="tx2"/>
              </a:solidFill>
            </a:endParaRPr>
          </a:p>
          <a:p>
            <a:pPr marL="285750" indent="-285750" algn="just">
              <a:buFont typeface="Arial"/>
              <a:buChar char="•"/>
            </a:pPr>
            <a:endParaRPr lang="en-IN" sz="1800" dirty="0">
              <a:solidFill>
                <a:schemeClr val="tx2"/>
              </a:solidFill>
              <a:ea typeface="Calibri"/>
              <a:cs typeface="Calibri"/>
            </a:endParaRPr>
          </a:p>
          <a:p>
            <a:pPr marL="0" indent="0" algn="just"/>
            <a:r>
              <a:rPr lang="en-IN" sz="1800" b="1" dirty="0">
                <a:solidFill>
                  <a:schemeClr val="tx2"/>
                </a:solidFill>
                <a:ea typeface="Calibri"/>
                <a:cs typeface="Calibri"/>
              </a:rPr>
              <a:t>Conclusion:</a:t>
            </a:r>
            <a:r>
              <a:rPr lang="en-IN" sz="1800" dirty="0">
                <a:solidFill>
                  <a:schemeClr val="tx2"/>
                </a:solidFill>
                <a:ea typeface="Calibri"/>
                <a:cs typeface="Calibri"/>
              </a:rPr>
              <a:t> Handling label uncertainty improves robustness; </a:t>
            </a:r>
            <a:r>
              <a:rPr lang="en-IN" sz="1800" err="1">
                <a:solidFill>
                  <a:schemeClr val="tx2"/>
                </a:solidFill>
                <a:ea typeface="Calibri"/>
                <a:cs typeface="Calibri"/>
              </a:rPr>
              <a:t>CheXpert</a:t>
            </a:r>
            <a:r>
              <a:rPr lang="en-IN" sz="1800" dirty="0">
                <a:solidFill>
                  <a:schemeClr val="tx2"/>
                </a:solidFill>
                <a:ea typeface="Calibri"/>
                <a:cs typeface="Calibri"/>
              </a:rPr>
              <a:t> became a standard benchmark for chest X-ray diagnosis tasks.</a:t>
            </a:r>
            <a:endParaRPr lang="en-IN">
              <a:solidFill>
                <a:schemeClr val="tx2"/>
              </a:solidFill>
            </a:endParaRPr>
          </a:p>
          <a:p>
            <a:pPr algn="just"/>
            <a:endParaRPr lang="en-IN" sz="1800" b="1" dirty="0">
              <a:solidFill>
                <a:schemeClr val="tx2"/>
              </a:solidFill>
              <a:ea typeface="Calibri"/>
              <a:cs typeface="Calibri"/>
            </a:endParaRPr>
          </a:p>
        </p:txBody>
      </p:sp>
      <p:sp>
        <p:nvSpPr>
          <p:cNvPr id="2" name="TextBox 1">
            <a:extLst>
              <a:ext uri="{FF2B5EF4-FFF2-40B4-BE49-F238E27FC236}">
                <a16:creationId xmlns:a16="http://schemas.microsoft.com/office/drawing/2014/main" id="{1B4D1307-AF92-CC5C-CF6F-A462338B1E04}"/>
              </a:ext>
            </a:extLst>
          </p:cNvPr>
          <p:cNvSpPr txBox="1"/>
          <p:nvPr/>
        </p:nvSpPr>
        <p:spPr>
          <a:xfrm>
            <a:off x="1090893" y="115982"/>
            <a:ext cx="7752228"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500" b="1" dirty="0">
                <a:solidFill>
                  <a:srgbClr val="FFFFFF"/>
                </a:solidFill>
                <a:latin typeface="Nunito"/>
              </a:rPr>
              <a:t>Literature Review – Paper 2 </a:t>
            </a:r>
            <a:r>
              <a:rPr lang="en-IN" sz="2500" b="1" dirty="0">
                <a:solidFill>
                  <a:schemeClr val="tx2"/>
                </a:solidFill>
                <a:latin typeface="Nunito"/>
              </a:rPr>
              <a:t>– Irvin et al. (2021)</a:t>
            </a:r>
            <a:endParaRPr lang="en-US" sz="2500" dirty="0">
              <a:solidFill>
                <a:schemeClr val="tx2"/>
              </a:solidFill>
            </a:endParaRPr>
          </a:p>
        </p:txBody>
      </p:sp>
    </p:spTree>
    <p:extLst>
      <p:ext uri="{BB962C8B-B14F-4D97-AF65-F5344CB8AC3E}">
        <p14:creationId xmlns:p14="http://schemas.microsoft.com/office/powerpoint/2010/main" val="1288710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60">
          <a:extLst>
            <a:ext uri="{FF2B5EF4-FFF2-40B4-BE49-F238E27FC236}">
              <a16:creationId xmlns:a16="http://schemas.microsoft.com/office/drawing/2014/main" id="{E4E78B24-80C6-A318-BB25-E2ECAB6F0903}"/>
            </a:ext>
          </a:extLst>
        </p:cNvPr>
        <p:cNvGrpSpPr/>
        <p:nvPr/>
      </p:nvGrpSpPr>
      <p:grpSpPr>
        <a:xfrm>
          <a:off x="0" y="0"/>
          <a:ext cx="0" cy="0"/>
          <a:chOff x="0" y="0"/>
          <a:chExt cx="0" cy="0"/>
        </a:xfrm>
      </p:grpSpPr>
      <p:sp>
        <p:nvSpPr>
          <p:cNvPr id="10" name="Google Shape;2861;p65">
            <a:extLst>
              <a:ext uri="{FF2B5EF4-FFF2-40B4-BE49-F238E27FC236}">
                <a16:creationId xmlns:a16="http://schemas.microsoft.com/office/drawing/2014/main" id="{B0E3D5DE-C9FE-540D-9E0C-6937F5F95656}"/>
              </a:ext>
            </a:extLst>
          </p:cNvPr>
          <p:cNvSpPr txBox="1">
            <a:spLocks/>
          </p:cNvSpPr>
          <p:nvPr/>
        </p:nvSpPr>
        <p:spPr>
          <a:xfrm>
            <a:off x="390703" y="869099"/>
            <a:ext cx="8361958" cy="427351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2"/>
              </a:buClr>
              <a:buSzPts val="1800"/>
              <a:buFont typeface="Nunito"/>
              <a:buNone/>
              <a:defRPr sz="1600" b="0" i="0" u="none" strike="noStrike" cap="none">
                <a:solidFill>
                  <a:schemeClr val="lt2"/>
                </a:solidFill>
                <a:latin typeface="Nunito"/>
                <a:ea typeface="Nunito"/>
                <a:cs typeface="Nunito"/>
                <a:sym typeface="Nunito"/>
              </a:defRPr>
            </a:lvl1pPr>
            <a:lvl2pPr marL="914400" marR="0" lvl="1" indent="-317500" algn="l" rtl="0">
              <a:lnSpc>
                <a:spcPct val="115000"/>
              </a:lnSpc>
              <a:spcBef>
                <a:spcPts val="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2pPr>
            <a:lvl3pPr marL="1371600" marR="0" lvl="2"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3pPr>
            <a:lvl4pPr marL="1828800" marR="0" lvl="3"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4pPr>
            <a:lvl5pPr marL="2286000" marR="0" lvl="4"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5pPr>
            <a:lvl6pPr marL="2743200" marR="0" lvl="5"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6pPr>
            <a:lvl7pPr marL="3200400" marR="0" lvl="6"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7pPr>
            <a:lvl8pPr marL="3657600" marR="0" lvl="7"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8pPr>
            <a:lvl9pPr marL="4114800" marR="0" lvl="8" indent="-317500" algn="l" rtl="0">
              <a:lnSpc>
                <a:spcPct val="115000"/>
              </a:lnSpc>
              <a:spcBef>
                <a:spcPts val="1600"/>
              </a:spcBef>
              <a:spcAft>
                <a:spcPts val="1600"/>
              </a:spcAft>
              <a:buClr>
                <a:schemeClr val="lt2"/>
              </a:buClr>
              <a:buSzPts val="1400"/>
              <a:buFont typeface="Nunito"/>
              <a:buNone/>
              <a:defRPr sz="1400" b="0" i="0" u="none" strike="noStrike" cap="none">
                <a:solidFill>
                  <a:schemeClr val="lt2"/>
                </a:solidFill>
                <a:latin typeface="Nunito"/>
                <a:ea typeface="Nunito"/>
                <a:cs typeface="Nunito"/>
                <a:sym typeface="Nunito"/>
              </a:defRPr>
            </a:lvl9pPr>
          </a:lstStyle>
          <a:p>
            <a:pPr marL="114300" indent="0" algn="just"/>
            <a:r>
              <a:rPr lang="en-IN" sz="1800" b="1" dirty="0">
                <a:solidFill>
                  <a:schemeClr val="tx2"/>
                </a:solidFill>
                <a:ea typeface="Calibri"/>
                <a:cs typeface="Calibri"/>
              </a:rPr>
              <a:t>Dataset:</a:t>
            </a:r>
            <a:r>
              <a:rPr lang="en-IN" sz="1800" dirty="0">
                <a:solidFill>
                  <a:schemeClr val="tx2"/>
                </a:solidFill>
                <a:ea typeface="Calibri"/>
                <a:cs typeface="Calibri"/>
              </a:rPr>
              <a:t> 111,319 echocardiogram videos from 97,000 patients.</a:t>
            </a:r>
            <a:endParaRPr lang="en-US" dirty="0">
              <a:solidFill>
                <a:schemeClr val="tx2"/>
              </a:solidFill>
              <a:ea typeface="Calibri"/>
              <a:cs typeface="Calibri"/>
            </a:endParaRPr>
          </a:p>
          <a:p>
            <a:pPr marL="114300" indent="0" algn="just"/>
            <a:endParaRPr lang="en-IN" sz="1800" dirty="0">
              <a:solidFill>
                <a:schemeClr val="tx2"/>
              </a:solidFill>
              <a:ea typeface="Calibri"/>
              <a:cs typeface="Calibri"/>
            </a:endParaRPr>
          </a:p>
          <a:p>
            <a:pPr marL="114300" indent="0" algn="just"/>
            <a:r>
              <a:rPr lang="en-IN" sz="1800" b="1" dirty="0">
                <a:solidFill>
                  <a:schemeClr val="tx2"/>
                </a:solidFill>
                <a:ea typeface="Calibri"/>
                <a:cs typeface="Calibri"/>
              </a:rPr>
              <a:t>Performance:</a:t>
            </a:r>
            <a:endParaRPr lang="en-IN" dirty="0">
              <a:solidFill>
                <a:schemeClr val="tx2"/>
              </a:solidFill>
            </a:endParaRPr>
          </a:p>
          <a:p>
            <a:pPr marL="596900" lvl="1" indent="0" algn="just">
              <a:lnSpc>
                <a:spcPct val="114999"/>
              </a:lnSpc>
              <a:buSzPts val="1800"/>
            </a:pPr>
            <a:r>
              <a:rPr lang="en-IN" sz="1800" dirty="0">
                <a:solidFill>
                  <a:schemeClr val="tx2"/>
                </a:solidFill>
                <a:ea typeface="Calibri"/>
                <a:cs typeface="Calibri"/>
              </a:rPr>
              <a:t>Video-based CNN.</a:t>
            </a:r>
            <a:endParaRPr lang="en-IN" dirty="0">
              <a:solidFill>
                <a:schemeClr val="tx2"/>
              </a:solidFill>
            </a:endParaRPr>
          </a:p>
          <a:p>
            <a:pPr marL="596900" lvl="1" indent="0" algn="just">
              <a:lnSpc>
                <a:spcPct val="114999"/>
              </a:lnSpc>
              <a:buSzPts val="1800"/>
            </a:pPr>
            <a:r>
              <a:rPr lang="en-IN" sz="1800" dirty="0">
                <a:solidFill>
                  <a:schemeClr val="tx2"/>
                </a:solidFill>
                <a:ea typeface="Calibri"/>
                <a:cs typeface="Calibri"/>
              </a:rPr>
              <a:t>AUC ~0.96 for AF detection during sinus rhythm.</a:t>
            </a:r>
            <a:endParaRPr lang="en-IN" dirty="0">
              <a:solidFill>
                <a:schemeClr val="tx2"/>
              </a:solidFill>
            </a:endParaRPr>
          </a:p>
          <a:p>
            <a:pPr marL="596900" lvl="1" indent="0" algn="just">
              <a:lnSpc>
                <a:spcPct val="114999"/>
              </a:lnSpc>
              <a:buSzPts val="1800"/>
            </a:pPr>
            <a:r>
              <a:rPr lang="en-IN" sz="1800" dirty="0">
                <a:solidFill>
                  <a:schemeClr val="tx2"/>
                </a:solidFill>
                <a:ea typeface="Calibri"/>
                <a:cs typeface="Calibri"/>
              </a:rPr>
              <a:t>Outperformed traditional risk factor models.</a:t>
            </a:r>
            <a:endParaRPr lang="en-IN" dirty="0">
              <a:solidFill>
                <a:schemeClr val="tx2"/>
              </a:solidFill>
            </a:endParaRPr>
          </a:p>
          <a:p>
            <a:pPr algn="just">
              <a:buFont typeface="Arial"/>
              <a:buChar char="•"/>
            </a:pPr>
            <a:endParaRPr lang="en-IN" sz="1800" b="1" dirty="0">
              <a:solidFill>
                <a:schemeClr val="tx2"/>
              </a:solidFill>
              <a:ea typeface="Calibri"/>
              <a:cs typeface="Calibri"/>
            </a:endParaRPr>
          </a:p>
          <a:p>
            <a:pPr marL="114300" indent="0" algn="just"/>
            <a:r>
              <a:rPr lang="en-IN" sz="1800" b="1" dirty="0">
                <a:solidFill>
                  <a:schemeClr val="tx2"/>
                </a:solidFill>
                <a:ea typeface="Calibri"/>
                <a:cs typeface="Calibri"/>
              </a:rPr>
              <a:t>Strengths:</a:t>
            </a:r>
            <a:r>
              <a:rPr lang="en-IN" sz="1800" dirty="0">
                <a:solidFill>
                  <a:schemeClr val="tx2"/>
                </a:solidFill>
                <a:ea typeface="Calibri"/>
                <a:cs typeface="Calibri"/>
              </a:rPr>
              <a:t> Identifies hidden AF risk from routine echo videos; potential to reduce undiagnosed AF cases.</a:t>
            </a:r>
            <a:endParaRPr lang="en-IN" dirty="0">
              <a:solidFill>
                <a:schemeClr val="tx2"/>
              </a:solidFill>
            </a:endParaRPr>
          </a:p>
          <a:p>
            <a:pPr marL="114300" indent="0" algn="just"/>
            <a:endParaRPr lang="en-IN" sz="1800" b="1" dirty="0">
              <a:solidFill>
                <a:schemeClr val="tx2"/>
              </a:solidFill>
              <a:ea typeface="Calibri"/>
              <a:cs typeface="Calibri"/>
            </a:endParaRPr>
          </a:p>
          <a:p>
            <a:pPr marL="114300" indent="0" algn="just">
              <a:buFont typeface="Arial"/>
            </a:pPr>
            <a:r>
              <a:rPr lang="en-IN" sz="1800" b="1" dirty="0">
                <a:solidFill>
                  <a:schemeClr val="tx2"/>
                </a:solidFill>
                <a:ea typeface="Calibri"/>
                <a:cs typeface="Calibri"/>
              </a:rPr>
              <a:t>Limitations:</a:t>
            </a:r>
            <a:r>
              <a:rPr lang="en-IN" sz="1800" dirty="0">
                <a:solidFill>
                  <a:schemeClr val="tx2"/>
                </a:solidFill>
                <a:ea typeface="Calibri"/>
                <a:cs typeface="Calibri"/>
              </a:rPr>
              <a:t> Lower positive predictive value (PPV); model relies on high-quality echo views; single-</a:t>
            </a:r>
            <a:r>
              <a:rPr lang="en-IN" sz="1800" dirty="0" err="1">
                <a:solidFill>
                  <a:schemeClr val="tx2"/>
                </a:solidFill>
                <a:ea typeface="Calibri"/>
                <a:cs typeface="Calibri"/>
              </a:rPr>
              <a:t>center</a:t>
            </a:r>
            <a:r>
              <a:rPr lang="en-IN" sz="1800" dirty="0">
                <a:solidFill>
                  <a:schemeClr val="tx2"/>
                </a:solidFill>
                <a:ea typeface="Calibri"/>
                <a:cs typeface="Calibri"/>
              </a:rPr>
              <a:t> dataset.</a:t>
            </a:r>
            <a:endParaRPr lang="en-IN" dirty="0">
              <a:solidFill>
                <a:schemeClr val="tx2"/>
              </a:solidFill>
            </a:endParaRPr>
          </a:p>
          <a:p>
            <a:pPr marL="114300" indent="0" algn="just"/>
            <a:endParaRPr lang="en-IN" sz="1800" b="1" dirty="0">
              <a:solidFill>
                <a:schemeClr val="tx2"/>
              </a:solidFill>
              <a:ea typeface="Calibri"/>
              <a:cs typeface="Calibri"/>
            </a:endParaRPr>
          </a:p>
          <a:p>
            <a:pPr marL="114300" indent="0" algn="just"/>
            <a:r>
              <a:rPr lang="en-IN" sz="1800" b="1" dirty="0">
                <a:solidFill>
                  <a:schemeClr val="tx2"/>
                </a:solidFill>
                <a:ea typeface="Calibri"/>
                <a:cs typeface="Calibri"/>
              </a:rPr>
              <a:t>Conclusion:</a:t>
            </a:r>
            <a:r>
              <a:rPr lang="en-IN" sz="1800" dirty="0">
                <a:solidFill>
                  <a:schemeClr val="tx2"/>
                </a:solidFill>
                <a:ea typeface="Calibri"/>
                <a:cs typeface="Calibri"/>
              </a:rPr>
              <a:t> Deep learning on echo videos can uncover hidden AF, showing promise for preventive cardiovascular screening.</a:t>
            </a:r>
            <a:endParaRPr lang="en-IN" dirty="0">
              <a:solidFill>
                <a:schemeClr val="tx2"/>
              </a:solidFill>
            </a:endParaRPr>
          </a:p>
          <a:p>
            <a:pPr marL="285750" indent="-285750" algn="just">
              <a:buFont typeface="Arial"/>
              <a:buChar char="•"/>
            </a:pPr>
            <a:endParaRPr lang="en-IN" sz="1800" dirty="0">
              <a:solidFill>
                <a:schemeClr val="tx2"/>
              </a:solidFill>
              <a:ea typeface="Calibri"/>
              <a:cs typeface="Calibri"/>
            </a:endParaRPr>
          </a:p>
        </p:txBody>
      </p:sp>
      <p:sp>
        <p:nvSpPr>
          <p:cNvPr id="2" name="TextBox 1">
            <a:extLst>
              <a:ext uri="{FF2B5EF4-FFF2-40B4-BE49-F238E27FC236}">
                <a16:creationId xmlns:a16="http://schemas.microsoft.com/office/drawing/2014/main" id="{6EA4EDAA-EA53-0C6C-77C2-7896C1043979}"/>
              </a:ext>
            </a:extLst>
          </p:cNvPr>
          <p:cNvSpPr txBox="1"/>
          <p:nvPr/>
        </p:nvSpPr>
        <p:spPr>
          <a:xfrm>
            <a:off x="561415" y="183217"/>
            <a:ext cx="8206066"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500" b="1" dirty="0">
                <a:solidFill>
                  <a:srgbClr val="FFFFFF"/>
                </a:solidFill>
                <a:latin typeface="Nunito"/>
              </a:rPr>
              <a:t>Literature Review – Paper 3 </a:t>
            </a:r>
            <a:r>
              <a:rPr lang="en-IN" sz="2500" b="1" dirty="0">
                <a:solidFill>
                  <a:schemeClr val="tx2"/>
                </a:solidFill>
                <a:latin typeface="Nunito"/>
              </a:rPr>
              <a:t>– </a:t>
            </a:r>
            <a:r>
              <a:rPr lang="en-IN" sz="2500" b="1" dirty="0">
                <a:solidFill>
                  <a:schemeClr val="tx2"/>
                </a:solidFill>
              </a:rPr>
              <a:t>AF Echo Study (2023)</a:t>
            </a:r>
            <a:endParaRPr lang="en-US" sz="2500" b="1">
              <a:solidFill>
                <a:schemeClr val="tx2"/>
              </a:solidFill>
            </a:endParaRPr>
          </a:p>
        </p:txBody>
      </p:sp>
    </p:spTree>
    <p:extLst>
      <p:ext uri="{BB962C8B-B14F-4D97-AF65-F5344CB8AC3E}">
        <p14:creationId xmlns:p14="http://schemas.microsoft.com/office/powerpoint/2010/main" val="3515264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60">
          <a:extLst>
            <a:ext uri="{FF2B5EF4-FFF2-40B4-BE49-F238E27FC236}">
              <a16:creationId xmlns:a16="http://schemas.microsoft.com/office/drawing/2014/main" id="{5D7AEF2E-D5F1-39B9-A974-697AD18205F4}"/>
            </a:ext>
          </a:extLst>
        </p:cNvPr>
        <p:cNvGrpSpPr/>
        <p:nvPr/>
      </p:nvGrpSpPr>
      <p:grpSpPr>
        <a:xfrm>
          <a:off x="0" y="0"/>
          <a:ext cx="0" cy="0"/>
          <a:chOff x="0" y="0"/>
          <a:chExt cx="0" cy="0"/>
        </a:xfrm>
      </p:grpSpPr>
      <p:sp>
        <p:nvSpPr>
          <p:cNvPr id="2861" name="Google Shape;2861;p65">
            <a:extLst>
              <a:ext uri="{FF2B5EF4-FFF2-40B4-BE49-F238E27FC236}">
                <a16:creationId xmlns:a16="http://schemas.microsoft.com/office/drawing/2014/main" id="{2329F7B9-D14C-E432-C2CA-64C2C9474267}"/>
              </a:ext>
            </a:extLst>
          </p:cNvPr>
          <p:cNvSpPr txBox="1">
            <a:spLocks noGrp="1"/>
          </p:cNvSpPr>
          <p:nvPr>
            <p:ph type="subTitle" idx="4294967295"/>
          </p:nvPr>
        </p:nvSpPr>
        <p:spPr>
          <a:xfrm>
            <a:off x="43865" y="886792"/>
            <a:ext cx="9050113" cy="4255409"/>
          </a:xfrm>
          <a:prstGeom prst="rect">
            <a:avLst/>
          </a:prstGeom>
        </p:spPr>
        <p:txBody>
          <a:bodyPr spcFirstLastPara="1" wrap="square" lIns="91425" tIns="91425" rIns="91425" bIns="91425" anchor="ctr" anchorCtr="0">
            <a:noAutofit/>
          </a:bodyPr>
          <a:lstStyle/>
          <a:p>
            <a:pPr marL="0" indent="0" algn="just">
              <a:lnSpc>
                <a:spcPct val="114999"/>
              </a:lnSpc>
              <a:buNone/>
            </a:pPr>
            <a:r>
              <a:rPr lang="en-IN" sz="1700" dirty="0">
                <a:solidFill>
                  <a:schemeClr val="tx2"/>
                </a:solidFill>
                <a:ea typeface="Calibri"/>
                <a:cs typeface="Calibri"/>
              </a:rPr>
              <a:t>Ouyang D, He B, Ghorbani A, Yuan N, Ebinger J, Langlotz CP, Heidenreich P, Harrington RA, Liang DH, Ashley EA, Zou JY. Video-based AI for beat-to-beat assessment of cardiac function. </a:t>
            </a:r>
            <a:r>
              <a:rPr lang="en-IN" sz="1700" i="1" dirty="0">
                <a:solidFill>
                  <a:schemeClr val="tx2"/>
                </a:solidFill>
                <a:ea typeface="Calibri"/>
                <a:cs typeface="Calibri"/>
              </a:rPr>
              <a:t>Nat Biomed Eng.</a:t>
            </a:r>
            <a:r>
              <a:rPr lang="en-IN" sz="1700" dirty="0">
                <a:solidFill>
                  <a:schemeClr val="tx2"/>
                </a:solidFill>
                <a:ea typeface="Calibri"/>
                <a:cs typeface="Calibri"/>
              </a:rPr>
              <a:t> 2020 Oct;4(10):980-989. </a:t>
            </a:r>
            <a:r>
              <a:rPr lang="en-IN" sz="1700" err="1">
                <a:solidFill>
                  <a:schemeClr val="tx2"/>
                </a:solidFill>
                <a:ea typeface="Calibri"/>
                <a:cs typeface="Calibri"/>
              </a:rPr>
              <a:t>doi</a:t>
            </a:r>
            <a:r>
              <a:rPr lang="en-IN" sz="1700" dirty="0">
                <a:solidFill>
                  <a:schemeClr val="tx2"/>
                </a:solidFill>
                <a:ea typeface="Calibri"/>
                <a:cs typeface="Calibri"/>
              </a:rPr>
              <a:t>: 10.1038/s41551-020-00696-1. PMID: 32929269.</a:t>
            </a:r>
            <a:endParaRPr lang="en-US" sz="1700" dirty="0">
              <a:solidFill>
                <a:schemeClr val="tx2"/>
              </a:solidFill>
            </a:endParaRPr>
          </a:p>
          <a:p>
            <a:pPr marL="0" indent="0" algn="just">
              <a:lnSpc>
                <a:spcPct val="114999"/>
              </a:lnSpc>
              <a:buNone/>
            </a:pPr>
            <a:endParaRPr lang="en-IN" sz="1700" dirty="0">
              <a:solidFill>
                <a:schemeClr val="tx2"/>
              </a:solidFill>
              <a:ea typeface="Calibri"/>
              <a:cs typeface="Calibri"/>
            </a:endParaRPr>
          </a:p>
          <a:p>
            <a:pPr marL="0" indent="0" algn="just">
              <a:lnSpc>
                <a:spcPct val="114999"/>
              </a:lnSpc>
              <a:buNone/>
            </a:pPr>
            <a:r>
              <a:rPr lang="en-IN" sz="1700" dirty="0">
                <a:solidFill>
                  <a:schemeClr val="tx2"/>
                </a:solidFill>
                <a:ea typeface="Calibri"/>
                <a:cs typeface="Calibri"/>
              </a:rPr>
              <a:t>Irvin J, </a:t>
            </a:r>
            <a:r>
              <a:rPr lang="en-IN" sz="1700" err="1">
                <a:solidFill>
                  <a:schemeClr val="tx2"/>
                </a:solidFill>
                <a:ea typeface="Calibri"/>
                <a:cs typeface="Calibri"/>
              </a:rPr>
              <a:t>Rajpurkar</a:t>
            </a:r>
            <a:r>
              <a:rPr lang="en-IN" sz="1700" dirty="0">
                <a:solidFill>
                  <a:schemeClr val="tx2"/>
                </a:solidFill>
                <a:ea typeface="Calibri"/>
                <a:cs typeface="Calibri"/>
              </a:rPr>
              <a:t> P, Ko M, Yu Y, Ciurea-Ilcus S, Chute C, Marklund H, </a:t>
            </a:r>
            <a:r>
              <a:rPr lang="en-IN" sz="1700" err="1">
                <a:solidFill>
                  <a:schemeClr val="tx2"/>
                </a:solidFill>
                <a:ea typeface="Calibri"/>
                <a:cs typeface="Calibri"/>
              </a:rPr>
              <a:t>Haghgoo</a:t>
            </a:r>
            <a:r>
              <a:rPr lang="en-IN" sz="1700" dirty="0">
                <a:solidFill>
                  <a:schemeClr val="tx2"/>
                </a:solidFill>
                <a:ea typeface="Calibri"/>
                <a:cs typeface="Calibri"/>
              </a:rPr>
              <a:t> B, Ball RL, </a:t>
            </a:r>
            <a:r>
              <a:rPr lang="en-IN" sz="1700" err="1">
                <a:solidFill>
                  <a:schemeClr val="tx2"/>
                </a:solidFill>
                <a:ea typeface="Calibri"/>
                <a:cs typeface="Calibri"/>
              </a:rPr>
              <a:t>Shpanskaya</a:t>
            </a:r>
            <a:r>
              <a:rPr lang="en-IN" sz="1700" dirty="0">
                <a:solidFill>
                  <a:schemeClr val="tx2"/>
                </a:solidFill>
                <a:ea typeface="Calibri"/>
                <a:cs typeface="Calibri"/>
              </a:rPr>
              <a:t> K, Seekins J, Mong DA, Halabi SS, Sandberg JK, Jones R, Larson DB, Langlotz CP, Patel BN, Lungren MP, Ng AY. </a:t>
            </a:r>
            <a:r>
              <a:rPr lang="en-IN" sz="1700" err="1">
                <a:solidFill>
                  <a:schemeClr val="tx2"/>
                </a:solidFill>
                <a:ea typeface="Calibri"/>
                <a:cs typeface="Calibri"/>
              </a:rPr>
              <a:t>CheXpert</a:t>
            </a:r>
            <a:r>
              <a:rPr lang="en-IN" sz="1700" dirty="0">
                <a:solidFill>
                  <a:schemeClr val="tx2"/>
                </a:solidFill>
                <a:ea typeface="Calibri"/>
                <a:cs typeface="Calibri"/>
              </a:rPr>
              <a:t>: A Large Chest Radiograph Dataset with Uncertainty Labels and Expert Comparison. </a:t>
            </a:r>
            <a:r>
              <a:rPr lang="en-IN" sz="1700" i="1" dirty="0">
                <a:solidFill>
                  <a:schemeClr val="tx2"/>
                </a:solidFill>
                <a:ea typeface="Calibri"/>
                <a:cs typeface="Calibri"/>
              </a:rPr>
              <a:t>AAAI Conference on Artificial Intelligence.</a:t>
            </a:r>
            <a:r>
              <a:rPr lang="en-IN" sz="1700" dirty="0">
                <a:solidFill>
                  <a:schemeClr val="tx2"/>
                </a:solidFill>
                <a:ea typeface="Calibri"/>
                <a:cs typeface="Calibri"/>
              </a:rPr>
              <a:t> 2019. arXiv:1901.07031. </a:t>
            </a:r>
            <a:r>
              <a:rPr lang="en-IN" sz="1700" dirty="0">
                <a:solidFill>
                  <a:schemeClr val="tx2"/>
                </a:solidFill>
                <a:ea typeface="Calibri"/>
                <a:cs typeface="Calibri"/>
                <a:hlinkClick r:id="rId3">
                  <a:extLst>
                    <a:ext uri="{A12FA001-AC4F-418D-AE19-62706E023703}">
                      <ahyp:hlinkClr xmlns:ahyp="http://schemas.microsoft.com/office/drawing/2018/hyperlinkcolor" val="tx"/>
                    </a:ext>
                  </a:extLst>
                </a:hlinkClick>
              </a:rPr>
              <a:t>https://arxiv.org/abs/1901.07031</a:t>
            </a:r>
            <a:endParaRPr lang="en-IN" sz="1700">
              <a:solidFill>
                <a:schemeClr val="tx2"/>
              </a:solidFill>
            </a:endParaRPr>
          </a:p>
          <a:p>
            <a:pPr marL="0" indent="0" algn="just">
              <a:lnSpc>
                <a:spcPct val="114999"/>
              </a:lnSpc>
              <a:buNone/>
            </a:pPr>
            <a:endParaRPr lang="en-IN" sz="1700" dirty="0">
              <a:solidFill>
                <a:schemeClr val="tx2"/>
              </a:solidFill>
              <a:ea typeface="Calibri"/>
              <a:cs typeface="Calibri"/>
            </a:endParaRPr>
          </a:p>
          <a:p>
            <a:pPr marL="0" indent="0" algn="just">
              <a:lnSpc>
                <a:spcPct val="114999"/>
              </a:lnSpc>
              <a:buNone/>
            </a:pPr>
            <a:r>
              <a:rPr lang="en-IN" sz="1700" dirty="0">
                <a:solidFill>
                  <a:schemeClr val="tx2"/>
                </a:solidFill>
                <a:ea typeface="Calibri"/>
                <a:cs typeface="Calibri"/>
              </a:rPr>
              <a:t>Raghunath S, et al. Prediction of occult atrial fibrillation from echocardiography videos using deep learning. </a:t>
            </a:r>
            <a:r>
              <a:rPr lang="en-IN" sz="1700" i="1" err="1">
                <a:solidFill>
                  <a:schemeClr val="tx2"/>
                </a:solidFill>
                <a:ea typeface="Calibri"/>
                <a:cs typeface="Calibri"/>
              </a:rPr>
              <a:t>medRxiv</a:t>
            </a:r>
            <a:r>
              <a:rPr lang="en-IN" sz="1700" i="1" dirty="0">
                <a:solidFill>
                  <a:schemeClr val="tx2"/>
                </a:solidFill>
                <a:ea typeface="Calibri"/>
                <a:cs typeface="Calibri"/>
              </a:rPr>
              <a:t>.</a:t>
            </a:r>
            <a:r>
              <a:rPr lang="en-IN" sz="1700" dirty="0">
                <a:solidFill>
                  <a:schemeClr val="tx2"/>
                </a:solidFill>
                <a:ea typeface="Calibri"/>
                <a:cs typeface="Calibri"/>
              </a:rPr>
              <a:t> 2023 May 1. </a:t>
            </a:r>
            <a:r>
              <a:rPr lang="en-IN" sz="1700" err="1">
                <a:solidFill>
                  <a:schemeClr val="tx2"/>
                </a:solidFill>
                <a:ea typeface="Calibri"/>
                <a:cs typeface="Calibri"/>
              </a:rPr>
              <a:t>doi</a:t>
            </a:r>
            <a:r>
              <a:rPr lang="en-IN" sz="1700" dirty="0">
                <a:solidFill>
                  <a:schemeClr val="tx2"/>
                </a:solidFill>
                <a:ea typeface="Calibri"/>
                <a:cs typeface="Calibri"/>
              </a:rPr>
              <a:t>: 10.1101/2023.05.01.23289045. </a:t>
            </a:r>
            <a:r>
              <a:rPr lang="en-IN" sz="1700" dirty="0">
                <a:solidFill>
                  <a:schemeClr val="tx2"/>
                </a:solidFill>
                <a:ea typeface="Calibri"/>
                <a:cs typeface="Calibri"/>
                <a:hlinkClick r:id="rId4">
                  <a:extLst>
                    <a:ext uri="{A12FA001-AC4F-418D-AE19-62706E023703}">
                      <ahyp:hlinkClr xmlns:ahyp="http://schemas.microsoft.com/office/drawing/2018/hyperlinkcolor" val="tx"/>
                    </a:ext>
                  </a:extLst>
                </a:hlinkClick>
              </a:rPr>
              <a:t>https://doi.org/10.1101/2023.05.01.23289045</a:t>
            </a:r>
            <a:endParaRPr lang="en-IN" sz="1700">
              <a:solidFill>
                <a:schemeClr val="tx2"/>
              </a:solidFill>
            </a:endParaRPr>
          </a:p>
          <a:p>
            <a:pPr marL="0" indent="0" algn="just">
              <a:lnSpc>
                <a:spcPct val="114999"/>
              </a:lnSpc>
              <a:buNone/>
            </a:pPr>
            <a:endParaRPr lang="en-IN" sz="1700" dirty="0">
              <a:solidFill>
                <a:schemeClr val="tx2"/>
              </a:solidFill>
              <a:ea typeface="Calibri"/>
              <a:cs typeface="Calibri"/>
            </a:endParaRPr>
          </a:p>
        </p:txBody>
      </p:sp>
      <p:sp>
        <p:nvSpPr>
          <p:cNvPr id="2862" name="Google Shape;2862;p65">
            <a:extLst>
              <a:ext uri="{FF2B5EF4-FFF2-40B4-BE49-F238E27FC236}">
                <a16:creationId xmlns:a16="http://schemas.microsoft.com/office/drawing/2014/main" id="{7AFE2E0C-7646-CF8F-55F3-6E1A120DBD4E}"/>
              </a:ext>
            </a:extLst>
          </p:cNvPr>
          <p:cNvSpPr txBox="1">
            <a:spLocks noGrp="1"/>
          </p:cNvSpPr>
          <p:nvPr>
            <p:ph type="title" idx="4294967295"/>
          </p:nvPr>
        </p:nvSpPr>
        <p:spPr>
          <a:xfrm>
            <a:off x="3055720" y="-17009"/>
            <a:ext cx="3028614" cy="906463"/>
          </a:xfrm>
          <a:prstGeom prst="rect">
            <a:avLst/>
          </a:prstGeom>
        </p:spPr>
        <p:txBody>
          <a:bodyPr spcFirstLastPara="1" wrap="square" lIns="91425" tIns="91425" rIns="91425" bIns="91425" anchor="ctr" anchorCtr="0">
            <a:noAutofit/>
          </a:bodyPr>
          <a:lstStyle/>
          <a:p>
            <a:pPr algn="just"/>
            <a:r>
              <a:rPr lang="en" sz="4500" dirty="0">
                <a:solidFill>
                  <a:srgbClr val="FFFFFF"/>
                </a:solidFill>
                <a:ea typeface="Calibri"/>
                <a:cs typeface="Calibri"/>
              </a:rPr>
              <a:t>References</a:t>
            </a:r>
            <a:endParaRPr lang="en-US" dirty="0"/>
          </a:p>
        </p:txBody>
      </p:sp>
    </p:spTree>
    <p:extLst>
      <p:ext uri="{BB962C8B-B14F-4D97-AF65-F5344CB8AC3E}">
        <p14:creationId xmlns:p14="http://schemas.microsoft.com/office/powerpoint/2010/main" val="1609056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60">
          <a:extLst>
            <a:ext uri="{FF2B5EF4-FFF2-40B4-BE49-F238E27FC236}">
              <a16:creationId xmlns:a16="http://schemas.microsoft.com/office/drawing/2014/main" id="{1E6F8640-D59D-57A9-F1AA-419595C6B1FE}"/>
            </a:ext>
          </a:extLst>
        </p:cNvPr>
        <p:cNvGrpSpPr/>
        <p:nvPr/>
      </p:nvGrpSpPr>
      <p:grpSpPr>
        <a:xfrm>
          <a:off x="0" y="0"/>
          <a:ext cx="0" cy="0"/>
          <a:chOff x="0" y="0"/>
          <a:chExt cx="0" cy="0"/>
        </a:xfrm>
      </p:grpSpPr>
      <p:sp>
        <p:nvSpPr>
          <p:cNvPr id="2862" name="Google Shape;2862;p65">
            <a:extLst>
              <a:ext uri="{FF2B5EF4-FFF2-40B4-BE49-F238E27FC236}">
                <a16:creationId xmlns:a16="http://schemas.microsoft.com/office/drawing/2014/main" id="{14EBA0E7-AD46-72DD-C46A-BE6CB510E770}"/>
              </a:ext>
            </a:extLst>
          </p:cNvPr>
          <p:cNvSpPr txBox="1">
            <a:spLocks noGrp="1"/>
          </p:cNvSpPr>
          <p:nvPr>
            <p:ph type="title" idx="4294967295"/>
          </p:nvPr>
        </p:nvSpPr>
        <p:spPr>
          <a:xfrm>
            <a:off x="2037981" y="249169"/>
            <a:ext cx="5565134" cy="890806"/>
          </a:xfrm>
          <a:prstGeom prst="rect">
            <a:avLst/>
          </a:prstGeom>
        </p:spPr>
        <p:txBody>
          <a:bodyPr spcFirstLastPara="1" wrap="square" lIns="91425" tIns="91425" rIns="91425" bIns="91425" anchor="ctr" anchorCtr="0">
            <a:noAutofit/>
          </a:bodyPr>
          <a:lstStyle/>
          <a:p>
            <a:pPr algn="just"/>
            <a:r>
              <a:rPr lang="en" sz="4500" dirty="0">
                <a:solidFill>
                  <a:srgbClr val="FFFFFF"/>
                </a:solidFill>
                <a:ea typeface="Calibri"/>
                <a:cs typeface="Calibri"/>
              </a:rPr>
              <a:t>System Flow Chart </a:t>
            </a:r>
            <a:endParaRPr lang="en-US" dirty="0"/>
          </a:p>
        </p:txBody>
      </p:sp>
      <p:graphicFrame>
        <p:nvGraphicFramePr>
          <p:cNvPr id="2" name="Diagram 1">
            <a:extLst>
              <a:ext uri="{FF2B5EF4-FFF2-40B4-BE49-F238E27FC236}">
                <a16:creationId xmlns:a16="http://schemas.microsoft.com/office/drawing/2014/main" id="{477FF85A-1DCC-E461-34E7-62DBB32FA164}"/>
              </a:ext>
            </a:extLst>
          </p:cNvPr>
          <p:cNvGraphicFramePr/>
          <p:nvPr>
            <p:extLst>
              <p:ext uri="{D42A27DB-BD31-4B8C-83A1-F6EECF244321}">
                <p14:modId xmlns:p14="http://schemas.microsoft.com/office/powerpoint/2010/main" val="1952843985"/>
              </p:ext>
            </p:extLst>
          </p:nvPr>
        </p:nvGraphicFramePr>
        <p:xfrm>
          <a:off x="1291746" y="1142217"/>
          <a:ext cx="6568335" cy="3657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3300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518"/>
        <p:cNvGrpSpPr/>
        <p:nvPr/>
      </p:nvGrpSpPr>
      <p:grpSpPr>
        <a:xfrm>
          <a:off x="0" y="0"/>
          <a:ext cx="0" cy="0"/>
          <a:chOff x="0" y="0"/>
          <a:chExt cx="0" cy="0"/>
        </a:xfrm>
      </p:grpSpPr>
      <p:sp>
        <p:nvSpPr>
          <p:cNvPr id="4519" name="Google Shape;4519;p95"/>
          <p:cNvSpPr txBox="1">
            <a:spLocks noGrp="1"/>
          </p:cNvSpPr>
          <p:nvPr>
            <p:ph type="title" idx="4294967295"/>
          </p:nvPr>
        </p:nvSpPr>
        <p:spPr>
          <a:xfrm>
            <a:off x="853336" y="211246"/>
            <a:ext cx="7718425" cy="477838"/>
          </a:xfrm>
          <a:prstGeom prst="rect">
            <a:avLst/>
          </a:prstGeom>
        </p:spPr>
        <p:txBody>
          <a:bodyPr spcFirstLastPara="1" wrap="square" lIns="91425" tIns="91425" rIns="91425" bIns="91425" anchor="ctr" anchorCtr="0">
            <a:noAutofit/>
          </a:bodyPr>
          <a:lstStyle/>
          <a:p>
            <a:r>
              <a:rPr lang="en" sz="4500" dirty="0"/>
              <a:t>Conclusion</a:t>
            </a:r>
            <a:endParaRPr lang="en-US" dirty="0"/>
          </a:p>
        </p:txBody>
      </p:sp>
      <p:sp>
        <p:nvSpPr>
          <p:cNvPr id="4520" name="Google Shape;4520;p95"/>
          <p:cNvSpPr txBox="1"/>
          <p:nvPr/>
        </p:nvSpPr>
        <p:spPr>
          <a:xfrm>
            <a:off x="587964" y="826797"/>
            <a:ext cx="8241209" cy="4115680"/>
          </a:xfrm>
          <a:prstGeom prst="rect">
            <a:avLst/>
          </a:prstGeom>
          <a:noFill/>
          <a:ln>
            <a:noFill/>
          </a:ln>
        </p:spPr>
        <p:txBody>
          <a:bodyPr spcFirstLastPara="1" wrap="square" lIns="91425" tIns="91425" rIns="91425" bIns="91425" anchor="ctr" anchorCtr="0">
            <a:noAutofit/>
          </a:bodyPr>
          <a:lstStyle/>
          <a:p>
            <a:pPr algn="just"/>
            <a:r>
              <a:rPr lang="en" sz="1800" dirty="0">
                <a:solidFill>
                  <a:schemeClr val="tx2"/>
                </a:solidFill>
              </a:rPr>
              <a:t>Deep learning (CNNs) effectively analyzes echocardiogram and chest X-ray images for early cardiovascular disorder detection. Models (2020–2025) achieve clinician-level accuracy in EF estimation, chest pathology, and AF prediction.</a:t>
            </a:r>
            <a:endParaRPr lang="en-US" dirty="0">
              <a:solidFill>
                <a:schemeClr val="tx2"/>
              </a:solidFill>
            </a:endParaRPr>
          </a:p>
          <a:p>
            <a:pPr algn="just"/>
            <a:endParaRPr lang="en" sz="1800" dirty="0">
              <a:solidFill>
                <a:schemeClr val="tx2"/>
              </a:solidFill>
            </a:endParaRPr>
          </a:p>
          <a:p>
            <a:pPr algn="just"/>
            <a:r>
              <a:rPr lang="en" sz="1800" dirty="0">
                <a:solidFill>
                  <a:schemeClr val="tx2"/>
                </a:solidFill>
                <a:latin typeface="Nunito"/>
              </a:rPr>
              <a:t>Key advantages: automation reduces manual error, supports timely diagnosis, and provides decision support for healthcare professionals.</a:t>
            </a:r>
            <a:endParaRPr lang="en-US" sz="1800">
              <a:solidFill>
                <a:schemeClr val="tx2"/>
              </a:solidFill>
              <a:latin typeface="Nunito"/>
            </a:endParaRPr>
          </a:p>
          <a:p>
            <a:pPr algn="just"/>
            <a:endParaRPr lang="en" sz="1800" dirty="0">
              <a:solidFill>
                <a:schemeClr val="tx2"/>
              </a:solidFill>
              <a:latin typeface="Nunito"/>
            </a:endParaRPr>
          </a:p>
          <a:p>
            <a:pPr algn="just"/>
            <a:r>
              <a:rPr lang="en" sz="1800" dirty="0">
                <a:solidFill>
                  <a:schemeClr val="tx2"/>
                </a:solidFill>
                <a:latin typeface="Nunito"/>
              </a:rPr>
              <a:t>Limitations: generalization to diverse patient populations, need for large annotated datasets, interpretability challenges, and risk of overfitting.</a:t>
            </a:r>
            <a:endParaRPr lang="en-US" sz="1800">
              <a:solidFill>
                <a:schemeClr val="tx2"/>
              </a:solidFill>
              <a:latin typeface="Nunito"/>
            </a:endParaRPr>
          </a:p>
          <a:p>
            <a:pPr algn="just"/>
            <a:endParaRPr lang="en" sz="1800" dirty="0">
              <a:solidFill>
                <a:schemeClr val="tx2"/>
              </a:solidFill>
              <a:latin typeface="Nunito"/>
            </a:endParaRPr>
          </a:p>
          <a:p>
            <a:pPr algn="just"/>
            <a:r>
              <a:rPr lang="en" sz="1800" dirty="0">
                <a:solidFill>
                  <a:schemeClr val="tx2"/>
                </a:solidFill>
                <a:latin typeface="Nunito"/>
              </a:rPr>
              <a:t>Overall, integrating AI-driven imaging analysis can accelerate preventive cardiology, improve patient outcomes, and assist clinicians in reliable decision-making.</a:t>
            </a:r>
            <a:endParaRPr lang="en-US" sz="1800">
              <a:solidFill>
                <a:schemeClr val="tx2"/>
              </a:solidFill>
              <a:latin typeface="Nunito"/>
            </a:endParaRPr>
          </a:p>
          <a:p>
            <a:pPr algn="just"/>
            <a:endParaRPr lang="en" sz="1800" dirty="0">
              <a:solidFill>
                <a:schemeClr val="tx2"/>
              </a:solidFill>
              <a:latin typeface="Nuni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92"/>
        <p:cNvGrpSpPr/>
        <p:nvPr/>
      </p:nvGrpSpPr>
      <p:grpSpPr>
        <a:xfrm>
          <a:off x="0" y="0"/>
          <a:ext cx="0" cy="0"/>
          <a:chOff x="0" y="0"/>
          <a:chExt cx="0" cy="0"/>
        </a:xfrm>
      </p:grpSpPr>
      <p:sp>
        <p:nvSpPr>
          <p:cNvPr id="5393" name="Google Shape;5393;p99"/>
          <p:cNvSpPr/>
          <p:nvPr/>
        </p:nvSpPr>
        <p:spPr>
          <a:xfrm>
            <a:off x="2693735" y="768901"/>
            <a:ext cx="3984452" cy="3380928"/>
          </a:xfrm>
          <a:custGeom>
            <a:avLst/>
            <a:gdLst/>
            <a:ahLst/>
            <a:cxnLst/>
            <a:rect l="l" t="t" r="r" b="b"/>
            <a:pathLst>
              <a:path w="223563" h="189700" extrusionOk="0">
                <a:moveTo>
                  <a:pt x="92352" y="0"/>
                </a:moveTo>
                <a:cubicBezTo>
                  <a:pt x="91940" y="0"/>
                  <a:pt x="91528" y="8"/>
                  <a:pt x="91115" y="24"/>
                </a:cubicBezTo>
                <a:cubicBezTo>
                  <a:pt x="83193" y="482"/>
                  <a:pt x="75272" y="4425"/>
                  <a:pt x="70413" y="11044"/>
                </a:cubicBezTo>
                <a:cubicBezTo>
                  <a:pt x="65132" y="17627"/>
                  <a:pt x="65132" y="26429"/>
                  <a:pt x="60309" y="33470"/>
                </a:cubicBezTo>
                <a:cubicBezTo>
                  <a:pt x="53268" y="43610"/>
                  <a:pt x="40945" y="44032"/>
                  <a:pt x="29926" y="47131"/>
                </a:cubicBezTo>
                <a:cubicBezTo>
                  <a:pt x="17181" y="50193"/>
                  <a:pt x="6619" y="62093"/>
                  <a:pt x="2641" y="74416"/>
                </a:cubicBezTo>
                <a:cubicBezTo>
                  <a:pt x="0" y="84097"/>
                  <a:pt x="1338" y="95082"/>
                  <a:pt x="7922" y="102581"/>
                </a:cubicBezTo>
                <a:cubicBezTo>
                  <a:pt x="11900" y="107404"/>
                  <a:pt x="18484" y="110925"/>
                  <a:pt x="19364" y="117544"/>
                </a:cubicBezTo>
                <a:cubicBezTo>
                  <a:pt x="20702" y="124127"/>
                  <a:pt x="14963" y="129866"/>
                  <a:pt x="12322" y="136450"/>
                </a:cubicBezTo>
                <a:cubicBezTo>
                  <a:pt x="8802" y="145709"/>
                  <a:pt x="11900" y="156694"/>
                  <a:pt x="18941" y="163735"/>
                </a:cubicBezTo>
                <a:cubicBezTo>
                  <a:pt x="24831" y="169624"/>
                  <a:pt x="33183" y="172435"/>
                  <a:pt x="41670" y="172435"/>
                </a:cubicBezTo>
                <a:cubicBezTo>
                  <a:pt x="43330" y="172435"/>
                  <a:pt x="44996" y="172327"/>
                  <a:pt x="46649" y="172114"/>
                </a:cubicBezTo>
                <a:cubicBezTo>
                  <a:pt x="54570" y="171234"/>
                  <a:pt x="62069" y="167713"/>
                  <a:pt x="69991" y="165495"/>
                </a:cubicBezTo>
                <a:cubicBezTo>
                  <a:pt x="73177" y="164617"/>
                  <a:pt x="76573" y="164093"/>
                  <a:pt x="79926" y="164093"/>
                </a:cubicBezTo>
                <a:cubicBezTo>
                  <a:pt x="84910" y="164093"/>
                  <a:pt x="89799" y="165252"/>
                  <a:pt x="93755" y="168136"/>
                </a:cubicBezTo>
                <a:cubicBezTo>
                  <a:pt x="100339" y="172994"/>
                  <a:pt x="102557" y="182218"/>
                  <a:pt x="109598" y="186197"/>
                </a:cubicBezTo>
                <a:cubicBezTo>
                  <a:pt x="112307" y="187726"/>
                  <a:pt x="114985" y="188308"/>
                  <a:pt x="117650" y="188308"/>
                </a:cubicBezTo>
                <a:cubicBezTo>
                  <a:pt x="124927" y="188308"/>
                  <a:pt x="132103" y="183965"/>
                  <a:pt x="139524" y="182676"/>
                </a:cubicBezTo>
                <a:cubicBezTo>
                  <a:pt x="140404" y="182676"/>
                  <a:pt x="141707" y="182218"/>
                  <a:pt x="142587" y="182218"/>
                </a:cubicBezTo>
                <a:cubicBezTo>
                  <a:pt x="143077" y="182195"/>
                  <a:pt x="143567" y="182184"/>
                  <a:pt x="144056" y="182184"/>
                </a:cubicBezTo>
                <a:cubicBezTo>
                  <a:pt x="152368" y="182184"/>
                  <a:pt x="160680" y="185438"/>
                  <a:pt x="168992" y="187499"/>
                </a:cubicBezTo>
                <a:cubicBezTo>
                  <a:pt x="173393" y="188820"/>
                  <a:pt x="178014" y="189700"/>
                  <a:pt x="182525" y="189700"/>
                </a:cubicBezTo>
                <a:cubicBezTo>
                  <a:pt x="187035" y="189700"/>
                  <a:pt x="191436" y="188820"/>
                  <a:pt x="195397" y="186619"/>
                </a:cubicBezTo>
                <a:cubicBezTo>
                  <a:pt x="197157" y="185317"/>
                  <a:pt x="198918" y="183979"/>
                  <a:pt x="200256" y="182218"/>
                </a:cubicBezTo>
                <a:cubicBezTo>
                  <a:pt x="207297" y="172114"/>
                  <a:pt x="197157" y="158454"/>
                  <a:pt x="204656" y="147892"/>
                </a:cubicBezTo>
                <a:cubicBezTo>
                  <a:pt x="206417" y="145251"/>
                  <a:pt x="209480" y="143069"/>
                  <a:pt x="212120" y="140851"/>
                </a:cubicBezTo>
                <a:cubicBezTo>
                  <a:pt x="215218" y="138668"/>
                  <a:pt x="218281" y="136450"/>
                  <a:pt x="220042" y="133387"/>
                </a:cubicBezTo>
                <a:cubicBezTo>
                  <a:pt x="222260" y="130289"/>
                  <a:pt x="223562" y="126345"/>
                  <a:pt x="223140" y="122825"/>
                </a:cubicBezTo>
                <a:cubicBezTo>
                  <a:pt x="221802" y="116664"/>
                  <a:pt x="215641" y="113143"/>
                  <a:pt x="211240" y="108742"/>
                </a:cubicBezTo>
                <a:cubicBezTo>
                  <a:pt x="202016" y="100821"/>
                  <a:pt x="194975" y="86738"/>
                  <a:pt x="197615" y="74416"/>
                </a:cubicBezTo>
                <a:cubicBezTo>
                  <a:pt x="199375" y="66917"/>
                  <a:pt x="203319" y="59453"/>
                  <a:pt x="203319" y="51954"/>
                </a:cubicBezTo>
                <a:cubicBezTo>
                  <a:pt x="203319" y="42272"/>
                  <a:pt x="197157" y="33048"/>
                  <a:pt x="188356" y="29527"/>
                </a:cubicBezTo>
                <a:cubicBezTo>
                  <a:pt x="184708" y="27988"/>
                  <a:pt x="180885" y="27458"/>
                  <a:pt x="177002" y="27458"/>
                </a:cubicBezTo>
                <a:cubicBezTo>
                  <a:pt x="172003" y="27458"/>
                  <a:pt x="166904" y="28336"/>
                  <a:pt x="161951" y="29069"/>
                </a:cubicBezTo>
                <a:cubicBezTo>
                  <a:pt x="158076" y="29658"/>
                  <a:pt x="154030" y="30159"/>
                  <a:pt x="150078" y="30159"/>
                </a:cubicBezTo>
                <a:cubicBezTo>
                  <a:pt x="145054" y="30159"/>
                  <a:pt x="140181" y="29350"/>
                  <a:pt x="136003" y="26887"/>
                </a:cubicBezTo>
                <a:cubicBezTo>
                  <a:pt x="130722" y="23788"/>
                  <a:pt x="126744" y="18507"/>
                  <a:pt x="122343" y="14107"/>
                </a:cubicBezTo>
                <a:cubicBezTo>
                  <a:pt x="114697" y="6053"/>
                  <a:pt x="103772" y="0"/>
                  <a:pt x="923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99"/>
          <p:cNvSpPr txBox="1">
            <a:spLocks noGrp="1"/>
          </p:cNvSpPr>
          <p:nvPr>
            <p:ph type="title"/>
          </p:nvPr>
        </p:nvSpPr>
        <p:spPr>
          <a:xfrm>
            <a:off x="1679084" y="2085389"/>
            <a:ext cx="5789754" cy="742625"/>
          </a:xfrm>
          <a:prstGeom prst="rect">
            <a:avLst/>
          </a:prstGeom>
        </p:spPr>
        <p:txBody>
          <a:bodyPr spcFirstLastPara="1" wrap="square" lIns="91425" tIns="91425" rIns="91425" bIns="91425" anchor="ctr" anchorCtr="0">
            <a:noAutofit/>
          </a:bodyPr>
          <a:lstStyle/>
          <a:p>
            <a:r>
              <a:rPr lang="en" sz="7200" dirty="0"/>
              <a:t>THANK YOU</a:t>
            </a:r>
          </a:p>
        </p:txBody>
      </p:sp>
      <p:sp>
        <p:nvSpPr>
          <p:cNvPr id="5401" name="Google Shape;5401;p99"/>
          <p:cNvSpPr txBox="1">
            <a:spLocks noGrp="1"/>
          </p:cNvSpPr>
          <p:nvPr>
            <p:ph type="subTitle" idx="1"/>
          </p:nvPr>
        </p:nvSpPr>
        <p:spPr>
          <a:xfrm>
            <a:off x="16923" y="4191693"/>
            <a:ext cx="2706000" cy="365700"/>
          </a:xfrm>
          <a:prstGeom prst="rect">
            <a:avLst/>
          </a:prstGeom>
        </p:spPr>
        <p:txBody>
          <a:bodyPr spcFirstLastPara="1" wrap="square" lIns="91425" tIns="91425" rIns="91425" bIns="91425" anchor="ctr" anchorCtr="0">
            <a:noAutofit/>
          </a:bodyPr>
          <a:lstStyle/>
          <a:p>
            <a:pPr marL="0" indent="0"/>
            <a:r>
              <a:rPr lang="en" dirty="0"/>
              <a:t>M. Sai Dinesh</a:t>
            </a:r>
            <a:endParaRPr lang="en-US" dirty="0"/>
          </a:p>
        </p:txBody>
      </p:sp>
      <p:sp>
        <p:nvSpPr>
          <p:cNvPr id="5402" name="Google Shape;5402;p99"/>
          <p:cNvSpPr txBox="1">
            <a:spLocks noGrp="1"/>
          </p:cNvSpPr>
          <p:nvPr>
            <p:ph type="subTitle" idx="2"/>
          </p:nvPr>
        </p:nvSpPr>
        <p:spPr>
          <a:xfrm>
            <a:off x="17105" y="4372983"/>
            <a:ext cx="2705400" cy="548700"/>
          </a:xfrm>
          <a:prstGeom prst="rect">
            <a:avLst/>
          </a:prstGeom>
        </p:spPr>
        <p:txBody>
          <a:bodyPr spcFirstLastPara="1" wrap="square" lIns="91425" tIns="91425" rIns="91425" bIns="91425" anchor="ctr" anchorCtr="0">
            <a:noAutofit/>
          </a:bodyPr>
          <a:lstStyle/>
          <a:p>
            <a:pPr marL="0" lvl="0" indent="0" algn="r">
              <a:spcBef>
                <a:spcPts val="0"/>
              </a:spcBef>
              <a:spcAft>
                <a:spcPts val="0"/>
              </a:spcAft>
              <a:buNone/>
            </a:pPr>
            <a:r>
              <a:rPr lang="en" dirty="0"/>
              <a:t>HU22CSEN0300193</a:t>
            </a:r>
            <a:endParaRPr lang="en-US" dirty="0"/>
          </a:p>
        </p:txBody>
      </p:sp>
      <p:sp>
        <p:nvSpPr>
          <p:cNvPr id="5403" name="Google Shape;5403;p99"/>
          <p:cNvSpPr txBox="1">
            <a:spLocks noGrp="1"/>
          </p:cNvSpPr>
          <p:nvPr>
            <p:ph type="subTitle" idx="3"/>
          </p:nvPr>
        </p:nvSpPr>
        <p:spPr>
          <a:xfrm>
            <a:off x="3718878" y="4190555"/>
            <a:ext cx="2706000" cy="365700"/>
          </a:xfrm>
          <a:prstGeom prst="rect">
            <a:avLst/>
          </a:prstGeom>
        </p:spPr>
        <p:txBody>
          <a:bodyPr spcFirstLastPara="1" wrap="square" lIns="91425" tIns="91425" rIns="91425" bIns="91425" anchor="ctr" anchorCtr="0">
            <a:noAutofit/>
          </a:bodyPr>
          <a:lstStyle/>
          <a:p>
            <a:pPr marL="0" lvl="0" indent="0" algn="r">
              <a:spcBef>
                <a:spcPts val="0"/>
              </a:spcBef>
              <a:spcAft>
                <a:spcPts val="0"/>
              </a:spcAft>
              <a:buNone/>
            </a:pPr>
            <a:r>
              <a:rPr lang="en" dirty="0"/>
              <a:t>T. Sriyansh</a:t>
            </a:r>
            <a:endParaRPr lang="en-US" dirty="0"/>
          </a:p>
        </p:txBody>
      </p:sp>
      <p:sp>
        <p:nvSpPr>
          <p:cNvPr id="5404" name="Google Shape;5404;p99"/>
          <p:cNvSpPr txBox="1">
            <a:spLocks noGrp="1"/>
          </p:cNvSpPr>
          <p:nvPr>
            <p:ph type="subTitle" idx="4"/>
          </p:nvPr>
        </p:nvSpPr>
        <p:spPr>
          <a:xfrm>
            <a:off x="3719060" y="4371845"/>
            <a:ext cx="2705700" cy="548700"/>
          </a:xfrm>
          <a:prstGeom prst="rect">
            <a:avLst/>
          </a:prstGeom>
        </p:spPr>
        <p:txBody>
          <a:bodyPr spcFirstLastPara="1" wrap="square" lIns="91425" tIns="91425" rIns="91425" bIns="91425" anchor="ctr" anchorCtr="0">
            <a:noAutofit/>
          </a:bodyPr>
          <a:lstStyle/>
          <a:p>
            <a:r>
              <a:rPr lang="en" dirty="0"/>
              <a:t>HU22CSEN0300250</a:t>
            </a:r>
            <a:endParaRPr lang="en" dirty="0">
              <a:solidFill>
                <a:srgbClr val="000000"/>
              </a:solidFill>
            </a:endParaRPr>
          </a:p>
        </p:txBody>
      </p:sp>
      <p:sp>
        <p:nvSpPr>
          <p:cNvPr id="5405" name="Google Shape;5405;p99"/>
          <p:cNvSpPr txBox="1">
            <a:spLocks noGrp="1"/>
          </p:cNvSpPr>
          <p:nvPr>
            <p:ph type="subTitle" idx="5"/>
          </p:nvPr>
        </p:nvSpPr>
        <p:spPr>
          <a:xfrm>
            <a:off x="1893663" y="4191123"/>
            <a:ext cx="2706000" cy="365700"/>
          </a:xfrm>
          <a:prstGeom prst="rect">
            <a:avLst/>
          </a:prstGeom>
        </p:spPr>
        <p:txBody>
          <a:bodyPr spcFirstLastPara="1" wrap="square" lIns="91425" tIns="91425" rIns="91425" bIns="91425" anchor="ctr" anchorCtr="0">
            <a:noAutofit/>
          </a:bodyPr>
          <a:lstStyle/>
          <a:p>
            <a:pPr marL="0" indent="0"/>
            <a:r>
              <a:rPr lang="en" dirty="0"/>
              <a:t>M. Sai Adarsh</a:t>
            </a:r>
            <a:endParaRPr lang="en-US" dirty="0"/>
          </a:p>
        </p:txBody>
      </p:sp>
      <p:sp>
        <p:nvSpPr>
          <p:cNvPr id="5406" name="Google Shape;5406;p99"/>
          <p:cNvSpPr txBox="1">
            <a:spLocks noGrp="1"/>
          </p:cNvSpPr>
          <p:nvPr>
            <p:ph type="subTitle" idx="6"/>
          </p:nvPr>
        </p:nvSpPr>
        <p:spPr>
          <a:xfrm>
            <a:off x="1893845" y="4372414"/>
            <a:ext cx="2705700" cy="548700"/>
          </a:xfrm>
          <a:prstGeom prst="rect">
            <a:avLst/>
          </a:prstGeom>
        </p:spPr>
        <p:txBody>
          <a:bodyPr spcFirstLastPara="1" wrap="square" lIns="91425" tIns="91425" rIns="91425" bIns="91425" anchor="ctr" anchorCtr="0">
            <a:noAutofit/>
          </a:bodyPr>
          <a:lstStyle/>
          <a:p>
            <a:r>
              <a:rPr lang="en" dirty="0"/>
              <a:t>HU22CSEN0300251</a:t>
            </a:r>
            <a:endParaRPr lang="en" dirty="0">
              <a:solidFill>
                <a:srgbClr val="000000"/>
              </a:solidFill>
            </a:endParaRPr>
          </a:p>
        </p:txBody>
      </p:sp>
      <p:sp>
        <p:nvSpPr>
          <p:cNvPr id="3" name="Google Shape;5403;p99">
            <a:extLst>
              <a:ext uri="{FF2B5EF4-FFF2-40B4-BE49-F238E27FC236}">
                <a16:creationId xmlns:a16="http://schemas.microsoft.com/office/drawing/2014/main" id="{52C9A656-2626-8F45-2DDA-B6ADE84BBDEA}"/>
              </a:ext>
            </a:extLst>
          </p:cNvPr>
          <p:cNvSpPr txBox="1">
            <a:spLocks/>
          </p:cNvSpPr>
          <p:nvPr/>
        </p:nvSpPr>
        <p:spPr>
          <a:xfrm>
            <a:off x="5705197" y="4197948"/>
            <a:ext cx="2706000" cy="365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r" rtl="0">
              <a:lnSpc>
                <a:spcPct val="100000"/>
              </a:lnSpc>
              <a:spcBef>
                <a:spcPts val="0"/>
              </a:spcBef>
              <a:spcAft>
                <a:spcPts val="0"/>
              </a:spcAft>
              <a:buClr>
                <a:schemeClr val="lt2"/>
              </a:buClr>
              <a:buSzPts val="1800"/>
              <a:buFont typeface="Nunito"/>
              <a:buNone/>
              <a:defRPr sz="1800" b="0" i="0" u="none" strike="noStrike" cap="none">
                <a:solidFill>
                  <a:schemeClr val="lt2"/>
                </a:solidFill>
                <a:latin typeface="Nunito ExtraBold"/>
                <a:ea typeface="Nunito ExtraBold"/>
                <a:cs typeface="Nunito ExtraBold"/>
                <a:sym typeface="Nunito ExtraBold"/>
              </a:defRPr>
            </a:lvl1pPr>
            <a:lvl2pPr marL="914400" marR="0" lvl="1" indent="-317500" algn="l" rtl="0">
              <a:lnSpc>
                <a:spcPct val="115000"/>
              </a:lnSpc>
              <a:spcBef>
                <a:spcPts val="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2pPr>
            <a:lvl3pPr marL="1371600" marR="0" lvl="2"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3pPr>
            <a:lvl4pPr marL="1828800" marR="0" lvl="3"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4pPr>
            <a:lvl5pPr marL="2286000" marR="0" lvl="4"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5pPr>
            <a:lvl6pPr marL="2743200" marR="0" lvl="5"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6pPr>
            <a:lvl7pPr marL="3200400" marR="0" lvl="6"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7pPr>
            <a:lvl8pPr marL="3657600" marR="0" lvl="7"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8pPr>
            <a:lvl9pPr marL="4114800" marR="0" lvl="8" indent="-317500" algn="l" rtl="0">
              <a:lnSpc>
                <a:spcPct val="115000"/>
              </a:lnSpc>
              <a:spcBef>
                <a:spcPts val="1600"/>
              </a:spcBef>
              <a:spcAft>
                <a:spcPts val="1600"/>
              </a:spcAft>
              <a:buClr>
                <a:schemeClr val="lt2"/>
              </a:buClr>
              <a:buSzPts val="1400"/>
              <a:buFont typeface="Nunito"/>
              <a:buNone/>
              <a:defRPr sz="1400" b="0" i="0" u="none" strike="noStrike" cap="none">
                <a:solidFill>
                  <a:schemeClr val="lt2"/>
                </a:solidFill>
                <a:latin typeface="Nunito"/>
                <a:ea typeface="Nunito"/>
                <a:cs typeface="Nunito"/>
                <a:sym typeface="Nunito"/>
              </a:defRPr>
            </a:lvl9pPr>
          </a:lstStyle>
          <a:p>
            <a:pPr marL="0" indent="0"/>
            <a:r>
              <a:rPr lang="en" dirty="0"/>
              <a:t>A. Vishnu Datta</a:t>
            </a:r>
            <a:endParaRPr lang="en-US" dirty="0"/>
          </a:p>
        </p:txBody>
      </p:sp>
      <p:sp>
        <p:nvSpPr>
          <p:cNvPr id="5" name="Google Shape;5404;p99">
            <a:extLst>
              <a:ext uri="{FF2B5EF4-FFF2-40B4-BE49-F238E27FC236}">
                <a16:creationId xmlns:a16="http://schemas.microsoft.com/office/drawing/2014/main" id="{141085FA-1C27-42CE-F454-466BD5A64D24}"/>
              </a:ext>
            </a:extLst>
          </p:cNvPr>
          <p:cNvSpPr txBox="1">
            <a:spLocks/>
          </p:cNvSpPr>
          <p:nvPr/>
        </p:nvSpPr>
        <p:spPr>
          <a:xfrm>
            <a:off x="5705379" y="4379237"/>
            <a:ext cx="2705700" cy="548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r" rtl="0">
              <a:lnSpc>
                <a:spcPct val="100000"/>
              </a:lnSpc>
              <a:spcBef>
                <a:spcPts val="0"/>
              </a:spcBef>
              <a:spcAft>
                <a:spcPts val="0"/>
              </a:spcAft>
              <a:buClr>
                <a:schemeClr val="lt2"/>
              </a:buClr>
              <a:buSzPts val="1800"/>
              <a:buFont typeface="Nunito"/>
              <a:buNone/>
              <a:defRPr sz="1400" b="0" i="0" u="none" strike="noStrike" cap="none">
                <a:solidFill>
                  <a:schemeClr val="lt2"/>
                </a:solidFill>
                <a:latin typeface="Nunito"/>
                <a:ea typeface="Nunito"/>
                <a:cs typeface="Nunito"/>
                <a:sym typeface="Nunito"/>
              </a:defRPr>
            </a:lvl1pPr>
            <a:lvl2pPr marL="914400" marR="0" lvl="1" indent="-317500" algn="l" rtl="0">
              <a:lnSpc>
                <a:spcPct val="115000"/>
              </a:lnSpc>
              <a:spcBef>
                <a:spcPts val="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2pPr>
            <a:lvl3pPr marL="1371600" marR="0" lvl="2"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3pPr>
            <a:lvl4pPr marL="1828800" marR="0" lvl="3"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4pPr>
            <a:lvl5pPr marL="2286000" marR="0" lvl="4"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5pPr>
            <a:lvl6pPr marL="2743200" marR="0" lvl="5"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6pPr>
            <a:lvl7pPr marL="3200400" marR="0" lvl="6"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7pPr>
            <a:lvl8pPr marL="3657600" marR="0" lvl="7"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8pPr>
            <a:lvl9pPr marL="4114800" marR="0" lvl="8" indent="-317500" algn="l" rtl="0">
              <a:lnSpc>
                <a:spcPct val="115000"/>
              </a:lnSpc>
              <a:spcBef>
                <a:spcPts val="1600"/>
              </a:spcBef>
              <a:spcAft>
                <a:spcPts val="1600"/>
              </a:spcAft>
              <a:buClr>
                <a:schemeClr val="lt2"/>
              </a:buClr>
              <a:buSzPts val="1400"/>
              <a:buFont typeface="Nunito"/>
              <a:buNone/>
              <a:defRPr sz="1400" b="0" i="0" u="none" strike="noStrike" cap="none">
                <a:solidFill>
                  <a:schemeClr val="lt2"/>
                </a:solidFill>
                <a:latin typeface="Nunito"/>
                <a:ea typeface="Nunito"/>
                <a:cs typeface="Nunito"/>
                <a:sym typeface="Nunito"/>
              </a:defRPr>
            </a:lvl9pPr>
          </a:lstStyle>
          <a:p>
            <a:r>
              <a:rPr lang="en" dirty="0"/>
              <a:t>HU22CSEN0300270</a:t>
            </a:r>
            <a:endParaRPr lang="en" dirty="0">
              <a:solidFill>
                <a:srgbClr val="000000"/>
              </a:solidFill>
            </a:endParaRPr>
          </a:p>
        </p:txBody>
      </p:sp>
    </p:spTree>
  </p:cSld>
  <p:clrMapOvr>
    <a:masterClrMapping/>
  </p:clrMapOvr>
</p:sld>
</file>

<file path=ppt/theme/theme1.xml><?xml version="1.0" encoding="utf-8"?>
<a:theme xmlns:a="http://schemas.openxmlformats.org/drawingml/2006/main" name="Cardiovascular Disease by Slidesgo">
  <a:themeElements>
    <a:clrScheme name="Simple Light">
      <a:dk1>
        <a:srgbClr val="B73D4C"/>
      </a:dk1>
      <a:lt1>
        <a:srgbClr val="DB7F86"/>
      </a:lt1>
      <a:dk2>
        <a:srgbClr val="4F0B13"/>
      </a:dk2>
      <a:lt2>
        <a:srgbClr val="FFFFFF"/>
      </a:lt2>
      <a:accent1>
        <a:srgbClr val="EC6469"/>
      </a:accent1>
      <a:accent2>
        <a:srgbClr val="DD8A94"/>
      </a:accent2>
      <a:accent3>
        <a:srgbClr val="C9D9E0"/>
      </a:accent3>
      <a:accent4>
        <a:srgbClr val="EA5462"/>
      </a:accent4>
      <a:accent5>
        <a:srgbClr val="4477BB"/>
      </a:accent5>
      <a:accent6>
        <a:srgbClr val="FFB6B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1045</Words>
  <Application>Microsoft Office PowerPoint</Application>
  <PresentationFormat>On-screen Show (16:9)</PresentationFormat>
  <Paragraphs>117</Paragraphs>
  <Slides>12</Slides>
  <Notes>12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12</vt:i4>
      </vt:variant>
    </vt:vector>
  </HeadingPairs>
  <TitlesOfParts>
    <vt:vector size="22" baseType="lpstr">
      <vt:lpstr>Calibri</vt:lpstr>
      <vt:lpstr>Lilita One</vt:lpstr>
      <vt:lpstr>Arial</vt:lpstr>
      <vt:lpstr>Nunito ExtraBold</vt:lpstr>
      <vt:lpstr>Proxima Nova Semibold</vt:lpstr>
      <vt:lpstr>Nunito</vt:lpstr>
      <vt:lpstr>Proxima Nova</vt:lpstr>
      <vt:lpstr>Neucha</vt:lpstr>
      <vt:lpstr>Cardiovascular Disease by Slidesgo</vt:lpstr>
      <vt:lpstr>Slidesgo Final Pages</vt:lpstr>
      <vt:lpstr>Deep Learning for Early Cardiovascular Disorder Detection Using Echocardiogram and Chest X-ray</vt:lpstr>
      <vt:lpstr>Project Overview </vt:lpstr>
      <vt:lpstr>Problem Statement </vt:lpstr>
      <vt:lpstr>Abstract</vt:lpstr>
      <vt:lpstr>Literature Review</vt:lpstr>
      <vt:lpstr>PowerPoint Presentation</vt:lpstr>
      <vt:lpstr>PowerPoint Presentation</vt:lpstr>
      <vt:lpstr>PowerPoint Presentation</vt:lpstr>
      <vt:lpstr>References</vt:lpstr>
      <vt:lpstr>System Flow Chart </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Sriyansh</dc:creator>
  <cp:lastModifiedBy>T. sriyansh</cp:lastModifiedBy>
  <cp:revision>725</cp:revision>
  <dcterms:modified xsi:type="dcterms:W3CDTF">2025-09-25T04:22:54Z</dcterms:modified>
</cp:coreProperties>
</file>