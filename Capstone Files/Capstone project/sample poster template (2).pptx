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0" r:id="rId3"/>
  </p:sldMasterIdLst>
  <p:notesMasterIdLst>
    <p:notesMasterId r:id="rId5"/>
  </p:notesMasterIdLst>
  <p:handoutMasterIdLst>
    <p:handoutMasterId r:id="rId6"/>
  </p:handoutMasterIdLst>
  <p:sldIdLst>
    <p:sldId id="259" r:id="rId4"/>
  </p:sldIdLst>
  <p:sldSz cx="30274895" cy="42803445"/>
  <p:notesSz cx="6858000" cy="9144000"/>
  <p:defaultTextStyle>
    <a:defPPr>
      <a:defRPr lang="en-US"/>
    </a:defPPr>
    <a:lvl1pPr marL="0" algn="l" defTabSz="4298315" rtl="0" eaLnBrk="1" latinLnBrk="0" hangingPunct="1">
      <a:defRPr sz="8500" kern="1200">
        <a:solidFill>
          <a:schemeClr val="tx1"/>
        </a:solidFill>
        <a:latin typeface="+mn-lt"/>
        <a:ea typeface="+mn-ea"/>
        <a:cs typeface="+mn-cs"/>
      </a:defRPr>
    </a:lvl1pPr>
    <a:lvl2pPr marL="2149475" algn="l" defTabSz="4298315" rtl="0" eaLnBrk="1" latinLnBrk="0" hangingPunct="1">
      <a:defRPr sz="8500" kern="1200">
        <a:solidFill>
          <a:schemeClr val="tx1"/>
        </a:solidFill>
        <a:latin typeface="+mn-lt"/>
        <a:ea typeface="+mn-ea"/>
        <a:cs typeface="+mn-cs"/>
      </a:defRPr>
    </a:lvl2pPr>
    <a:lvl3pPr marL="4298315" algn="l" defTabSz="4298315" rtl="0" eaLnBrk="1" latinLnBrk="0" hangingPunct="1">
      <a:defRPr sz="8500" kern="1200">
        <a:solidFill>
          <a:schemeClr val="tx1"/>
        </a:solidFill>
        <a:latin typeface="+mn-lt"/>
        <a:ea typeface="+mn-ea"/>
        <a:cs typeface="+mn-cs"/>
      </a:defRPr>
    </a:lvl3pPr>
    <a:lvl4pPr marL="6447790" algn="l" defTabSz="4298315" rtl="0" eaLnBrk="1" latinLnBrk="0" hangingPunct="1">
      <a:defRPr sz="8500" kern="1200">
        <a:solidFill>
          <a:schemeClr val="tx1"/>
        </a:solidFill>
        <a:latin typeface="+mn-lt"/>
        <a:ea typeface="+mn-ea"/>
        <a:cs typeface="+mn-cs"/>
      </a:defRPr>
    </a:lvl4pPr>
    <a:lvl5pPr marL="8596630" algn="l" defTabSz="4298315" rtl="0" eaLnBrk="1" latinLnBrk="0" hangingPunct="1">
      <a:defRPr sz="8500" kern="1200">
        <a:solidFill>
          <a:schemeClr val="tx1"/>
        </a:solidFill>
        <a:latin typeface="+mn-lt"/>
        <a:ea typeface="+mn-ea"/>
        <a:cs typeface="+mn-cs"/>
      </a:defRPr>
    </a:lvl5pPr>
    <a:lvl6pPr marL="10746105" algn="l" defTabSz="4298315" rtl="0" eaLnBrk="1" latinLnBrk="0" hangingPunct="1">
      <a:defRPr sz="8500" kern="1200">
        <a:solidFill>
          <a:schemeClr val="tx1"/>
        </a:solidFill>
        <a:latin typeface="+mn-lt"/>
        <a:ea typeface="+mn-ea"/>
        <a:cs typeface="+mn-cs"/>
      </a:defRPr>
    </a:lvl6pPr>
    <a:lvl7pPr marL="12894945" algn="l" defTabSz="4298315" rtl="0" eaLnBrk="1" latinLnBrk="0" hangingPunct="1">
      <a:defRPr sz="8500" kern="1200">
        <a:solidFill>
          <a:schemeClr val="tx1"/>
        </a:solidFill>
        <a:latin typeface="+mn-lt"/>
        <a:ea typeface="+mn-ea"/>
        <a:cs typeface="+mn-cs"/>
      </a:defRPr>
    </a:lvl7pPr>
    <a:lvl8pPr marL="15044420" algn="l" defTabSz="4298315" rtl="0" eaLnBrk="1" latinLnBrk="0" hangingPunct="1">
      <a:defRPr sz="8500" kern="1200">
        <a:solidFill>
          <a:schemeClr val="tx1"/>
        </a:solidFill>
        <a:latin typeface="+mn-lt"/>
        <a:ea typeface="+mn-ea"/>
        <a:cs typeface="+mn-cs"/>
      </a:defRPr>
    </a:lvl8pPr>
    <a:lvl9pPr marL="17193895" algn="l" defTabSz="4298315" rtl="0" eaLnBrk="1" latinLnBrk="0" hangingPunct="1">
      <a:defRPr sz="85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6214" userDrawn="1">
          <p15:clr>
            <a:srgbClr val="A4A3A4"/>
          </p15:clr>
        </p15:guide>
        <p15:guide id="2" orient="horz" pos="0" userDrawn="1">
          <p15:clr>
            <a:srgbClr val="A4A3A4"/>
          </p15:clr>
        </p15:guide>
        <p15:guide id="3" pos="405" userDrawn="1">
          <p15:clr>
            <a:srgbClr val="A4A3A4"/>
          </p15:clr>
        </p15:guide>
        <p15:guide id="4" pos="18642"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A.KOTOULAS" initials="AK" lastIdx="2" clrIdx="0"/>
  <p:cmAuthor id="3" name="PosterPresentations.com - 510.649.3001" initials="HELP - " lastIdx="1" clrIdx="3"/>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3F5FA"/>
    <a:srgbClr val="CDD2DE"/>
    <a:srgbClr val="E3E9E5"/>
    <a:srgbClr val="EAEAEA"/>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0626" autoAdjust="0"/>
    <p:restoredTop sz="94763" autoAdjust="0"/>
  </p:normalViewPr>
  <p:slideViewPr>
    <p:cSldViewPr snapToGrid="0" snapToObjects="1" showGuides="1">
      <p:cViewPr varScale="1">
        <p:scale>
          <a:sx n="26" d="100"/>
          <a:sy n="26" d="100"/>
        </p:scale>
        <p:origin x="3288" y="368"/>
      </p:cViewPr>
      <p:guideLst>
        <p:guide orient="horz" pos="26214"/>
        <p:guide orient="horz"/>
        <p:guide pos="405"/>
        <p:guide pos="18642"/>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snapToGrid="0" snapToObjects="1" showGuides="1">
      <p:cViewPr varScale="1">
        <p:scale>
          <a:sx n="74" d="100"/>
          <a:sy n="74" d="100"/>
        </p:scale>
        <p:origin x="2166" y="6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tableStyles" Target="tableStyles.xml"/><Relationship Id="rId8" Type="http://schemas.openxmlformats.org/officeDocument/2006/relationships/viewProps" Target="viewProps.xml"/><Relationship Id="rId7" Type="http://schemas.openxmlformats.org/officeDocument/2006/relationships/presProps" Target="presProps.xml"/><Relationship Id="rId6" Type="http://schemas.openxmlformats.org/officeDocument/2006/relationships/handoutMaster" Target="handoutMasters/handoutMaster1.xml"/><Relationship Id="rId5" Type="http://schemas.openxmlformats.org/officeDocument/2006/relationships/notesMaster" Target="notesMasters/notesMaster1.xml"/><Relationship Id="rId4" Type="http://schemas.openxmlformats.org/officeDocument/2006/relationships/slide" Target="slides/slide1.xml"/><Relationship Id="rId3" Type="http://schemas.openxmlformats.org/officeDocument/2006/relationships/slideMaster" Target="slideMasters/slideMaster2.xml"/><Relationship Id="rId2" Type="http://schemas.openxmlformats.org/officeDocument/2006/relationships/theme" Target="theme/theme1.xml"/><Relationship Id="rId10" Type="http://schemas.openxmlformats.org/officeDocument/2006/relationships/commentAuthors" Target="commentAuthors.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0158C5BC-9A70-462C-B28D-9600239EAC64}" type="datetimeFigureOut">
              <a:rPr lang="en-US" smtClean="0"/>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79C131B7-05CA-4AEE-9267-6D0ED4DC84F3}" type="slidenum">
              <a:rPr lang="en-US" smtClean="0"/>
            </a:fld>
            <a:endParaRPr 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6CC2317-6751-4CD4-9995-8782DD78E936}" type="datetimeFigureOut">
              <a:rPr lang="en-US" smtClean="0"/>
            </a:fld>
            <a:endParaRPr lang="en-US" dirty="0"/>
          </a:p>
        </p:txBody>
      </p:sp>
      <p:sp>
        <p:nvSpPr>
          <p:cNvPr id="4" name="Slide Image Placeholder 3"/>
          <p:cNvSpPr>
            <a:spLocks noGrp="1" noRot="1" noChangeAspect="1"/>
          </p:cNvSpPr>
          <p:nvPr>
            <p:ph type="sldImg" idx="2"/>
          </p:nvPr>
        </p:nvSpPr>
        <p:spPr>
          <a:xfrm>
            <a:off x="2216150" y="685800"/>
            <a:ext cx="24257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6A1A87D-CAF7-4BDC-A0D3-C0DBEDE81619}" type="slidenum">
              <a:rPr lang="en-US" smtClean="0"/>
            </a:fld>
            <a:endParaRPr lang="en-US" dirty="0"/>
          </a:p>
        </p:txBody>
      </p:sp>
    </p:spTree>
  </p:cSld>
  <p:clrMap bg1="lt1" tx1="dk1" bg2="lt2" tx2="dk2" accent1="accent1" accent2="accent2" accent3="accent3" accent4="accent4" accent5="accent5" accent6="accent6" hlink="hlink" folHlink="folHlink"/>
  <p:notesStyle>
    <a:lvl1pPr marL="0" algn="l" defTabSz="4298315" rtl="0" eaLnBrk="1" latinLnBrk="0" hangingPunct="1">
      <a:defRPr sz="5800" kern="1200">
        <a:solidFill>
          <a:schemeClr val="tx1"/>
        </a:solidFill>
        <a:latin typeface="+mn-lt"/>
        <a:ea typeface="+mn-ea"/>
        <a:cs typeface="+mn-cs"/>
      </a:defRPr>
    </a:lvl1pPr>
    <a:lvl2pPr marL="2149475" algn="l" defTabSz="4298315" rtl="0" eaLnBrk="1" latinLnBrk="0" hangingPunct="1">
      <a:defRPr sz="5800" kern="1200">
        <a:solidFill>
          <a:schemeClr val="tx1"/>
        </a:solidFill>
        <a:latin typeface="+mn-lt"/>
        <a:ea typeface="+mn-ea"/>
        <a:cs typeface="+mn-cs"/>
      </a:defRPr>
    </a:lvl2pPr>
    <a:lvl3pPr marL="4298315" algn="l" defTabSz="4298315" rtl="0" eaLnBrk="1" latinLnBrk="0" hangingPunct="1">
      <a:defRPr sz="5800" kern="1200">
        <a:solidFill>
          <a:schemeClr val="tx1"/>
        </a:solidFill>
        <a:latin typeface="+mn-lt"/>
        <a:ea typeface="+mn-ea"/>
        <a:cs typeface="+mn-cs"/>
      </a:defRPr>
    </a:lvl3pPr>
    <a:lvl4pPr marL="6447790" algn="l" defTabSz="4298315" rtl="0" eaLnBrk="1" latinLnBrk="0" hangingPunct="1">
      <a:defRPr sz="5800" kern="1200">
        <a:solidFill>
          <a:schemeClr val="tx1"/>
        </a:solidFill>
        <a:latin typeface="+mn-lt"/>
        <a:ea typeface="+mn-ea"/>
        <a:cs typeface="+mn-cs"/>
      </a:defRPr>
    </a:lvl4pPr>
    <a:lvl5pPr marL="8596630" algn="l" defTabSz="4298315" rtl="0" eaLnBrk="1" latinLnBrk="0" hangingPunct="1">
      <a:defRPr sz="5800" kern="1200">
        <a:solidFill>
          <a:schemeClr val="tx1"/>
        </a:solidFill>
        <a:latin typeface="+mn-lt"/>
        <a:ea typeface="+mn-ea"/>
        <a:cs typeface="+mn-cs"/>
      </a:defRPr>
    </a:lvl5pPr>
    <a:lvl6pPr marL="10746105" algn="l" defTabSz="4298315" rtl="0" eaLnBrk="1" latinLnBrk="0" hangingPunct="1">
      <a:defRPr sz="5800" kern="1200">
        <a:solidFill>
          <a:schemeClr val="tx1"/>
        </a:solidFill>
        <a:latin typeface="+mn-lt"/>
        <a:ea typeface="+mn-ea"/>
        <a:cs typeface="+mn-cs"/>
      </a:defRPr>
    </a:lvl6pPr>
    <a:lvl7pPr marL="12894945" algn="l" defTabSz="4298315" rtl="0" eaLnBrk="1" latinLnBrk="0" hangingPunct="1">
      <a:defRPr sz="5800" kern="1200">
        <a:solidFill>
          <a:schemeClr val="tx1"/>
        </a:solidFill>
        <a:latin typeface="+mn-lt"/>
        <a:ea typeface="+mn-ea"/>
        <a:cs typeface="+mn-cs"/>
      </a:defRPr>
    </a:lvl7pPr>
    <a:lvl8pPr marL="15044420" algn="l" defTabSz="4298315" rtl="0" eaLnBrk="1" latinLnBrk="0" hangingPunct="1">
      <a:defRPr sz="5800" kern="1200">
        <a:solidFill>
          <a:schemeClr val="tx1"/>
        </a:solidFill>
        <a:latin typeface="+mn-lt"/>
        <a:ea typeface="+mn-ea"/>
        <a:cs typeface="+mn-cs"/>
      </a:defRPr>
    </a:lvl8pPr>
    <a:lvl9pPr marL="17193895" algn="l" defTabSz="4298315" rtl="0" eaLnBrk="1" latinLnBrk="0" hangingPunct="1">
      <a:defRPr sz="58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00CMx140CM template">
    <p:spTree>
      <p:nvGrpSpPr>
        <p:cNvPr id="1" name=""/>
        <p:cNvGrpSpPr/>
        <p:nvPr/>
      </p:nvGrpSpPr>
      <p:grpSpPr>
        <a:xfrm>
          <a:off x="0" y="0"/>
          <a:ext cx="0" cy="0"/>
          <a:chOff x="0" y="0"/>
          <a:chExt cx="0" cy="0"/>
        </a:xfrm>
      </p:grpSpPr>
      <p:sp>
        <p:nvSpPr>
          <p:cNvPr id="4" name="Text Placeholder 3"/>
          <p:cNvSpPr>
            <a:spLocks noGrp="1"/>
          </p:cNvSpPr>
          <p:nvPr>
            <p:ph type="body" sz="quarter" idx="10" hasCustomPrompt="1"/>
          </p:nvPr>
        </p:nvSpPr>
        <p:spPr>
          <a:xfrm>
            <a:off x="623691" y="6351522"/>
            <a:ext cx="14299153" cy="897605"/>
          </a:xfrm>
          <a:prstGeom prst="rect">
            <a:avLst/>
          </a:prstGeom>
        </p:spPr>
        <p:txBody>
          <a:bodyPr wrap="square" lIns="223877" tIns="223877" rIns="223877" bIns="223877" anchor="t" anchorCtr="0">
            <a:spAutoFit/>
          </a:bodyPr>
          <a:lstStyle>
            <a:lvl1pPr marL="0" indent="0">
              <a:buNone/>
              <a:defRPr sz="2800">
                <a:solidFill>
                  <a:schemeClr val="accent5">
                    <a:lumMod val="50000"/>
                  </a:schemeClr>
                </a:solidFill>
                <a:latin typeface="Century Gothic" panose="020B0502020202020204" pitchFamily="34" charset="0"/>
                <a:cs typeface="Times New Roman" panose="02020603050405020304" pitchFamily="18" charset="0"/>
              </a:defRPr>
            </a:lvl1pPr>
            <a:lvl2pPr marL="1455420" indent="-559435">
              <a:defRPr sz="2500">
                <a:latin typeface="Trebuchet MS" panose="020B0603020202020204" pitchFamily="34" charset="0"/>
              </a:defRPr>
            </a:lvl2pPr>
            <a:lvl3pPr marL="2014855" indent="-559435">
              <a:defRPr sz="2500">
                <a:latin typeface="Trebuchet MS" panose="020B0603020202020204" pitchFamily="34" charset="0"/>
              </a:defRPr>
            </a:lvl3pPr>
            <a:lvl4pPr marL="2630805" indent="-615950">
              <a:defRPr sz="2500">
                <a:latin typeface="Trebuchet MS" panose="020B0603020202020204" pitchFamily="34" charset="0"/>
              </a:defRPr>
            </a:lvl4pPr>
            <a:lvl5pPr marL="3078480" indent="-447675">
              <a:defRPr sz="2500">
                <a:latin typeface="Trebuchet MS" panose="020B0603020202020204" pitchFamily="34" charset="0"/>
              </a:defRPr>
            </a:lvl5pPr>
          </a:lstStyle>
          <a:p>
            <a:pPr lvl="0"/>
            <a:r>
              <a:rPr lang="en-US" dirty="0"/>
              <a:t>Type in or paste your text here</a:t>
            </a:r>
            <a:endParaRPr lang="en-US" dirty="0"/>
          </a:p>
        </p:txBody>
      </p:sp>
      <p:sp>
        <p:nvSpPr>
          <p:cNvPr id="6" name="Text Placeholder 5"/>
          <p:cNvSpPr>
            <a:spLocks noGrp="1"/>
          </p:cNvSpPr>
          <p:nvPr>
            <p:ph type="body" sz="quarter" idx="11" hasCustomPrompt="1"/>
          </p:nvPr>
        </p:nvSpPr>
        <p:spPr>
          <a:xfrm>
            <a:off x="636213" y="5612596"/>
            <a:ext cx="14287866" cy="734849"/>
          </a:xfrm>
          <a:prstGeom prst="rect">
            <a:avLst/>
          </a:prstGeom>
          <a:solidFill>
            <a:schemeClr val="accent5">
              <a:lumMod val="50000"/>
            </a:schemeClr>
          </a:solidFill>
        </p:spPr>
        <p:txBody>
          <a:bodyPr wrap="square" lIns="89551" tIns="89551" rIns="89551" bIns="89551" anchor="t" anchorCtr="0">
            <a:spAutoFit/>
          </a:bodyPr>
          <a:lstStyle>
            <a:lvl1pPr marL="0" indent="0" algn="ctr">
              <a:buNone/>
              <a:defRPr sz="3600" b="1" u="none" baseline="0">
                <a:solidFill>
                  <a:schemeClr val="bg1"/>
                </a:solidFill>
                <a:latin typeface="Century Gothic" panose="020B0502020202020204" pitchFamily="34" charset="0"/>
              </a:defRPr>
            </a:lvl1pPr>
          </a:lstStyle>
          <a:p>
            <a:pPr lvl="0"/>
            <a:r>
              <a:rPr lang="en-US" dirty="0"/>
              <a:t>(click to edit) INTRODUCTION or ABSTRACT</a:t>
            </a:r>
            <a:endParaRPr lang="en-US" dirty="0"/>
          </a:p>
        </p:txBody>
      </p:sp>
      <p:sp>
        <p:nvSpPr>
          <p:cNvPr id="20" name="Text Placeholder 5"/>
          <p:cNvSpPr>
            <a:spLocks noGrp="1"/>
          </p:cNvSpPr>
          <p:nvPr>
            <p:ph type="body" sz="quarter" idx="20" hasCustomPrompt="1"/>
          </p:nvPr>
        </p:nvSpPr>
        <p:spPr>
          <a:xfrm>
            <a:off x="623691" y="12033998"/>
            <a:ext cx="14291358" cy="734849"/>
          </a:xfrm>
          <a:prstGeom prst="rect">
            <a:avLst/>
          </a:prstGeom>
          <a:solidFill>
            <a:schemeClr val="accent5">
              <a:lumMod val="50000"/>
            </a:schemeClr>
          </a:solidFill>
        </p:spPr>
        <p:txBody>
          <a:bodyPr wrap="square" lIns="89551" tIns="89551" rIns="89551" bIns="89551" anchor="t" anchorCtr="0">
            <a:spAutoFit/>
          </a:bodyPr>
          <a:lstStyle>
            <a:lvl1pPr marL="0" indent="0" algn="ctr">
              <a:buNone/>
              <a:defRPr sz="3600" b="1" u="none" baseline="0">
                <a:solidFill>
                  <a:schemeClr val="bg1"/>
                </a:solidFill>
                <a:latin typeface="Century Gothic" panose="020B0502020202020204" pitchFamily="34" charset="0"/>
              </a:defRPr>
            </a:lvl1pPr>
          </a:lstStyle>
          <a:p>
            <a:pPr lvl="0"/>
            <a:r>
              <a:rPr lang="en-US" dirty="0"/>
              <a:t>(click to edit)  OBJECTIVES</a:t>
            </a:r>
            <a:endParaRPr lang="en-US" dirty="0"/>
          </a:p>
        </p:txBody>
      </p:sp>
      <p:sp>
        <p:nvSpPr>
          <p:cNvPr id="25" name="Text Placeholder 5"/>
          <p:cNvSpPr>
            <a:spLocks noGrp="1"/>
          </p:cNvSpPr>
          <p:nvPr>
            <p:ph type="body" sz="quarter" idx="25" hasCustomPrompt="1"/>
          </p:nvPr>
        </p:nvSpPr>
        <p:spPr>
          <a:xfrm>
            <a:off x="15353328" y="5612596"/>
            <a:ext cx="14287682" cy="734849"/>
          </a:xfrm>
          <a:prstGeom prst="rect">
            <a:avLst/>
          </a:prstGeom>
          <a:solidFill>
            <a:schemeClr val="accent5">
              <a:lumMod val="50000"/>
            </a:schemeClr>
          </a:solidFill>
        </p:spPr>
        <p:txBody>
          <a:bodyPr wrap="square" lIns="89551" tIns="89551" rIns="89551" bIns="89551" anchor="t" anchorCtr="0">
            <a:spAutoFit/>
          </a:bodyPr>
          <a:lstStyle>
            <a:lvl1pPr marL="0" indent="0" algn="ctr">
              <a:buNone/>
              <a:defRPr sz="3600" b="1" u="none" baseline="0">
                <a:solidFill>
                  <a:schemeClr val="bg1"/>
                </a:solidFill>
                <a:latin typeface="Century Gothic" panose="020B0502020202020204" pitchFamily="34" charset="0"/>
              </a:defRPr>
            </a:lvl1pPr>
          </a:lstStyle>
          <a:p>
            <a:pPr lvl="0"/>
            <a:r>
              <a:rPr lang="en-US" dirty="0"/>
              <a:t>(click to edit)  CONCLUSIONS</a:t>
            </a:r>
            <a:endParaRPr lang="en-US" dirty="0"/>
          </a:p>
        </p:txBody>
      </p:sp>
      <p:sp>
        <p:nvSpPr>
          <p:cNvPr id="26" name="Text Placeholder 3"/>
          <p:cNvSpPr>
            <a:spLocks noGrp="1"/>
          </p:cNvSpPr>
          <p:nvPr>
            <p:ph type="body" sz="quarter" idx="26" hasCustomPrompt="1"/>
          </p:nvPr>
        </p:nvSpPr>
        <p:spPr>
          <a:xfrm>
            <a:off x="15353328" y="6351522"/>
            <a:ext cx="14287682" cy="897605"/>
          </a:xfrm>
          <a:prstGeom prst="rect">
            <a:avLst/>
          </a:prstGeom>
        </p:spPr>
        <p:txBody>
          <a:bodyPr wrap="square" lIns="223877" tIns="223877" rIns="223877" bIns="223877" anchor="t" anchorCtr="0">
            <a:spAutoFit/>
          </a:bodyPr>
          <a:lstStyle>
            <a:lvl1pPr marL="0" indent="0">
              <a:buNone/>
              <a:defRPr sz="2800">
                <a:solidFill>
                  <a:schemeClr val="accent5">
                    <a:lumMod val="50000"/>
                  </a:schemeClr>
                </a:solidFill>
                <a:latin typeface="Century Gothic" panose="020B0502020202020204" pitchFamily="34" charset="0"/>
                <a:cs typeface="Times New Roman" panose="02020603050405020304" pitchFamily="18" charset="0"/>
              </a:defRPr>
            </a:lvl1pPr>
            <a:lvl2pPr marL="1455420" indent="-559435">
              <a:defRPr sz="2500">
                <a:latin typeface="Trebuchet MS" panose="020B0603020202020204" pitchFamily="34" charset="0"/>
              </a:defRPr>
            </a:lvl2pPr>
            <a:lvl3pPr marL="2014855" indent="-559435">
              <a:defRPr sz="2500">
                <a:latin typeface="Trebuchet MS" panose="020B0603020202020204" pitchFamily="34" charset="0"/>
              </a:defRPr>
            </a:lvl3pPr>
            <a:lvl4pPr marL="2630805" indent="-615950">
              <a:defRPr sz="2500">
                <a:latin typeface="Trebuchet MS" panose="020B0603020202020204" pitchFamily="34" charset="0"/>
              </a:defRPr>
            </a:lvl4pPr>
            <a:lvl5pPr marL="3078480" indent="-447675">
              <a:defRPr sz="2500">
                <a:latin typeface="Trebuchet MS" panose="020B0603020202020204" pitchFamily="34" charset="0"/>
              </a:defRPr>
            </a:lvl5pPr>
          </a:lstStyle>
          <a:p>
            <a:pPr lvl="0"/>
            <a:r>
              <a:rPr lang="en-US" dirty="0"/>
              <a:t>Type in or paste your text here</a:t>
            </a:r>
            <a:endParaRPr lang="en-US" dirty="0"/>
          </a:p>
        </p:txBody>
      </p:sp>
      <p:sp>
        <p:nvSpPr>
          <p:cNvPr id="27" name="Text Placeholder 5"/>
          <p:cNvSpPr>
            <a:spLocks noGrp="1"/>
          </p:cNvSpPr>
          <p:nvPr>
            <p:ph type="body" sz="quarter" idx="27" hasCustomPrompt="1"/>
          </p:nvPr>
        </p:nvSpPr>
        <p:spPr>
          <a:xfrm>
            <a:off x="15143082" y="30764007"/>
            <a:ext cx="14283756" cy="734849"/>
          </a:xfrm>
          <a:prstGeom prst="rect">
            <a:avLst/>
          </a:prstGeom>
          <a:solidFill>
            <a:schemeClr val="accent5">
              <a:lumMod val="50000"/>
            </a:schemeClr>
          </a:solidFill>
        </p:spPr>
        <p:txBody>
          <a:bodyPr wrap="square" lIns="89551" tIns="89551" rIns="89551" bIns="89551" anchor="t" anchorCtr="0">
            <a:spAutoFit/>
          </a:bodyPr>
          <a:lstStyle>
            <a:lvl1pPr marL="0" indent="0" algn="ctr">
              <a:buNone/>
              <a:defRPr sz="3600" b="1" u="none" baseline="0">
                <a:solidFill>
                  <a:schemeClr val="bg1"/>
                </a:solidFill>
                <a:latin typeface="Century Gothic" panose="020B0502020202020204" pitchFamily="34" charset="0"/>
              </a:defRPr>
            </a:lvl1pPr>
          </a:lstStyle>
          <a:p>
            <a:pPr lvl="0"/>
            <a:r>
              <a:rPr lang="en-US" dirty="0"/>
              <a:t>(click to edit)  REFERENCES</a:t>
            </a:r>
            <a:endParaRPr lang="en-US" dirty="0"/>
          </a:p>
        </p:txBody>
      </p:sp>
      <p:sp>
        <p:nvSpPr>
          <p:cNvPr id="28" name="Text Placeholder 3"/>
          <p:cNvSpPr>
            <a:spLocks noGrp="1"/>
          </p:cNvSpPr>
          <p:nvPr>
            <p:ph type="body" sz="quarter" idx="28" hasCustomPrompt="1"/>
          </p:nvPr>
        </p:nvSpPr>
        <p:spPr>
          <a:xfrm>
            <a:off x="15137606" y="31557290"/>
            <a:ext cx="14289232" cy="897605"/>
          </a:xfrm>
          <a:prstGeom prst="rect">
            <a:avLst/>
          </a:prstGeom>
        </p:spPr>
        <p:txBody>
          <a:bodyPr wrap="square" lIns="223877" tIns="223877" rIns="223877" bIns="223877" anchor="t" anchorCtr="0">
            <a:spAutoFit/>
          </a:bodyPr>
          <a:lstStyle>
            <a:lvl1pPr marL="0" indent="0">
              <a:buNone/>
              <a:defRPr sz="2800">
                <a:solidFill>
                  <a:schemeClr val="accent5">
                    <a:lumMod val="50000"/>
                  </a:schemeClr>
                </a:solidFill>
                <a:latin typeface="Century Gothic" panose="020B0502020202020204" pitchFamily="34" charset="0"/>
                <a:cs typeface="Times New Roman" panose="02020603050405020304" pitchFamily="18" charset="0"/>
              </a:defRPr>
            </a:lvl1pPr>
            <a:lvl2pPr marL="1455420" indent="-559435">
              <a:defRPr sz="2500">
                <a:latin typeface="Trebuchet MS" panose="020B0603020202020204" pitchFamily="34" charset="0"/>
              </a:defRPr>
            </a:lvl2pPr>
            <a:lvl3pPr marL="2014855" indent="-559435">
              <a:defRPr sz="2500">
                <a:latin typeface="Trebuchet MS" panose="020B0603020202020204" pitchFamily="34" charset="0"/>
              </a:defRPr>
            </a:lvl3pPr>
            <a:lvl4pPr marL="2630805" indent="-615950">
              <a:defRPr sz="2500">
                <a:latin typeface="Trebuchet MS" panose="020B0603020202020204" pitchFamily="34" charset="0"/>
              </a:defRPr>
            </a:lvl4pPr>
            <a:lvl5pPr marL="3078480" indent="-447675">
              <a:defRPr sz="2500">
                <a:latin typeface="Trebuchet MS" panose="020B0603020202020204" pitchFamily="34" charset="0"/>
              </a:defRPr>
            </a:lvl5pPr>
          </a:lstStyle>
          <a:p>
            <a:pPr lvl="0"/>
            <a:r>
              <a:rPr lang="en-US" dirty="0"/>
              <a:t>Type in or paste your text here</a:t>
            </a:r>
            <a:endParaRPr lang="en-US" dirty="0"/>
          </a:p>
        </p:txBody>
      </p:sp>
      <p:sp>
        <p:nvSpPr>
          <p:cNvPr id="29" name="Text Placeholder 5"/>
          <p:cNvSpPr>
            <a:spLocks noGrp="1"/>
          </p:cNvSpPr>
          <p:nvPr>
            <p:ph type="body" sz="quarter" idx="29" hasCustomPrompt="1"/>
          </p:nvPr>
        </p:nvSpPr>
        <p:spPr>
          <a:xfrm>
            <a:off x="15369879" y="38373782"/>
            <a:ext cx="14276605" cy="734849"/>
          </a:xfrm>
          <a:prstGeom prst="rect">
            <a:avLst/>
          </a:prstGeom>
          <a:solidFill>
            <a:schemeClr val="accent5">
              <a:lumMod val="50000"/>
            </a:schemeClr>
          </a:solidFill>
        </p:spPr>
        <p:txBody>
          <a:bodyPr wrap="square" lIns="89551" tIns="89551" rIns="89551" bIns="89551" anchor="t" anchorCtr="0">
            <a:spAutoFit/>
          </a:bodyPr>
          <a:lstStyle>
            <a:lvl1pPr marL="0" indent="0" algn="ctr">
              <a:buNone/>
              <a:defRPr sz="3600" b="1" u="none" baseline="0">
                <a:solidFill>
                  <a:schemeClr val="bg1"/>
                </a:solidFill>
                <a:latin typeface="Century Gothic" panose="020B0502020202020204" pitchFamily="34" charset="0"/>
              </a:defRPr>
            </a:lvl1pPr>
          </a:lstStyle>
          <a:p>
            <a:pPr lvl="0"/>
            <a:r>
              <a:rPr lang="en-US" dirty="0"/>
              <a:t>(click to edit)  ACKNOWLEDGEMENTS or  CONTACT</a:t>
            </a:r>
            <a:endParaRPr lang="en-US" dirty="0"/>
          </a:p>
        </p:txBody>
      </p:sp>
      <p:sp>
        <p:nvSpPr>
          <p:cNvPr id="30" name="Text Placeholder 3"/>
          <p:cNvSpPr>
            <a:spLocks noGrp="1"/>
          </p:cNvSpPr>
          <p:nvPr>
            <p:ph type="body" sz="quarter" idx="30" hasCustomPrompt="1"/>
          </p:nvPr>
        </p:nvSpPr>
        <p:spPr>
          <a:xfrm>
            <a:off x="15358804" y="39187065"/>
            <a:ext cx="14283756" cy="897605"/>
          </a:xfrm>
          <a:prstGeom prst="rect">
            <a:avLst/>
          </a:prstGeom>
        </p:spPr>
        <p:txBody>
          <a:bodyPr wrap="square" lIns="223877" tIns="223877" rIns="223877" bIns="223877" anchor="t" anchorCtr="0">
            <a:spAutoFit/>
          </a:bodyPr>
          <a:lstStyle>
            <a:lvl1pPr marL="0" indent="0">
              <a:buNone/>
              <a:defRPr sz="2800">
                <a:solidFill>
                  <a:schemeClr val="accent5">
                    <a:lumMod val="50000"/>
                  </a:schemeClr>
                </a:solidFill>
                <a:latin typeface="Century Gothic" panose="020B0502020202020204" pitchFamily="34" charset="0"/>
                <a:cs typeface="Times New Roman" panose="02020603050405020304" pitchFamily="18" charset="0"/>
              </a:defRPr>
            </a:lvl1pPr>
            <a:lvl2pPr marL="1455420" indent="-559435">
              <a:defRPr sz="2500">
                <a:latin typeface="Trebuchet MS" panose="020B0603020202020204" pitchFamily="34" charset="0"/>
              </a:defRPr>
            </a:lvl2pPr>
            <a:lvl3pPr marL="2014855" indent="-559435">
              <a:defRPr sz="2500">
                <a:latin typeface="Trebuchet MS" panose="020B0603020202020204" pitchFamily="34" charset="0"/>
              </a:defRPr>
            </a:lvl3pPr>
            <a:lvl4pPr marL="2630805" indent="-615950">
              <a:defRPr sz="2500">
                <a:latin typeface="Trebuchet MS" panose="020B0603020202020204" pitchFamily="34" charset="0"/>
              </a:defRPr>
            </a:lvl4pPr>
            <a:lvl5pPr marL="3078480" indent="-447675">
              <a:defRPr sz="2500">
                <a:latin typeface="Trebuchet MS" panose="020B0603020202020204" pitchFamily="34" charset="0"/>
              </a:defRPr>
            </a:lvl5pPr>
          </a:lstStyle>
          <a:p>
            <a:pPr lvl="0"/>
            <a:r>
              <a:rPr lang="en-US" dirty="0"/>
              <a:t>Type in or paste your text here</a:t>
            </a:r>
            <a:endParaRPr lang="en-US" dirty="0"/>
          </a:p>
        </p:txBody>
      </p:sp>
      <p:sp>
        <p:nvSpPr>
          <p:cNvPr id="60" name="Text Placeholder 3"/>
          <p:cNvSpPr>
            <a:spLocks noGrp="1"/>
          </p:cNvSpPr>
          <p:nvPr>
            <p:ph type="body" sz="quarter" idx="96" hasCustomPrompt="1"/>
          </p:nvPr>
        </p:nvSpPr>
        <p:spPr>
          <a:xfrm>
            <a:off x="611171" y="12829142"/>
            <a:ext cx="14300387" cy="897605"/>
          </a:xfrm>
          <a:prstGeom prst="rect">
            <a:avLst/>
          </a:prstGeom>
        </p:spPr>
        <p:txBody>
          <a:bodyPr wrap="square" lIns="223877" tIns="223877" rIns="223877" bIns="223877" anchor="t" anchorCtr="0">
            <a:spAutoFit/>
          </a:bodyPr>
          <a:lstStyle>
            <a:lvl1pPr marL="0" indent="0">
              <a:buNone/>
              <a:defRPr sz="2800">
                <a:solidFill>
                  <a:schemeClr val="accent5">
                    <a:lumMod val="50000"/>
                  </a:schemeClr>
                </a:solidFill>
                <a:latin typeface="Century Gothic" panose="020B0502020202020204" pitchFamily="34" charset="0"/>
                <a:cs typeface="Times New Roman" panose="02020603050405020304" pitchFamily="18" charset="0"/>
              </a:defRPr>
            </a:lvl1pPr>
            <a:lvl2pPr marL="1455420" indent="-559435">
              <a:defRPr sz="2500">
                <a:latin typeface="Trebuchet MS" panose="020B0603020202020204" pitchFamily="34" charset="0"/>
              </a:defRPr>
            </a:lvl2pPr>
            <a:lvl3pPr marL="2014855" indent="-559435">
              <a:defRPr sz="2500">
                <a:latin typeface="Trebuchet MS" panose="020B0603020202020204" pitchFamily="34" charset="0"/>
              </a:defRPr>
            </a:lvl3pPr>
            <a:lvl4pPr marL="2630805" indent="-615950">
              <a:defRPr sz="2500">
                <a:latin typeface="Trebuchet MS" panose="020B0603020202020204" pitchFamily="34" charset="0"/>
              </a:defRPr>
            </a:lvl4pPr>
            <a:lvl5pPr marL="3078480" indent="-447675">
              <a:defRPr sz="2500">
                <a:latin typeface="Trebuchet MS" panose="020B0603020202020204" pitchFamily="34" charset="0"/>
              </a:defRPr>
            </a:lvl5pPr>
          </a:lstStyle>
          <a:p>
            <a:pPr lvl="0"/>
            <a:r>
              <a:rPr lang="en-US" dirty="0"/>
              <a:t>Type in or paste your text here</a:t>
            </a:r>
            <a:endParaRPr lang="en-US" dirty="0"/>
          </a:p>
        </p:txBody>
      </p:sp>
      <p:sp>
        <p:nvSpPr>
          <p:cNvPr id="76" name="Text Placeholder 76"/>
          <p:cNvSpPr>
            <a:spLocks noGrp="1"/>
          </p:cNvSpPr>
          <p:nvPr>
            <p:ph type="body" sz="quarter" idx="150" hasCustomPrompt="1"/>
          </p:nvPr>
        </p:nvSpPr>
        <p:spPr>
          <a:xfrm>
            <a:off x="4090898" y="2637291"/>
            <a:ext cx="22093415" cy="632103"/>
          </a:xfrm>
          <a:prstGeom prst="rect">
            <a:avLst/>
          </a:prstGeom>
        </p:spPr>
        <p:txBody>
          <a:bodyPr lIns="77349" tIns="38675" rIns="77349" bIns="38675" anchor="t" anchorCtr="0">
            <a:spAutoFit/>
          </a:bodyPr>
          <a:lstStyle>
            <a:lvl1pPr marL="0" indent="0" algn="ctr">
              <a:buFontTx/>
              <a:buNone/>
              <a:defRPr sz="3600">
                <a:solidFill>
                  <a:schemeClr val="bg1"/>
                </a:solidFill>
                <a:latin typeface="Century Gothic" panose="020B0502020202020204" pitchFamily="34" charset="0"/>
              </a:defRPr>
            </a:lvl1pPr>
            <a:lvl2pPr>
              <a:buFontTx/>
              <a:buNone/>
              <a:defRPr sz="6100"/>
            </a:lvl2pPr>
            <a:lvl3pPr>
              <a:buFontTx/>
              <a:buNone/>
              <a:defRPr sz="6100"/>
            </a:lvl3pPr>
            <a:lvl4pPr>
              <a:buFontTx/>
              <a:buNone/>
              <a:defRPr sz="6100"/>
            </a:lvl4pPr>
            <a:lvl5pPr>
              <a:buFontTx/>
              <a:buNone/>
              <a:defRPr sz="6100"/>
            </a:lvl5pPr>
          </a:lstStyle>
          <a:p>
            <a:pPr lvl="0"/>
            <a:r>
              <a:rPr lang="en-US" dirty="0"/>
              <a:t>Click here to add affiliations</a:t>
            </a:r>
            <a:endParaRPr lang="en-US" dirty="0"/>
          </a:p>
        </p:txBody>
      </p:sp>
      <p:sp>
        <p:nvSpPr>
          <p:cNvPr id="79" name="Text Placeholder 76"/>
          <p:cNvSpPr>
            <a:spLocks noGrp="1"/>
          </p:cNvSpPr>
          <p:nvPr>
            <p:ph type="body" sz="quarter" idx="151" hasCustomPrompt="1"/>
          </p:nvPr>
        </p:nvSpPr>
        <p:spPr>
          <a:xfrm>
            <a:off x="4090898" y="1600973"/>
            <a:ext cx="22093415" cy="816769"/>
          </a:xfrm>
          <a:prstGeom prst="rect">
            <a:avLst/>
          </a:prstGeom>
        </p:spPr>
        <p:txBody>
          <a:bodyPr lIns="77349" tIns="38675" rIns="77349" bIns="38675" anchor="t" anchorCtr="0">
            <a:spAutoFit/>
          </a:bodyPr>
          <a:lstStyle>
            <a:lvl1pPr marL="0" indent="0" algn="ctr">
              <a:buFontTx/>
              <a:buNone/>
              <a:defRPr sz="4800">
                <a:solidFill>
                  <a:schemeClr val="bg1"/>
                </a:solidFill>
                <a:latin typeface="Century Gothic" panose="020B0502020202020204" pitchFamily="34" charset="0"/>
              </a:defRPr>
            </a:lvl1pPr>
            <a:lvl2pPr>
              <a:buFontTx/>
              <a:buNone/>
              <a:defRPr sz="6100"/>
            </a:lvl2pPr>
            <a:lvl3pPr>
              <a:buFontTx/>
              <a:buNone/>
              <a:defRPr sz="6100"/>
            </a:lvl3pPr>
            <a:lvl4pPr>
              <a:buFontTx/>
              <a:buNone/>
              <a:defRPr sz="6100"/>
            </a:lvl4pPr>
            <a:lvl5pPr>
              <a:buFontTx/>
              <a:buNone/>
              <a:defRPr sz="6100"/>
            </a:lvl5pPr>
          </a:lstStyle>
          <a:p>
            <a:pPr lvl="0"/>
            <a:r>
              <a:rPr lang="en-US" dirty="0"/>
              <a:t>Click here to add authors</a:t>
            </a:r>
            <a:endParaRPr lang="en-US" dirty="0"/>
          </a:p>
        </p:txBody>
      </p:sp>
      <p:sp>
        <p:nvSpPr>
          <p:cNvPr id="80" name="Text Placeholder 76"/>
          <p:cNvSpPr>
            <a:spLocks noGrp="1"/>
          </p:cNvSpPr>
          <p:nvPr>
            <p:ph type="body" sz="quarter" idx="153" hasCustomPrompt="1"/>
          </p:nvPr>
        </p:nvSpPr>
        <p:spPr>
          <a:xfrm>
            <a:off x="4090899" y="401500"/>
            <a:ext cx="22093415" cy="1186101"/>
          </a:xfrm>
          <a:prstGeom prst="rect">
            <a:avLst/>
          </a:prstGeom>
        </p:spPr>
        <p:txBody>
          <a:bodyPr lIns="77349" tIns="38675" rIns="77349" bIns="38675" anchor="t" anchorCtr="0">
            <a:spAutoFit/>
          </a:bodyPr>
          <a:lstStyle>
            <a:lvl1pPr marL="0" indent="0" algn="ctr">
              <a:buFontTx/>
              <a:buNone/>
              <a:defRPr sz="7200" b="1">
                <a:solidFill>
                  <a:schemeClr val="bg1"/>
                </a:solidFill>
                <a:latin typeface="Century Gothic" panose="020B0502020202020204" pitchFamily="34" charset="0"/>
              </a:defRPr>
            </a:lvl1pPr>
            <a:lvl2pPr>
              <a:buFontTx/>
              <a:buNone/>
              <a:defRPr sz="6100"/>
            </a:lvl2pPr>
            <a:lvl3pPr>
              <a:buFontTx/>
              <a:buNone/>
              <a:defRPr sz="6100"/>
            </a:lvl3pPr>
            <a:lvl4pPr>
              <a:buFontTx/>
              <a:buNone/>
              <a:defRPr sz="6100"/>
            </a:lvl4pPr>
            <a:lvl5pPr>
              <a:buFontTx/>
              <a:buNone/>
              <a:defRPr sz="6100"/>
            </a:lvl5pPr>
          </a:lstStyle>
          <a:p>
            <a:pPr lvl="0"/>
            <a:r>
              <a:rPr lang="en-US" dirty="0"/>
              <a:t>Click here to add title</a:t>
            </a:r>
            <a:endParaRPr lang="en-US" dirty="0"/>
          </a:p>
        </p:txBody>
      </p:sp>
      <p:sp>
        <p:nvSpPr>
          <p:cNvPr id="15" name="Text Placeholder 5"/>
          <p:cNvSpPr>
            <a:spLocks noGrp="1"/>
          </p:cNvSpPr>
          <p:nvPr>
            <p:ph type="body" sz="quarter" idx="154" hasCustomPrompt="1"/>
          </p:nvPr>
        </p:nvSpPr>
        <p:spPr>
          <a:xfrm>
            <a:off x="611171" y="21244368"/>
            <a:ext cx="14287682" cy="734849"/>
          </a:xfrm>
          <a:prstGeom prst="rect">
            <a:avLst/>
          </a:prstGeom>
          <a:solidFill>
            <a:schemeClr val="accent5">
              <a:lumMod val="50000"/>
            </a:schemeClr>
          </a:solidFill>
        </p:spPr>
        <p:txBody>
          <a:bodyPr wrap="square" lIns="89551" tIns="89551" rIns="89551" bIns="89551" anchor="t" anchorCtr="0">
            <a:spAutoFit/>
          </a:bodyPr>
          <a:lstStyle>
            <a:lvl1pPr marL="0" indent="0" algn="ctr">
              <a:buNone/>
              <a:defRPr sz="3600" b="1" u="none" baseline="0">
                <a:solidFill>
                  <a:schemeClr val="bg1"/>
                </a:solidFill>
                <a:latin typeface="Century Gothic" panose="020B0502020202020204" pitchFamily="34" charset="0"/>
              </a:defRPr>
            </a:lvl1pPr>
          </a:lstStyle>
          <a:p>
            <a:pPr lvl="0"/>
            <a:r>
              <a:rPr lang="en-US" dirty="0"/>
              <a:t>(click to edit)  RESULTS</a:t>
            </a:r>
            <a:endParaRPr lang="en-US" dirty="0"/>
          </a:p>
        </p:txBody>
      </p:sp>
      <p:sp>
        <p:nvSpPr>
          <p:cNvPr id="16" name="Text Placeholder 3"/>
          <p:cNvSpPr>
            <a:spLocks noGrp="1"/>
          </p:cNvSpPr>
          <p:nvPr>
            <p:ph type="body" sz="quarter" idx="155" hasCustomPrompt="1"/>
          </p:nvPr>
        </p:nvSpPr>
        <p:spPr>
          <a:xfrm>
            <a:off x="611171" y="21983294"/>
            <a:ext cx="14287682" cy="897605"/>
          </a:xfrm>
          <a:prstGeom prst="rect">
            <a:avLst/>
          </a:prstGeom>
        </p:spPr>
        <p:txBody>
          <a:bodyPr wrap="square" lIns="223877" tIns="223877" rIns="223877" bIns="223877" anchor="t" anchorCtr="0">
            <a:spAutoFit/>
          </a:bodyPr>
          <a:lstStyle>
            <a:lvl1pPr marL="0" indent="0">
              <a:buNone/>
              <a:defRPr sz="2800">
                <a:solidFill>
                  <a:schemeClr val="accent5">
                    <a:lumMod val="50000"/>
                  </a:schemeClr>
                </a:solidFill>
                <a:latin typeface="Century Gothic" panose="020B0502020202020204" pitchFamily="34" charset="0"/>
                <a:cs typeface="Times New Roman" panose="02020603050405020304" pitchFamily="18" charset="0"/>
              </a:defRPr>
            </a:lvl1pPr>
            <a:lvl2pPr marL="1455420" indent="-559435">
              <a:defRPr sz="2500">
                <a:latin typeface="Trebuchet MS" panose="020B0603020202020204" pitchFamily="34" charset="0"/>
              </a:defRPr>
            </a:lvl2pPr>
            <a:lvl3pPr marL="2014855" indent="-559435">
              <a:defRPr sz="2500">
                <a:latin typeface="Trebuchet MS" panose="020B0603020202020204" pitchFamily="34" charset="0"/>
              </a:defRPr>
            </a:lvl3pPr>
            <a:lvl4pPr marL="2630805" indent="-615950">
              <a:defRPr sz="2500">
                <a:latin typeface="Trebuchet MS" panose="020B0603020202020204" pitchFamily="34" charset="0"/>
              </a:defRPr>
            </a:lvl4pPr>
            <a:lvl5pPr marL="3078480" indent="-447675">
              <a:defRPr sz="2500">
                <a:latin typeface="Trebuchet MS" panose="020B0603020202020204" pitchFamily="34" charset="0"/>
              </a:defRPr>
            </a:lvl5pPr>
          </a:lstStyle>
          <a:p>
            <a:pPr lvl="0"/>
            <a:r>
              <a:rPr lang="en-US" dirty="0"/>
              <a:t>Type in or paste your text here</a:t>
            </a:r>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Without guides">
    <p:spTree>
      <p:nvGrpSpPr>
        <p:cNvPr id="1" name=""/>
        <p:cNvGrpSpPr/>
        <p:nvPr/>
      </p:nvGrpSpPr>
      <p:grpSpPr>
        <a:xfrm>
          <a:off x="0" y="0"/>
          <a:ext cx="0" cy="0"/>
          <a:chOff x="0" y="0"/>
          <a:chExt cx="0" cy="0"/>
        </a:xfrm>
      </p:grpSpPr>
      <p:sp>
        <p:nvSpPr>
          <p:cNvPr id="4" name="Text Placeholder 3"/>
          <p:cNvSpPr>
            <a:spLocks noGrp="1"/>
          </p:cNvSpPr>
          <p:nvPr>
            <p:ph type="body" sz="quarter" idx="10" hasCustomPrompt="1"/>
          </p:nvPr>
        </p:nvSpPr>
        <p:spPr>
          <a:xfrm>
            <a:off x="623691" y="7585962"/>
            <a:ext cx="14299153" cy="897605"/>
          </a:xfrm>
          <a:prstGeom prst="rect">
            <a:avLst/>
          </a:prstGeom>
        </p:spPr>
        <p:txBody>
          <a:bodyPr wrap="square" lIns="223877" tIns="223877" rIns="223877" bIns="223877">
            <a:spAutoFit/>
          </a:bodyPr>
          <a:lstStyle>
            <a:lvl1pPr marL="0" indent="0">
              <a:buNone/>
              <a:defRPr sz="2800">
                <a:solidFill>
                  <a:schemeClr val="accent5">
                    <a:lumMod val="50000"/>
                  </a:schemeClr>
                </a:solidFill>
                <a:latin typeface="Times New Roman" panose="02020603050405020304" pitchFamily="18" charset="0"/>
                <a:cs typeface="Times New Roman" panose="02020603050405020304" pitchFamily="18" charset="0"/>
              </a:defRPr>
            </a:lvl1pPr>
            <a:lvl2pPr marL="1455420" indent="-559435">
              <a:defRPr sz="2500">
                <a:latin typeface="Trebuchet MS" panose="020B0603020202020204" pitchFamily="34" charset="0"/>
              </a:defRPr>
            </a:lvl2pPr>
            <a:lvl3pPr marL="2014855" indent="-559435">
              <a:defRPr sz="2500">
                <a:latin typeface="Trebuchet MS" panose="020B0603020202020204" pitchFamily="34" charset="0"/>
              </a:defRPr>
            </a:lvl3pPr>
            <a:lvl4pPr marL="2630805" indent="-615950">
              <a:defRPr sz="2500">
                <a:latin typeface="Trebuchet MS" panose="020B0603020202020204" pitchFamily="34" charset="0"/>
              </a:defRPr>
            </a:lvl4pPr>
            <a:lvl5pPr marL="3078480" indent="-447675">
              <a:defRPr sz="2500">
                <a:latin typeface="Trebuchet MS" panose="020B0603020202020204" pitchFamily="34" charset="0"/>
              </a:defRPr>
            </a:lvl5pPr>
          </a:lstStyle>
          <a:p>
            <a:pPr lvl="0"/>
            <a:r>
              <a:rPr lang="en-US" dirty="0"/>
              <a:t>Type in or paste your text here</a:t>
            </a:r>
            <a:endParaRPr lang="en-US" dirty="0"/>
          </a:p>
        </p:txBody>
      </p:sp>
      <p:sp>
        <p:nvSpPr>
          <p:cNvPr id="6" name="Text Placeholder 5"/>
          <p:cNvSpPr>
            <a:spLocks noGrp="1"/>
          </p:cNvSpPr>
          <p:nvPr>
            <p:ph type="body" sz="quarter" idx="11" hasCustomPrompt="1"/>
          </p:nvPr>
        </p:nvSpPr>
        <p:spPr>
          <a:xfrm>
            <a:off x="636213" y="6847036"/>
            <a:ext cx="14287866" cy="800265"/>
          </a:xfrm>
          <a:prstGeom prst="rect">
            <a:avLst/>
          </a:prstGeom>
          <a:noFill/>
        </p:spPr>
        <p:txBody>
          <a:bodyPr wrap="square" lIns="89551" tIns="89551" rIns="89551" bIns="89551" anchor="ctr" anchorCtr="0">
            <a:spAutoFit/>
          </a:bodyPr>
          <a:lstStyle>
            <a:lvl1pPr marL="0" indent="0" algn="ctr">
              <a:buNone/>
              <a:defRPr sz="3900" b="1" u="sng" baseline="0">
                <a:solidFill>
                  <a:schemeClr val="accent5">
                    <a:lumMod val="50000"/>
                  </a:schemeClr>
                </a:solidFill>
              </a:defRPr>
            </a:lvl1pPr>
          </a:lstStyle>
          <a:p>
            <a:pPr lvl="0"/>
            <a:r>
              <a:rPr lang="en-US" dirty="0"/>
              <a:t>(click to edit) INTRODUCTION or ABSTRACT</a:t>
            </a:r>
            <a:endParaRPr lang="en-US" dirty="0"/>
          </a:p>
        </p:txBody>
      </p:sp>
      <p:sp>
        <p:nvSpPr>
          <p:cNvPr id="20" name="Text Placeholder 5"/>
          <p:cNvSpPr>
            <a:spLocks noGrp="1"/>
          </p:cNvSpPr>
          <p:nvPr>
            <p:ph type="body" sz="quarter" idx="20" hasCustomPrompt="1"/>
          </p:nvPr>
        </p:nvSpPr>
        <p:spPr>
          <a:xfrm>
            <a:off x="636211" y="18480518"/>
            <a:ext cx="14291358" cy="800265"/>
          </a:xfrm>
          <a:prstGeom prst="rect">
            <a:avLst/>
          </a:prstGeom>
          <a:noFill/>
        </p:spPr>
        <p:txBody>
          <a:bodyPr wrap="square" lIns="89551" tIns="89551" rIns="89551" bIns="89551" anchor="ctr" anchorCtr="0">
            <a:spAutoFit/>
          </a:bodyPr>
          <a:lstStyle>
            <a:lvl1pPr marL="0" indent="0" algn="ctr">
              <a:buNone/>
              <a:defRPr sz="3900" b="1" u="sng" baseline="0">
                <a:solidFill>
                  <a:schemeClr val="accent5">
                    <a:lumMod val="50000"/>
                  </a:schemeClr>
                </a:solidFill>
              </a:defRPr>
            </a:lvl1pPr>
          </a:lstStyle>
          <a:p>
            <a:pPr lvl="0"/>
            <a:r>
              <a:rPr lang="en-US" dirty="0"/>
              <a:t>(click to edit)  OBJECTIVES</a:t>
            </a:r>
            <a:endParaRPr lang="en-US" dirty="0"/>
          </a:p>
        </p:txBody>
      </p:sp>
      <p:sp>
        <p:nvSpPr>
          <p:cNvPr id="25" name="Text Placeholder 5"/>
          <p:cNvSpPr>
            <a:spLocks noGrp="1"/>
          </p:cNvSpPr>
          <p:nvPr>
            <p:ph type="body" sz="quarter" idx="25" hasCustomPrompt="1"/>
          </p:nvPr>
        </p:nvSpPr>
        <p:spPr>
          <a:xfrm>
            <a:off x="15353328" y="6847036"/>
            <a:ext cx="14287682" cy="800265"/>
          </a:xfrm>
          <a:prstGeom prst="rect">
            <a:avLst/>
          </a:prstGeom>
          <a:noFill/>
        </p:spPr>
        <p:txBody>
          <a:bodyPr wrap="square" lIns="89551" tIns="89551" rIns="89551" bIns="89551" anchor="ctr" anchorCtr="0">
            <a:spAutoFit/>
          </a:bodyPr>
          <a:lstStyle>
            <a:lvl1pPr marL="0" indent="0" algn="ctr">
              <a:buNone/>
              <a:defRPr sz="3900" b="1" u="sng" baseline="0">
                <a:solidFill>
                  <a:schemeClr val="accent5">
                    <a:lumMod val="50000"/>
                  </a:schemeClr>
                </a:solidFill>
              </a:defRPr>
            </a:lvl1pPr>
          </a:lstStyle>
          <a:p>
            <a:pPr lvl="0"/>
            <a:r>
              <a:rPr lang="en-US" dirty="0"/>
              <a:t>(click to edit)  CONCLUSIONS</a:t>
            </a:r>
            <a:endParaRPr lang="en-US" dirty="0"/>
          </a:p>
        </p:txBody>
      </p:sp>
      <p:sp>
        <p:nvSpPr>
          <p:cNvPr id="26" name="Text Placeholder 3"/>
          <p:cNvSpPr>
            <a:spLocks noGrp="1"/>
          </p:cNvSpPr>
          <p:nvPr>
            <p:ph type="body" sz="quarter" idx="26" hasCustomPrompt="1"/>
          </p:nvPr>
        </p:nvSpPr>
        <p:spPr>
          <a:xfrm>
            <a:off x="15353328" y="7585962"/>
            <a:ext cx="14287682" cy="897605"/>
          </a:xfrm>
          <a:prstGeom prst="rect">
            <a:avLst/>
          </a:prstGeom>
        </p:spPr>
        <p:txBody>
          <a:bodyPr wrap="square" lIns="223877" tIns="223877" rIns="223877" bIns="223877">
            <a:spAutoFit/>
          </a:bodyPr>
          <a:lstStyle>
            <a:lvl1pPr marL="0" indent="0">
              <a:buNone/>
              <a:defRPr sz="2800">
                <a:solidFill>
                  <a:schemeClr val="accent5">
                    <a:lumMod val="50000"/>
                  </a:schemeClr>
                </a:solidFill>
                <a:latin typeface="Times New Roman" panose="02020603050405020304" pitchFamily="18" charset="0"/>
                <a:cs typeface="Times New Roman" panose="02020603050405020304" pitchFamily="18" charset="0"/>
              </a:defRPr>
            </a:lvl1pPr>
            <a:lvl2pPr marL="1455420" indent="-559435">
              <a:defRPr sz="2500">
                <a:latin typeface="Trebuchet MS" panose="020B0603020202020204" pitchFamily="34" charset="0"/>
              </a:defRPr>
            </a:lvl2pPr>
            <a:lvl3pPr marL="2014855" indent="-559435">
              <a:defRPr sz="2500">
                <a:latin typeface="Trebuchet MS" panose="020B0603020202020204" pitchFamily="34" charset="0"/>
              </a:defRPr>
            </a:lvl3pPr>
            <a:lvl4pPr marL="2630805" indent="-615950">
              <a:defRPr sz="2500">
                <a:latin typeface="Trebuchet MS" panose="020B0603020202020204" pitchFamily="34" charset="0"/>
              </a:defRPr>
            </a:lvl4pPr>
            <a:lvl5pPr marL="3078480" indent="-447675">
              <a:defRPr sz="2500">
                <a:latin typeface="Trebuchet MS" panose="020B0603020202020204" pitchFamily="34" charset="0"/>
              </a:defRPr>
            </a:lvl5pPr>
          </a:lstStyle>
          <a:p>
            <a:pPr lvl="0"/>
            <a:r>
              <a:rPr lang="en-US" dirty="0"/>
              <a:t>Type in or paste your text here</a:t>
            </a:r>
            <a:endParaRPr lang="en-US" dirty="0"/>
          </a:p>
        </p:txBody>
      </p:sp>
      <p:sp>
        <p:nvSpPr>
          <p:cNvPr id="27" name="Text Placeholder 5"/>
          <p:cNvSpPr>
            <a:spLocks noGrp="1"/>
          </p:cNvSpPr>
          <p:nvPr>
            <p:ph type="body" sz="quarter" idx="27" hasCustomPrompt="1"/>
          </p:nvPr>
        </p:nvSpPr>
        <p:spPr>
          <a:xfrm>
            <a:off x="15353329" y="18503095"/>
            <a:ext cx="14283756" cy="800265"/>
          </a:xfrm>
          <a:prstGeom prst="rect">
            <a:avLst/>
          </a:prstGeom>
          <a:noFill/>
        </p:spPr>
        <p:txBody>
          <a:bodyPr wrap="square" lIns="89551" tIns="89551" rIns="89551" bIns="89551" anchor="ctr" anchorCtr="0">
            <a:spAutoFit/>
          </a:bodyPr>
          <a:lstStyle>
            <a:lvl1pPr marL="0" indent="0" algn="ctr">
              <a:buNone/>
              <a:defRPr sz="3900" b="1" u="sng" baseline="0">
                <a:solidFill>
                  <a:schemeClr val="accent5">
                    <a:lumMod val="50000"/>
                  </a:schemeClr>
                </a:solidFill>
              </a:defRPr>
            </a:lvl1pPr>
          </a:lstStyle>
          <a:p>
            <a:pPr lvl="0"/>
            <a:r>
              <a:rPr lang="en-US" dirty="0"/>
              <a:t>(click to edit)  REFERENCES</a:t>
            </a:r>
            <a:endParaRPr lang="en-US" dirty="0"/>
          </a:p>
        </p:txBody>
      </p:sp>
      <p:sp>
        <p:nvSpPr>
          <p:cNvPr id="28" name="Text Placeholder 3"/>
          <p:cNvSpPr>
            <a:spLocks noGrp="1"/>
          </p:cNvSpPr>
          <p:nvPr>
            <p:ph type="body" sz="quarter" idx="28" hasCustomPrompt="1"/>
          </p:nvPr>
        </p:nvSpPr>
        <p:spPr>
          <a:xfrm>
            <a:off x="15347853" y="19296378"/>
            <a:ext cx="14289232" cy="897605"/>
          </a:xfrm>
          <a:prstGeom prst="rect">
            <a:avLst/>
          </a:prstGeom>
        </p:spPr>
        <p:txBody>
          <a:bodyPr wrap="square" lIns="223877" tIns="223877" rIns="223877" bIns="223877">
            <a:spAutoFit/>
          </a:bodyPr>
          <a:lstStyle>
            <a:lvl1pPr marL="0" indent="0">
              <a:buNone/>
              <a:defRPr sz="2800">
                <a:solidFill>
                  <a:schemeClr val="accent5">
                    <a:lumMod val="50000"/>
                  </a:schemeClr>
                </a:solidFill>
                <a:latin typeface="Times New Roman" panose="02020603050405020304" pitchFamily="18" charset="0"/>
                <a:cs typeface="Times New Roman" panose="02020603050405020304" pitchFamily="18" charset="0"/>
              </a:defRPr>
            </a:lvl1pPr>
            <a:lvl2pPr marL="1455420" indent="-559435">
              <a:defRPr sz="2500">
                <a:latin typeface="Trebuchet MS" panose="020B0603020202020204" pitchFamily="34" charset="0"/>
              </a:defRPr>
            </a:lvl2pPr>
            <a:lvl3pPr marL="2014855" indent="-559435">
              <a:defRPr sz="2500">
                <a:latin typeface="Trebuchet MS" panose="020B0603020202020204" pitchFamily="34" charset="0"/>
              </a:defRPr>
            </a:lvl3pPr>
            <a:lvl4pPr marL="2630805" indent="-615950">
              <a:defRPr sz="2500">
                <a:latin typeface="Trebuchet MS" panose="020B0603020202020204" pitchFamily="34" charset="0"/>
              </a:defRPr>
            </a:lvl4pPr>
            <a:lvl5pPr marL="3078480" indent="-447675">
              <a:defRPr sz="2500">
                <a:latin typeface="Trebuchet MS" panose="020B0603020202020204" pitchFamily="34" charset="0"/>
              </a:defRPr>
            </a:lvl5pPr>
          </a:lstStyle>
          <a:p>
            <a:pPr lvl="0"/>
            <a:r>
              <a:rPr lang="en-US" dirty="0"/>
              <a:t>Type in or paste your text here</a:t>
            </a:r>
            <a:endParaRPr lang="en-US" dirty="0"/>
          </a:p>
        </p:txBody>
      </p:sp>
      <p:sp>
        <p:nvSpPr>
          <p:cNvPr id="29" name="Text Placeholder 5"/>
          <p:cNvSpPr>
            <a:spLocks noGrp="1"/>
          </p:cNvSpPr>
          <p:nvPr>
            <p:ph type="body" sz="quarter" idx="29" hasCustomPrompt="1"/>
          </p:nvPr>
        </p:nvSpPr>
        <p:spPr>
          <a:xfrm>
            <a:off x="15364404" y="33390901"/>
            <a:ext cx="14276605" cy="800265"/>
          </a:xfrm>
          <a:prstGeom prst="rect">
            <a:avLst/>
          </a:prstGeom>
          <a:noFill/>
        </p:spPr>
        <p:txBody>
          <a:bodyPr wrap="square" lIns="89551" tIns="89551" rIns="89551" bIns="89551" anchor="ctr" anchorCtr="0">
            <a:spAutoFit/>
          </a:bodyPr>
          <a:lstStyle>
            <a:lvl1pPr marL="0" indent="0" algn="ctr">
              <a:buNone/>
              <a:defRPr sz="3900" b="1" u="sng" baseline="0">
                <a:solidFill>
                  <a:schemeClr val="accent5">
                    <a:lumMod val="50000"/>
                  </a:schemeClr>
                </a:solidFill>
              </a:defRPr>
            </a:lvl1pPr>
          </a:lstStyle>
          <a:p>
            <a:pPr lvl="0"/>
            <a:r>
              <a:rPr lang="en-US" dirty="0"/>
              <a:t>(click to edit)  ACKNOWLEDGEMENTS or  CONTACT</a:t>
            </a:r>
            <a:endParaRPr lang="en-US" dirty="0"/>
          </a:p>
        </p:txBody>
      </p:sp>
      <p:sp>
        <p:nvSpPr>
          <p:cNvPr id="30" name="Text Placeholder 3"/>
          <p:cNvSpPr>
            <a:spLocks noGrp="1"/>
          </p:cNvSpPr>
          <p:nvPr>
            <p:ph type="body" sz="quarter" idx="30" hasCustomPrompt="1"/>
          </p:nvPr>
        </p:nvSpPr>
        <p:spPr>
          <a:xfrm>
            <a:off x="15353329" y="34204184"/>
            <a:ext cx="14283756" cy="897605"/>
          </a:xfrm>
          <a:prstGeom prst="rect">
            <a:avLst/>
          </a:prstGeom>
        </p:spPr>
        <p:txBody>
          <a:bodyPr wrap="square" lIns="223877" tIns="223877" rIns="223877" bIns="223877">
            <a:spAutoFit/>
          </a:bodyPr>
          <a:lstStyle>
            <a:lvl1pPr marL="0" indent="0">
              <a:buNone/>
              <a:defRPr sz="2800">
                <a:solidFill>
                  <a:schemeClr val="accent5">
                    <a:lumMod val="50000"/>
                  </a:schemeClr>
                </a:solidFill>
                <a:latin typeface="Times New Roman" panose="02020603050405020304" pitchFamily="18" charset="0"/>
                <a:cs typeface="Times New Roman" panose="02020603050405020304" pitchFamily="18" charset="0"/>
              </a:defRPr>
            </a:lvl1pPr>
            <a:lvl2pPr marL="1455420" indent="-559435">
              <a:defRPr sz="2500">
                <a:latin typeface="Trebuchet MS" panose="020B0603020202020204" pitchFamily="34" charset="0"/>
              </a:defRPr>
            </a:lvl2pPr>
            <a:lvl3pPr marL="2014855" indent="-559435">
              <a:defRPr sz="2500">
                <a:latin typeface="Trebuchet MS" panose="020B0603020202020204" pitchFamily="34" charset="0"/>
              </a:defRPr>
            </a:lvl3pPr>
            <a:lvl4pPr marL="2630805" indent="-615950">
              <a:defRPr sz="2500">
                <a:latin typeface="Trebuchet MS" panose="020B0603020202020204" pitchFamily="34" charset="0"/>
              </a:defRPr>
            </a:lvl4pPr>
            <a:lvl5pPr marL="3078480" indent="-447675">
              <a:defRPr sz="2500">
                <a:latin typeface="Trebuchet MS" panose="020B0603020202020204" pitchFamily="34" charset="0"/>
              </a:defRPr>
            </a:lvl5pPr>
          </a:lstStyle>
          <a:p>
            <a:pPr lvl="0"/>
            <a:r>
              <a:rPr lang="en-US" dirty="0"/>
              <a:t>Type in or paste your text here</a:t>
            </a:r>
            <a:endParaRPr lang="en-US" dirty="0"/>
          </a:p>
        </p:txBody>
      </p:sp>
      <p:sp>
        <p:nvSpPr>
          <p:cNvPr id="60" name="Text Placeholder 3"/>
          <p:cNvSpPr>
            <a:spLocks noGrp="1"/>
          </p:cNvSpPr>
          <p:nvPr>
            <p:ph type="body" sz="quarter" idx="96" hasCustomPrompt="1"/>
          </p:nvPr>
        </p:nvSpPr>
        <p:spPr>
          <a:xfrm>
            <a:off x="623691" y="19275662"/>
            <a:ext cx="14300387" cy="897605"/>
          </a:xfrm>
          <a:prstGeom prst="rect">
            <a:avLst/>
          </a:prstGeom>
        </p:spPr>
        <p:txBody>
          <a:bodyPr wrap="square" lIns="223877" tIns="223877" rIns="223877" bIns="223877">
            <a:spAutoFit/>
          </a:bodyPr>
          <a:lstStyle>
            <a:lvl1pPr marL="0" indent="0">
              <a:buNone/>
              <a:defRPr sz="2800">
                <a:solidFill>
                  <a:schemeClr val="accent5">
                    <a:lumMod val="50000"/>
                  </a:schemeClr>
                </a:solidFill>
                <a:latin typeface="Times New Roman" panose="02020603050405020304" pitchFamily="18" charset="0"/>
                <a:cs typeface="Times New Roman" panose="02020603050405020304" pitchFamily="18" charset="0"/>
              </a:defRPr>
            </a:lvl1pPr>
            <a:lvl2pPr marL="1455420" indent="-559435">
              <a:defRPr sz="2500">
                <a:latin typeface="Trebuchet MS" panose="020B0603020202020204" pitchFamily="34" charset="0"/>
              </a:defRPr>
            </a:lvl2pPr>
            <a:lvl3pPr marL="2014855" indent="-559435">
              <a:defRPr sz="2500">
                <a:latin typeface="Trebuchet MS" panose="020B0603020202020204" pitchFamily="34" charset="0"/>
              </a:defRPr>
            </a:lvl3pPr>
            <a:lvl4pPr marL="2630805" indent="-615950">
              <a:defRPr sz="2500">
                <a:latin typeface="Trebuchet MS" panose="020B0603020202020204" pitchFamily="34" charset="0"/>
              </a:defRPr>
            </a:lvl4pPr>
            <a:lvl5pPr marL="3078480" indent="-447675">
              <a:defRPr sz="2500">
                <a:latin typeface="Trebuchet MS" panose="020B0603020202020204" pitchFamily="34" charset="0"/>
              </a:defRPr>
            </a:lvl5pPr>
          </a:lstStyle>
          <a:p>
            <a:pPr lvl="0"/>
            <a:r>
              <a:rPr lang="en-US" dirty="0"/>
              <a:t>Type in or paste your text here</a:t>
            </a:r>
            <a:endParaRPr lang="en-US" dirty="0"/>
          </a:p>
        </p:txBody>
      </p:sp>
      <p:sp>
        <p:nvSpPr>
          <p:cNvPr id="76" name="Text Placeholder 76"/>
          <p:cNvSpPr>
            <a:spLocks noGrp="1"/>
          </p:cNvSpPr>
          <p:nvPr>
            <p:ph type="body" sz="quarter" idx="150" hasCustomPrompt="1"/>
          </p:nvPr>
        </p:nvSpPr>
        <p:spPr>
          <a:xfrm>
            <a:off x="4090899" y="4110875"/>
            <a:ext cx="22093415" cy="1087559"/>
          </a:xfrm>
          <a:prstGeom prst="rect">
            <a:avLst/>
          </a:prstGeom>
        </p:spPr>
        <p:txBody>
          <a:bodyPr lIns="77349" tIns="38675" rIns="77349" bIns="38675">
            <a:normAutofit/>
          </a:bodyPr>
          <a:lstStyle>
            <a:lvl1pPr marL="0" indent="0" algn="ctr">
              <a:buFontTx/>
              <a:buNone/>
              <a:defRPr sz="5400">
                <a:solidFill>
                  <a:schemeClr val="accent5">
                    <a:lumMod val="50000"/>
                  </a:schemeClr>
                </a:solidFill>
                <a:latin typeface="+mj-lt"/>
              </a:defRPr>
            </a:lvl1pPr>
            <a:lvl2pPr>
              <a:buFontTx/>
              <a:buNone/>
              <a:defRPr sz="6100"/>
            </a:lvl2pPr>
            <a:lvl3pPr>
              <a:buFontTx/>
              <a:buNone/>
              <a:defRPr sz="6100"/>
            </a:lvl3pPr>
            <a:lvl4pPr>
              <a:buFontTx/>
              <a:buNone/>
              <a:defRPr sz="6100"/>
            </a:lvl4pPr>
            <a:lvl5pPr>
              <a:buFontTx/>
              <a:buNone/>
              <a:defRPr sz="6100"/>
            </a:lvl5pPr>
          </a:lstStyle>
          <a:p>
            <a:pPr lvl="0"/>
            <a:r>
              <a:rPr lang="en-US" dirty="0"/>
              <a:t>Click here to add affiliations</a:t>
            </a:r>
            <a:endParaRPr lang="en-US" dirty="0"/>
          </a:p>
        </p:txBody>
      </p:sp>
      <p:sp>
        <p:nvSpPr>
          <p:cNvPr id="79" name="Text Placeholder 76"/>
          <p:cNvSpPr>
            <a:spLocks noGrp="1"/>
          </p:cNvSpPr>
          <p:nvPr>
            <p:ph type="body" sz="quarter" idx="151" hasCustomPrompt="1"/>
          </p:nvPr>
        </p:nvSpPr>
        <p:spPr>
          <a:xfrm>
            <a:off x="4090899" y="2558463"/>
            <a:ext cx="22093415" cy="1262156"/>
          </a:xfrm>
          <a:prstGeom prst="rect">
            <a:avLst/>
          </a:prstGeom>
        </p:spPr>
        <p:txBody>
          <a:bodyPr lIns="77349" tIns="38675" rIns="77349" bIns="38675" anchor="t" anchorCtr="1">
            <a:noAutofit/>
          </a:bodyPr>
          <a:lstStyle>
            <a:lvl1pPr marL="0" indent="0" algn="ctr">
              <a:buFontTx/>
              <a:buNone/>
              <a:defRPr sz="7200">
                <a:solidFill>
                  <a:schemeClr val="accent5">
                    <a:lumMod val="50000"/>
                  </a:schemeClr>
                </a:solidFill>
                <a:latin typeface="+mj-lt"/>
              </a:defRPr>
            </a:lvl1pPr>
            <a:lvl2pPr>
              <a:buFontTx/>
              <a:buNone/>
              <a:defRPr sz="6100"/>
            </a:lvl2pPr>
            <a:lvl3pPr>
              <a:buFontTx/>
              <a:buNone/>
              <a:defRPr sz="6100"/>
            </a:lvl3pPr>
            <a:lvl4pPr>
              <a:buFontTx/>
              <a:buNone/>
              <a:defRPr sz="6100"/>
            </a:lvl4pPr>
            <a:lvl5pPr>
              <a:buFontTx/>
              <a:buNone/>
              <a:defRPr sz="6100"/>
            </a:lvl5pPr>
          </a:lstStyle>
          <a:p>
            <a:pPr lvl="0"/>
            <a:r>
              <a:rPr lang="en-US" dirty="0"/>
              <a:t>Click here to add authors</a:t>
            </a:r>
            <a:endParaRPr lang="en-US" dirty="0"/>
          </a:p>
        </p:txBody>
      </p:sp>
      <p:sp>
        <p:nvSpPr>
          <p:cNvPr id="80" name="Text Placeholder 76"/>
          <p:cNvSpPr>
            <a:spLocks noGrp="1"/>
          </p:cNvSpPr>
          <p:nvPr>
            <p:ph type="body" sz="quarter" idx="153" hasCustomPrompt="1"/>
          </p:nvPr>
        </p:nvSpPr>
        <p:spPr>
          <a:xfrm>
            <a:off x="4090899" y="492940"/>
            <a:ext cx="22093415" cy="1775267"/>
          </a:xfrm>
          <a:prstGeom prst="rect">
            <a:avLst/>
          </a:prstGeom>
        </p:spPr>
        <p:txBody>
          <a:bodyPr lIns="77349" tIns="38675" rIns="77349" bIns="38675" anchor="t" anchorCtr="1">
            <a:normAutofit/>
          </a:bodyPr>
          <a:lstStyle>
            <a:lvl1pPr marL="0" indent="0" algn="ctr">
              <a:buFontTx/>
              <a:buNone/>
              <a:defRPr sz="9800" b="1">
                <a:solidFill>
                  <a:schemeClr val="accent5">
                    <a:lumMod val="50000"/>
                  </a:schemeClr>
                </a:solidFill>
                <a:latin typeface="+mj-lt"/>
              </a:defRPr>
            </a:lvl1pPr>
            <a:lvl2pPr>
              <a:buFontTx/>
              <a:buNone/>
              <a:defRPr sz="6100"/>
            </a:lvl2pPr>
            <a:lvl3pPr>
              <a:buFontTx/>
              <a:buNone/>
              <a:defRPr sz="6100"/>
            </a:lvl3pPr>
            <a:lvl4pPr>
              <a:buFontTx/>
              <a:buNone/>
              <a:defRPr sz="6100"/>
            </a:lvl4pPr>
            <a:lvl5pPr>
              <a:buFontTx/>
              <a:buNone/>
              <a:defRPr sz="6100"/>
            </a:lvl5pPr>
          </a:lstStyle>
          <a:p>
            <a:pPr lvl="0"/>
            <a:r>
              <a:rPr lang="en-US" dirty="0"/>
              <a:t>Click here to add title</a:t>
            </a:r>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theme" Target="../theme/theme1.xml"/><Relationship Id="rId8" Type="http://schemas.openxmlformats.org/officeDocument/2006/relationships/image" Target="../media/image6.png"/><Relationship Id="rId7" Type="http://schemas.openxmlformats.org/officeDocument/2006/relationships/image" Target="../media/image5.png"/><Relationship Id="rId6" Type="http://schemas.openxmlformats.org/officeDocument/2006/relationships/hyperlink" Target="https://www.posterpresentations.com/how-to-change-the-research-poster-template-colors.html" TargetMode="External"/><Relationship Id="rId5" Type="http://schemas.openxmlformats.org/officeDocument/2006/relationships/image" Target="../media/image4.png"/><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8" name="Rectangle 7"/>
          <p:cNvSpPr/>
          <p:nvPr userDrawn="1"/>
        </p:nvSpPr>
        <p:spPr>
          <a:xfrm>
            <a:off x="-1" y="41605201"/>
            <a:ext cx="30275213" cy="1236430"/>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 Box 14"/>
          <p:cNvSpPr txBox="1">
            <a:spLocks noChangeArrowheads="1"/>
          </p:cNvSpPr>
          <p:nvPr/>
        </p:nvSpPr>
        <p:spPr bwMode="auto">
          <a:xfrm>
            <a:off x="1538296" y="41989161"/>
            <a:ext cx="2234591" cy="322029"/>
          </a:xfrm>
          <a:prstGeom prst="rect">
            <a:avLst/>
          </a:prstGeom>
          <a:noFill/>
          <a:ln w="9525">
            <a:noFill/>
            <a:miter lim="800000"/>
          </a:ln>
          <a:effectLst/>
        </p:spPr>
        <p:txBody>
          <a:bodyPr wrap="square" lIns="89381" tIns="44682" rIns="89381" bIns="44682">
            <a:spAutoFit/>
          </a:bodyPr>
          <a:lstStyle/>
          <a:p>
            <a:pPr eaLnBrk="0" hangingPunct="0">
              <a:lnSpc>
                <a:spcPct val="65000"/>
              </a:lnSpc>
              <a:spcBef>
                <a:spcPct val="50000"/>
              </a:spcBef>
              <a:defRPr/>
            </a:pPr>
            <a:r>
              <a:rPr lang="en-US" sz="500" b="1" dirty="0">
                <a:solidFill>
                  <a:schemeClr val="bg1">
                    <a:lumMod val="75000"/>
                  </a:schemeClr>
                </a:solidFill>
                <a:latin typeface="Arial" panose="020B0604020202020204" pitchFamily="34" charset="0"/>
              </a:rPr>
              <a:t>RESEARCH POSTER PRESENTATION DESIGN © 2022</a:t>
            </a:r>
            <a:endParaRPr lang="en-US" sz="500" b="1" dirty="0">
              <a:solidFill>
                <a:schemeClr val="bg1">
                  <a:lumMod val="75000"/>
                </a:schemeClr>
              </a:solidFill>
              <a:latin typeface="Arial" panose="020B0604020202020204" pitchFamily="34" charset="0"/>
            </a:endParaRPr>
          </a:p>
          <a:p>
            <a:pPr eaLnBrk="0" hangingPunct="0">
              <a:lnSpc>
                <a:spcPct val="65000"/>
              </a:lnSpc>
              <a:spcBef>
                <a:spcPct val="50000"/>
              </a:spcBef>
              <a:defRPr/>
            </a:pPr>
            <a:r>
              <a:rPr lang="en-US" sz="1000" b="1" dirty="0">
                <a:solidFill>
                  <a:schemeClr val="bg1">
                    <a:lumMod val="75000"/>
                  </a:schemeClr>
                </a:solidFill>
                <a:latin typeface="Arial" panose="020B0604020202020204" pitchFamily="34" charset="0"/>
              </a:rPr>
              <a:t>www.PosterPresentations.com</a:t>
            </a:r>
            <a:endParaRPr lang="en-US" sz="1000" b="1" dirty="0">
              <a:solidFill>
                <a:schemeClr val="bg1">
                  <a:lumMod val="75000"/>
                </a:schemeClr>
              </a:solidFill>
              <a:latin typeface="Arial" panose="020B0604020202020204" pitchFamily="34" charset="0"/>
            </a:endParaRPr>
          </a:p>
        </p:txBody>
      </p:sp>
      <p:graphicFrame>
        <p:nvGraphicFramePr>
          <p:cNvPr id="3" name="Table 2"/>
          <p:cNvGraphicFramePr>
            <a:graphicFrameLocks noGrp="1"/>
          </p:cNvGraphicFramePr>
          <p:nvPr userDrawn="1"/>
        </p:nvGraphicFramePr>
        <p:xfrm>
          <a:off x="-13167360" y="34253"/>
          <a:ext cx="12558753" cy="42958254"/>
        </p:xfrm>
        <a:graphic>
          <a:graphicData uri="http://schemas.openxmlformats.org/drawingml/2006/table">
            <a:tbl>
              <a:tblPr firstRow="1" bandRow="1">
                <a:tableStyleId>{5C22544A-7EE6-4342-B048-85BDC9FD1C3A}</a:tableStyleId>
              </a:tblPr>
              <a:tblGrid>
                <a:gridCol w="5385092"/>
                <a:gridCol w="7173661"/>
              </a:tblGrid>
              <a:tr h="1655765">
                <a:tc gridSpan="2">
                  <a:txBody>
                    <a:bodyPr/>
                    <a:lstStyle/>
                    <a:p>
                      <a:pPr marL="0" marR="0" indent="0" algn="ctr" defTabSz="4389120" rtl="0" eaLnBrk="1" fontAlgn="auto" latinLnBrk="0" hangingPunct="1">
                        <a:lnSpc>
                          <a:spcPct val="100000"/>
                        </a:lnSpc>
                        <a:spcBef>
                          <a:spcPts val="0"/>
                        </a:spcBef>
                        <a:spcAft>
                          <a:spcPts val="0"/>
                        </a:spcAft>
                        <a:buClrTx/>
                        <a:buSzTx/>
                        <a:buFontTx/>
                        <a:buNone/>
                        <a:defRPr/>
                      </a:pPr>
                      <a:r>
                        <a:rPr lang="en-US" sz="4400" b="0" spc="600" dirty="0">
                          <a:solidFill>
                            <a:srgbClr val="1F3A4E"/>
                          </a:solidFill>
                          <a:latin typeface="Arial Black" panose="020B0A04020102020204" pitchFamily="34" charset="0"/>
                        </a:rPr>
                        <a:t>QUICK START GUIDE</a:t>
                      </a:r>
                      <a:br>
                        <a:rPr lang="en-US" sz="4400" b="0" spc="600" dirty="0">
                          <a:solidFill>
                            <a:srgbClr val="1F3A4E"/>
                          </a:solidFill>
                          <a:latin typeface="Arial Black" panose="020B0A04020102020204" pitchFamily="34" charset="0"/>
                        </a:rPr>
                      </a:br>
                      <a:r>
                        <a:rPr lang="en-US" sz="3600" b="1" spc="0" dirty="0">
                          <a:solidFill>
                            <a:srgbClr val="FF0000"/>
                          </a:solidFill>
                          <a:latin typeface="Trebuchet MS" panose="020B0603020202020204" pitchFamily="34" charset="0"/>
                        </a:rPr>
                        <a:t>(THIS SIDEBAR WILL NOT PRINT)</a:t>
                      </a:r>
                      <a:endParaRPr lang="en-US" sz="4400" b="1" spc="600" dirty="0">
                        <a:solidFill>
                          <a:schemeClr val="bg1"/>
                        </a:solidFill>
                        <a:latin typeface="Trebuchet MS" panose="020B0603020202020204" pitchFamily="34" charset="0"/>
                      </a:endParaRPr>
                    </a:p>
                  </a:txBody>
                  <a:tcPr marL="182880" marT="137160">
                    <a:solidFill>
                      <a:srgbClr val="FFC000"/>
                    </a:solidFill>
                  </a:tcPr>
                </a:tc>
                <a:tc hMerge="1">
                  <a:tcPr/>
                </a:tc>
              </a:tr>
              <a:tr h="5089937">
                <a:tc gridSpan="2">
                  <a:txBody>
                    <a:bodyPr/>
                    <a:lstStyle/>
                    <a:p>
                      <a:pPr defTabSz="3765550"/>
                      <a:r>
                        <a:rPr lang="en-US" sz="2800" i="0" dirty="0">
                          <a:solidFill>
                            <a:srgbClr val="D9D9D9"/>
                          </a:solidFill>
                          <a:latin typeface="Arial" panose="020B0604020202020204"/>
                          <a:cs typeface="Arial" panose="020B0604020202020204"/>
                        </a:rPr>
                        <a:t>This PowerPoint template produces a </a:t>
                      </a:r>
                      <a:r>
                        <a:rPr lang="en-US" sz="2800" i="0" dirty="0">
                          <a:solidFill>
                            <a:srgbClr val="FFC000"/>
                          </a:solidFill>
                          <a:latin typeface="Arial" panose="020B0604020202020204"/>
                          <a:cs typeface="Arial" panose="020B0604020202020204"/>
                        </a:rPr>
                        <a:t>A0 </a:t>
                      </a:r>
                      <a:r>
                        <a:rPr lang="en-US" sz="2800" i="0" dirty="0">
                          <a:solidFill>
                            <a:srgbClr val="D9D9D9"/>
                          </a:solidFill>
                          <a:latin typeface="Arial" panose="020B0604020202020204"/>
                          <a:cs typeface="Arial" panose="020B0604020202020204"/>
                        </a:rPr>
                        <a:t>presentation poster. You can use it to create your research poster by placing your title, subtitle, text, tables, charts and photos. </a:t>
                      </a:r>
                      <a:endParaRPr lang="en-US" sz="2800" i="0" dirty="0">
                        <a:solidFill>
                          <a:srgbClr val="D9D9D9"/>
                        </a:solidFill>
                        <a:latin typeface="Arial" panose="020B0604020202020204"/>
                        <a:cs typeface="Arial" panose="020B0604020202020204"/>
                      </a:endParaRPr>
                    </a:p>
                    <a:p>
                      <a:pPr defTabSz="3765550"/>
                      <a:endParaRPr lang="en-US" sz="2800" i="0" dirty="0">
                        <a:solidFill>
                          <a:srgbClr val="D9D9D9"/>
                        </a:solidFill>
                        <a:latin typeface="Arial" panose="020B0604020202020204"/>
                        <a:cs typeface="Arial" panose="020B0604020202020204"/>
                      </a:endParaRPr>
                    </a:p>
                    <a:p>
                      <a:pPr defTabSz="3765550"/>
                      <a:r>
                        <a:rPr lang="en-US" sz="2800" i="0" dirty="0">
                          <a:solidFill>
                            <a:srgbClr val="D9D9D9"/>
                          </a:solidFill>
                          <a:latin typeface="Arial" panose="020B0604020202020204"/>
                          <a:cs typeface="Arial" panose="020B0604020202020204"/>
                        </a:rPr>
                        <a:t>We provide a series of online tutorials that will guide you through the poster design process and answer your poster production questions. For complete template tutorials, go online to </a:t>
                      </a:r>
                      <a:r>
                        <a:rPr lang="en-US" sz="2800" i="0" dirty="0" err="1">
                          <a:solidFill>
                            <a:srgbClr val="FFC000"/>
                          </a:solidFill>
                          <a:latin typeface="Arial" panose="020B0604020202020204"/>
                          <a:cs typeface="Arial" panose="020B0604020202020204"/>
                        </a:rPr>
                        <a:t>PosterPresentations.com</a:t>
                      </a:r>
                      <a:r>
                        <a:rPr lang="en-US" sz="2800" i="0" dirty="0">
                          <a:solidFill>
                            <a:srgbClr val="D9D9D9"/>
                          </a:solidFill>
                          <a:latin typeface="Arial" panose="020B0604020202020204"/>
                          <a:cs typeface="Arial" panose="020B0604020202020204"/>
                        </a:rPr>
                        <a:t> and click on the  </a:t>
                      </a:r>
                      <a:r>
                        <a:rPr lang="en-US" sz="2800" i="0" dirty="0">
                          <a:solidFill>
                            <a:srgbClr val="FFC000"/>
                          </a:solidFill>
                          <a:latin typeface="Arial" panose="020B0604020202020204"/>
                          <a:cs typeface="Arial" panose="020B0604020202020204"/>
                        </a:rPr>
                        <a:t>HELP DESK</a:t>
                      </a:r>
                      <a:r>
                        <a:rPr lang="en-US" sz="2800" i="0" baseline="0" dirty="0">
                          <a:solidFill>
                            <a:srgbClr val="D9D9D9"/>
                          </a:solidFill>
                          <a:latin typeface="Arial" panose="020B0604020202020204"/>
                          <a:cs typeface="Arial" panose="020B0604020202020204"/>
                        </a:rPr>
                        <a:t> </a:t>
                      </a:r>
                      <a:r>
                        <a:rPr lang="en-US" sz="2800" i="0" dirty="0">
                          <a:solidFill>
                            <a:srgbClr val="D9D9D9"/>
                          </a:solidFill>
                          <a:latin typeface="Arial" panose="020B0604020202020204"/>
                          <a:cs typeface="Arial" panose="020B0604020202020204"/>
                        </a:rPr>
                        <a:t>tab.</a:t>
                      </a:r>
                      <a:endParaRPr lang="en-US" sz="2800" i="0" dirty="0">
                        <a:solidFill>
                          <a:srgbClr val="D9D9D9"/>
                        </a:solidFill>
                        <a:latin typeface="Arial" panose="020B0604020202020204"/>
                        <a:cs typeface="Arial" panose="020B0604020202020204"/>
                      </a:endParaRPr>
                    </a:p>
                    <a:p>
                      <a:pPr defTabSz="3765550"/>
                      <a:endParaRPr lang="en-US" sz="2800" i="0" dirty="0">
                        <a:solidFill>
                          <a:srgbClr val="D9D9D9"/>
                        </a:solidFill>
                        <a:latin typeface="Arial" panose="020B0604020202020204"/>
                        <a:cs typeface="Arial" panose="020B0604020202020204"/>
                      </a:endParaRPr>
                    </a:p>
                    <a:p>
                      <a:pPr defTabSz="3765550"/>
                      <a:r>
                        <a:rPr lang="en-US" sz="2800" i="0" dirty="0">
                          <a:solidFill>
                            <a:srgbClr val="D9D9D9"/>
                          </a:solidFill>
                          <a:latin typeface="Arial" panose="020B0604020202020204"/>
                          <a:cs typeface="Arial" panose="020B0604020202020204"/>
                        </a:rPr>
                        <a:t>To print your poster using our same-day professional printing service, go online to </a:t>
                      </a:r>
                      <a:r>
                        <a:rPr lang="en-US" sz="2800" i="0" dirty="0" err="1">
                          <a:solidFill>
                            <a:srgbClr val="FFC000"/>
                          </a:solidFill>
                          <a:latin typeface="Arial" panose="020B0604020202020204"/>
                          <a:cs typeface="Arial" panose="020B0604020202020204"/>
                        </a:rPr>
                        <a:t>PosterPresentations.com</a:t>
                      </a:r>
                      <a:r>
                        <a:rPr lang="en-US" sz="2800" i="0" dirty="0">
                          <a:solidFill>
                            <a:srgbClr val="D9D9D9"/>
                          </a:solidFill>
                          <a:latin typeface="Arial" panose="020B0604020202020204"/>
                          <a:cs typeface="Arial" panose="020B0604020202020204"/>
                        </a:rPr>
                        <a:t> and click on "</a:t>
                      </a:r>
                      <a:r>
                        <a:rPr lang="en-US" sz="2800" i="0" dirty="0">
                          <a:solidFill>
                            <a:srgbClr val="FFC000"/>
                          </a:solidFill>
                          <a:latin typeface="Arial" panose="020B0604020202020204"/>
                          <a:cs typeface="Arial" panose="020B0604020202020204"/>
                        </a:rPr>
                        <a:t>Order your poster</a:t>
                      </a:r>
                      <a:r>
                        <a:rPr lang="en-US" sz="2800" i="0" dirty="0">
                          <a:solidFill>
                            <a:srgbClr val="D9D9D9"/>
                          </a:solidFill>
                          <a:latin typeface="Arial" panose="020B0604020202020204"/>
                          <a:cs typeface="Arial" panose="020B0604020202020204"/>
                        </a:rPr>
                        <a:t>".</a:t>
                      </a:r>
                      <a:endParaRPr lang="en-US" sz="2800" b="1" dirty="0">
                        <a:solidFill>
                          <a:srgbClr val="D9D9D9"/>
                        </a:solidFill>
                        <a:latin typeface="Arial" panose="020B0604020202020204"/>
                        <a:cs typeface="Arial" panose="020B0604020202020204"/>
                      </a:endParaRPr>
                    </a:p>
                  </a:txBody>
                  <a:tcPr marL="182880" marT="137160">
                    <a:solidFill>
                      <a:srgbClr val="010101"/>
                    </a:solidFill>
                  </a:tcPr>
                </a:tc>
                <a:tc hMerge="1">
                  <a:tcPr>
                    <a:solidFill>
                      <a:schemeClr val="tx1">
                        <a:lumMod val="95000"/>
                        <a:lumOff val="5000"/>
                      </a:schemeClr>
                    </a:solidFill>
                  </a:tcPr>
                </a:tc>
              </a:tr>
              <a:tr h="6071131">
                <a:tc>
                  <a:txBody>
                    <a:bodyPr/>
                    <a:lstStyle/>
                    <a:p>
                      <a:pPr algn="ctr"/>
                      <a:endParaRPr lang="en-US" sz="2800" dirty="0">
                        <a:solidFill>
                          <a:srgbClr val="1F3A4E"/>
                        </a:solidFill>
                      </a:endParaRPr>
                    </a:p>
                    <a:p>
                      <a:pPr algn="ctr"/>
                      <a:endParaRPr lang="en-US" sz="2800" dirty="0">
                        <a:solidFill>
                          <a:srgbClr val="1F3A4E"/>
                        </a:solidFill>
                      </a:endParaRPr>
                    </a:p>
                    <a:p>
                      <a:pPr algn="ctr"/>
                      <a:r>
                        <a:rPr lang="en-US" sz="2800" dirty="0">
                          <a:solidFill>
                            <a:schemeClr val="bg1"/>
                          </a:solidFill>
                          <a:latin typeface="Arial" panose="020B0604020202020204" pitchFamily="34" charset="0"/>
                          <a:cs typeface="Arial" panose="020B0604020202020204" pitchFamily="34" charset="0"/>
                        </a:rPr>
                        <a:t>This is a template for a</a:t>
                      </a:r>
                      <a:endParaRPr lang="en-US" sz="2800" dirty="0">
                        <a:solidFill>
                          <a:schemeClr val="bg1"/>
                        </a:solidFill>
                        <a:latin typeface="Arial" panose="020B0604020202020204" pitchFamily="34" charset="0"/>
                        <a:cs typeface="Arial" panose="020B0604020202020204" pitchFamily="34" charset="0"/>
                      </a:endParaRPr>
                    </a:p>
                    <a:p>
                      <a:pPr algn="ctr"/>
                      <a:r>
                        <a:rPr lang="en-US" sz="2800" dirty="0">
                          <a:solidFill>
                            <a:schemeClr val="bg1"/>
                          </a:solidFill>
                          <a:latin typeface="Arial" panose="020B0604020202020204" pitchFamily="34" charset="0"/>
                          <a:cs typeface="Arial" panose="020B0604020202020204" pitchFamily="34" charset="0"/>
                        </a:rPr>
                        <a:t>presentation poster </a:t>
                      </a:r>
                      <a:br>
                        <a:rPr lang="en-US" sz="2800" dirty="0">
                          <a:solidFill>
                            <a:schemeClr val="bg1"/>
                          </a:solidFill>
                          <a:latin typeface="Arial" panose="020B0604020202020204" pitchFamily="34" charset="0"/>
                          <a:cs typeface="Arial" panose="020B0604020202020204" pitchFamily="34" charset="0"/>
                        </a:rPr>
                      </a:br>
                      <a:r>
                        <a:rPr lang="en-US" sz="4400" b="1" dirty="0">
                          <a:solidFill>
                            <a:srgbClr val="FFC000"/>
                          </a:solidFill>
                          <a:latin typeface="Arial" panose="020B0604020202020204" pitchFamily="34" charset="0"/>
                          <a:cs typeface="Arial" panose="020B0604020202020204" pitchFamily="34" charset="0"/>
                        </a:rPr>
                        <a:t>A0</a:t>
                      </a:r>
                      <a:endParaRPr lang="en-US" sz="4400" b="1" dirty="0">
                        <a:solidFill>
                          <a:srgbClr val="FFC000"/>
                        </a:solidFill>
                        <a:latin typeface="Arial" panose="020B0604020202020204" pitchFamily="34" charset="0"/>
                        <a:cs typeface="Arial" panose="020B0604020202020204" pitchFamily="34" charset="0"/>
                      </a:endParaRPr>
                    </a:p>
                    <a:p>
                      <a:pPr marL="0" marR="0" indent="0" algn="ctr" defTabSz="5381625" rtl="0" eaLnBrk="1" fontAlgn="auto" latinLnBrk="0" hangingPunct="1">
                        <a:lnSpc>
                          <a:spcPct val="100000"/>
                        </a:lnSpc>
                        <a:spcBef>
                          <a:spcPts val="0"/>
                        </a:spcBef>
                        <a:spcAft>
                          <a:spcPts val="0"/>
                        </a:spcAft>
                        <a:buClrTx/>
                        <a:buSzTx/>
                        <a:buFontTx/>
                        <a:buNone/>
                        <a:defRPr/>
                      </a:pPr>
                      <a:r>
                        <a:rPr lang="en-US" sz="2800" dirty="0">
                          <a:solidFill>
                            <a:srgbClr val="FFC000"/>
                          </a:solidFill>
                          <a:latin typeface="Arial" panose="020B0604020202020204" pitchFamily="34" charset="0"/>
                          <a:cs typeface="Arial" panose="020B0604020202020204" pitchFamily="34" charset="0"/>
                        </a:rPr>
                        <a:t>(841mm x 1189mm)</a:t>
                      </a:r>
                      <a:endParaRPr lang="en-US" sz="2800" dirty="0">
                        <a:solidFill>
                          <a:srgbClr val="FFC000"/>
                        </a:solidFill>
                        <a:latin typeface="Arial" panose="020B0604020202020204" pitchFamily="34" charset="0"/>
                        <a:cs typeface="Arial" panose="020B0604020202020204" pitchFamily="34" charset="0"/>
                      </a:endParaRPr>
                    </a:p>
                    <a:p>
                      <a:pPr marL="0" marR="0" indent="0" algn="ctr" defTabSz="5381625" rtl="0" eaLnBrk="1" fontAlgn="auto" latinLnBrk="0" hangingPunct="1">
                        <a:lnSpc>
                          <a:spcPct val="100000"/>
                        </a:lnSpc>
                        <a:spcBef>
                          <a:spcPts val="0"/>
                        </a:spcBef>
                        <a:spcAft>
                          <a:spcPts val="0"/>
                        </a:spcAft>
                        <a:buClrTx/>
                        <a:buSzTx/>
                        <a:buFontTx/>
                        <a:buNone/>
                        <a:defRPr/>
                      </a:pPr>
                      <a:r>
                        <a:rPr lang="en-US" sz="2800" dirty="0">
                          <a:solidFill>
                            <a:srgbClr val="FFC000"/>
                          </a:solidFill>
                          <a:latin typeface="Arial" panose="020B0604020202020204" pitchFamily="34" charset="0"/>
                          <a:cs typeface="Arial" panose="020B0604020202020204" pitchFamily="34" charset="0"/>
                        </a:rPr>
                        <a:t>(33.11 x 46.81 inches)</a:t>
                      </a:r>
                      <a:br>
                        <a:rPr lang="en-US" sz="2800" dirty="0">
                          <a:solidFill>
                            <a:schemeClr val="bg1"/>
                          </a:solidFill>
                          <a:latin typeface="Arial" panose="020B0604020202020204" pitchFamily="34" charset="0"/>
                          <a:cs typeface="Arial" panose="020B0604020202020204" pitchFamily="34" charset="0"/>
                        </a:rPr>
                      </a:br>
                      <a:endParaRPr lang="en-US" sz="2800" dirty="0">
                        <a:solidFill>
                          <a:srgbClr val="1F3A4E"/>
                        </a:solidFill>
                      </a:endParaRPr>
                    </a:p>
                  </a:txBody>
                  <a:tcPr>
                    <a:solidFill>
                      <a:srgbClr val="010101"/>
                    </a:solidFill>
                  </a:tcPr>
                </a:tc>
                <a:tc>
                  <a:txBody>
                    <a:bodyPr/>
                    <a:lstStyle/>
                    <a:p>
                      <a:pPr marL="0" marR="0" indent="0" algn="l" defTabSz="4389120" rtl="0" eaLnBrk="1" fontAlgn="auto" latinLnBrk="0" hangingPunct="1">
                        <a:lnSpc>
                          <a:spcPct val="100000"/>
                        </a:lnSpc>
                        <a:spcBef>
                          <a:spcPts val="0"/>
                        </a:spcBef>
                        <a:spcAft>
                          <a:spcPts val="0"/>
                        </a:spcAft>
                        <a:buClrTx/>
                        <a:buSzTx/>
                        <a:buFontTx/>
                        <a:buNone/>
                        <a:defRPr/>
                      </a:pPr>
                      <a:r>
                        <a:rPr lang="en-US" sz="3200" b="1" baseline="0" dirty="0">
                          <a:solidFill>
                            <a:srgbClr val="FFC000"/>
                          </a:solidFill>
                          <a:latin typeface="Arial" panose="020B0604020202020204" pitchFamily="34" charset="0"/>
                          <a:cs typeface="Arial" panose="020B0604020202020204" pitchFamily="34" charset="0"/>
                        </a:rPr>
                        <a:t>Important: Check the template size</a:t>
                      </a:r>
                      <a:br>
                        <a:rPr lang="en-US" sz="2800" b="0" baseline="0" dirty="0">
                          <a:solidFill>
                            <a:srgbClr val="FFC000"/>
                          </a:solidFill>
                          <a:latin typeface="Arial" panose="020B0604020202020204" pitchFamily="34" charset="0"/>
                          <a:cs typeface="Arial" panose="020B0604020202020204" pitchFamily="34" charset="0"/>
                        </a:rPr>
                      </a:br>
                      <a:r>
                        <a:rPr lang="en-US" sz="2800" b="0" baseline="0" dirty="0">
                          <a:solidFill>
                            <a:srgbClr val="D9D9D9"/>
                          </a:solidFill>
                          <a:latin typeface="Arial" panose="020B0604020202020204" pitchFamily="34" charset="0"/>
                          <a:cs typeface="Arial" panose="020B0604020202020204" pitchFamily="34" charset="0"/>
                        </a:rPr>
                        <a:t>Before you start working on your poster and to avoid printing problems check that you have downloaded and that you are using the correct size template for your poster presentation.</a:t>
                      </a:r>
                      <a:br>
                        <a:rPr lang="en-US" sz="2800" b="0" baseline="0" dirty="0">
                          <a:solidFill>
                            <a:srgbClr val="D9D9D9"/>
                          </a:solidFill>
                          <a:latin typeface="Arial" panose="020B0604020202020204" pitchFamily="34" charset="0"/>
                          <a:cs typeface="Arial" panose="020B0604020202020204" pitchFamily="34" charset="0"/>
                        </a:rPr>
                      </a:br>
                      <a:endParaRPr lang="en-US" sz="2800" b="0" baseline="0" dirty="0">
                        <a:solidFill>
                          <a:srgbClr val="FFC000"/>
                        </a:solidFill>
                        <a:latin typeface="Arial" panose="020B0604020202020204" pitchFamily="34" charset="0"/>
                        <a:cs typeface="Arial" panose="020B0604020202020204" pitchFamily="34" charset="0"/>
                      </a:endParaRPr>
                    </a:p>
                  </a:txBody>
                  <a:tcPr marL="182880" marT="137160">
                    <a:solidFill>
                      <a:srgbClr val="010101"/>
                    </a:solidFill>
                  </a:tcPr>
                </a:tc>
              </a:tr>
              <a:tr h="4613954">
                <a:tc>
                  <a:txBody>
                    <a:bodyPr/>
                    <a:lstStyle/>
                    <a:p>
                      <a:endParaRPr lang="en-US" sz="2800" dirty="0">
                        <a:solidFill>
                          <a:srgbClr val="1F3A4E"/>
                        </a:solidFill>
                      </a:endParaRPr>
                    </a:p>
                  </a:txBody>
                  <a:tcPr>
                    <a:blipFill rotWithShape="1">
                      <a:blip r:embed="rId2"/>
                      <a:stretch>
                        <a:fillRect/>
                      </a:stretch>
                    </a:blipFill>
                  </a:tcPr>
                </a:tc>
                <a:tc>
                  <a:txBody>
                    <a:bodyPr/>
                    <a:lstStyle/>
                    <a:p>
                      <a:pPr algn="l"/>
                      <a:r>
                        <a:rPr lang="en-US" sz="3200" b="1" baseline="0" dirty="0">
                          <a:solidFill>
                            <a:srgbClr val="FFC000"/>
                          </a:solidFill>
                          <a:latin typeface="Arial" panose="020B0604020202020204" pitchFamily="34" charset="0"/>
                          <a:cs typeface="Arial" panose="020B0604020202020204" pitchFamily="34" charset="0"/>
                        </a:rPr>
                        <a:t>How to </a:t>
                      </a:r>
                      <a:r>
                        <a:rPr lang="en-US" sz="4800" b="1" baseline="0" dirty="0">
                          <a:solidFill>
                            <a:srgbClr val="FFC000"/>
                          </a:solidFill>
                          <a:latin typeface="Arial" panose="020B0604020202020204" pitchFamily="34" charset="0"/>
                          <a:cs typeface="Arial" panose="020B0604020202020204" pitchFamily="34" charset="0"/>
                        </a:rPr>
                        <a:t>Zoom in </a:t>
                      </a:r>
                      <a:r>
                        <a:rPr lang="en-US" sz="3200" b="1" baseline="0" dirty="0">
                          <a:solidFill>
                            <a:srgbClr val="FFC000"/>
                          </a:solidFill>
                          <a:latin typeface="Arial" panose="020B0604020202020204" pitchFamily="34" charset="0"/>
                          <a:cs typeface="Arial" panose="020B0604020202020204" pitchFamily="34" charset="0"/>
                        </a:rPr>
                        <a:t>and </a:t>
                      </a:r>
                      <a:r>
                        <a:rPr lang="en-US" sz="2400" b="1" baseline="0" dirty="0">
                          <a:solidFill>
                            <a:srgbClr val="FFC000"/>
                          </a:solidFill>
                          <a:latin typeface="Arial" panose="020B0604020202020204" pitchFamily="34" charset="0"/>
                          <a:cs typeface="Arial" panose="020B0604020202020204" pitchFamily="34" charset="0"/>
                        </a:rPr>
                        <a:t>out</a:t>
                      </a:r>
                      <a:endParaRPr lang="en-US" sz="3200" b="1" baseline="0" dirty="0">
                        <a:solidFill>
                          <a:srgbClr val="FFC000"/>
                        </a:solidFill>
                        <a:latin typeface="Arial" panose="020B0604020202020204" pitchFamily="34" charset="0"/>
                        <a:cs typeface="Arial" panose="020B0604020202020204" pitchFamily="34" charset="0"/>
                      </a:endParaRPr>
                    </a:p>
                    <a:p>
                      <a:pPr algn="l"/>
                      <a:r>
                        <a:rPr lang="en-US" sz="2800" b="0" baseline="0" dirty="0">
                          <a:solidFill>
                            <a:srgbClr val="D9D9D9"/>
                          </a:solidFill>
                          <a:latin typeface="Arial" panose="020B0604020202020204" pitchFamily="34" charset="0"/>
                          <a:cs typeface="Arial" panose="020B0604020202020204" pitchFamily="34" charset="0"/>
                        </a:rPr>
                        <a:t>Use the PowerPoint zoom tool to adjust the screen magnification to view comfortably. PowerPoint provides 2 ways to zoom: </a:t>
                      </a:r>
                      <a:br>
                        <a:rPr lang="en-US" sz="2800" b="0" baseline="0" dirty="0">
                          <a:solidFill>
                            <a:srgbClr val="D9D9D9"/>
                          </a:solidFill>
                          <a:latin typeface="Arial" panose="020B0604020202020204" pitchFamily="34" charset="0"/>
                          <a:cs typeface="Arial" panose="020B0604020202020204" pitchFamily="34" charset="0"/>
                        </a:rPr>
                      </a:br>
                      <a:r>
                        <a:rPr lang="en-US" sz="2800" b="0" baseline="0" dirty="0">
                          <a:solidFill>
                            <a:srgbClr val="FFC000"/>
                          </a:solidFill>
                          <a:latin typeface="Arial" panose="020B0604020202020204" pitchFamily="34" charset="0"/>
                          <a:cs typeface="Arial" panose="020B0604020202020204" pitchFamily="34" charset="0"/>
                        </a:rPr>
                        <a:t>1. </a:t>
                      </a:r>
                      <a:r>
                        <a:rPr lang="en-US" sz="2800" b="0" baseline="0" dirty="0">
                          <a:solidFill>
                            <a:srgbClr val="D9D9D9"/>
                          </a:solidFill>
                          <a:latin typeface="Arial" panose="020B0604020202020204" pitchFamily="34" charset="0"/>
                          <a:cs typeface="Arial" panose="020B0604020202020204" pitchFamily="34" charset="0"/>
                        </a:rPr>
                        <a:t>On the top menu bar click on the VIEW tab and then click on ZOOM. Choose the zoom percentage that works best for you. </a:t>
                      </a:r>
                      <a:br>
                        <a:rPr lang="en-US" sz="2800" b="0" baseline="0" dirty="0">
                          <a:solidFill>
                            <a:srgbClr val="D9D9D9"/>
                          </a:solidFill>
                          <a:latin typeface="Arial" panose="020B0604020202020204" pitchFamily="34" charset="0"/>
                          <a:cs typeface="Arial" panose="020B0604020202020204" pitchFamily="34" charset="0"/>
                        </a:rPr>
                      </a:br>
                      <a:r>
                        <a:rPr lang="en-US" sz="2800" b="0" baseline="0" dirty="0">
                          <a:solidFill>
                            <a:srgbClr val="FFC000"/>
                          </a:solidFill>
                          <a:latin typeface="Arial" panose="020B0604020202020204" pitchFamily="34" charset="0"/>
                          <a:cs typeface="Arial" panose="020B0604020202020204" pitchFamily="34" charset="0"/>
                        </a:rPr>
                        <a:t>2. </a:t>
                      </a:r>
                      <a:r>
                        <a:rPr lang="en-US" sz="2800" b="0" baseline="0" dirty="0">
                          <a:solidFill>
                            <a:srgbClr val="D9D9D9"/>
                          </a:solidFill>
                          <a:latin typeface="Arial" panose="020B0604020202020204" pitchFamily="34" charset="0"/>
                          <a:cs typeface="Arial" panose="020B0604020202020204" pitchFamily="34" charset="0"/>
                        </a:rPr>
                        <a:t>For better zoom flexibility, use the zoom slider at the bottom right of the window.</a:t>
                      </a:r>
                      <a:endParaRPr lang="en-US" sz="2800" b="0" baseline="0" dirty="0">
                        <a:solidFill>
                          <a:srgbClr val="D9D9D9"/>
                        </a:solidFill>
                        <a:latin typeface="Arial" panose="020B0604020202020204" pitchFamily="34" charset="0"/>
                        <a:cs typeface="Arial" panose="020B0604020202020204" pitchFamily="34" charset="0"/>
                      </a:endParaRPr>
                    </a:p>
                  </a:txBody>
                  <a:tcPr marL="182880" marT="137160">
                    <a:solidFill>
                      <a:srgbClr val="010101"/>
                    </a:solidFill>
                  </a:tcPr>
                </a:tc>
              </a:tr>
              <a:tr h="2820929">
                <a:tc gridSpan="2">
                  <a:txBody>
                    <a:bodyPr/>
                    <a:lstStyle/>
                    <a:p>
                      <a:pPr marL="0" marR="0" lvl="0" indent="0" algn="l" defTabSz="4389120" rtl="0" eaLnBrk="1" fontAlgn="auto" latinLnBrk="0" hangingPunct="1">
                        <a:lnSpc>
                          <a:spcPct val="100000"/>
                        </a:lnSpc>
                        <a:spcBef>
                          <a:spcPts val="0"/>
                        </a:spcBef>
                        <a:spcAft>
                          <a:spcPts val="0"/>
                        </a:spcAft>
                        <a:buClrTx/>
                        <a:buSzTx/>
                        <a:buFontTx/>
                        <a:buNone/>
                        <a:defRPr/>
                      </a:pPr>
                      <a:r>
                        <a:rPr lang="en-US" sz="3200" b="1" baseline="0" dirty="0">
                          <a:solidFill>
                            <a:srgbClr val="FFC000"/>
                          </a:solidFill>
                          <a:latin typeface="Arial" panose="020B0604020202020204" pitchFamily="34" charset="0"/>
                          <a:cs typeface="Arial" panose="020B0604020202020204" pitchFamily="34" charset="0"/>
                        </a:rPr>
                        <a:t>Ruler and Guides</a:t>
                      </a:r>
                      <a:br>
                        <a:rPr lang="en-US" sz="2800" b="0" baseline="0" dirty="0">
                          <a:solidFill>
                            <a:srgbClr val="FFC000"/>
                          </a:solidFill>
                          <a:latin typeface="Arial" panose="020B0604020202020204" pitchFamily="34" charset="0"/>
                          <a:cs typeface="Arial" panose="020B0604020202020204" pitchFamily="34" charset="0"/>
                        </a:rPr>
                      </a:br>
                      <a:r>
                        <a:rPr lang="en-US" sz="2800" b="0" baseline="0" dirty="0">
                          <a:solidFill>
                            <a:srgbClr val="D9D9D9"/>
                          </a:solidFill>
                          <a:latin typeface="Arial" panose="020B0604020202020204" pitchFamily="34" charset="0"/>
                          <a:cs typeface="Arial" panose="020B0604020202020204" pitchFamily="34" charset="0"/>
                        </a:rPr>
                        <a:t>The dotted lines on his poster template are guides.  The horizontal and vertical guides will help you align your poster elements accurately. Text boxes and other elements will ”snap” to the guides and stay within the boundaries of the columns. To hide the guides go to VIEW and uncheck the Guides box.</a:t>
                      </a:r>
                      <a:endParaRPr lang="en-US" sz="2800" b="0" baseline="0" dirty="0">
                        <a:solidFill>
                          <a:srgbClr val="D9D9D9"/>
                        </a:solidFill>
                        <a:latin typeface="Arial" panose="020B0604020202020204" pitchFamily="34" charset="0"/>
                        <a:cs typeface="Arial" panose="020B0604020202020204" pitchFamily="34" charset="0"/>
                      </a:endParaRPr>
                    </a:p>
                  </a:txBody>
                  <a:tcPr>
                    <a:solidFill>
                      <a:srgbClr val="010101"/>
                    </a:solidFill>
                  </a:tcPr>
                </a:tc>
                <a:tc hMerge="1">
                  <a:tcPr marL="182880" marT="137160">
                    <a:solidFill>
                      <a:schemeClr val="tx1">
                        <a:lumMod val="95000"/>
                        <a:lumOff val="5000"/>
                      </a:schemeClr>
                    </a:solidFill>
                  </a:tcPr>
                </a:tc>
              </a:tr>
              <a:tr h="5580535">
                <a:tc>
                  <a:txBody>
                    <a:bodyPr/>
                    <a:lstStyle/>
                    <a:p>
                      <a:endParaRPr lang="en-US" sz="2800" dirty="0">
                        <a:solidFill>
                          <a:srgbClr val="1F3A4E"/>
                        </a:solidFill>
                      </a:endParaRPr>
                    </a:p>
                  </a:txBody>
                  <a:tcPr>
                    <a:blipFill rotWithShape="1">
                      <a:blip r:embed="rId3"/>
                      <a:stretch>
                        <a:fillRect/>
                      </a:stretch>
                    </a:blipFill>
                  </a:tcPr>
                </a:tc>
                <a:tc>
                  <a:txBody>
                    <a:bodyPr/>
                    <a:lstStyle/>
                    <a:p>
                      <a:pPr marL="0" lvl="1" indent="0" algn="l" defTabSz="114300"/>
                      <a:r>
                        <a:rPr lang="en-US" sz="3200" b="1" baseline="0" dirty="0">
                          <a:solidFill>
                            <a:srgbClr val="FFC000"/>
                          </a:solidFill>
                          <a:latin typeface="Arial" panose="020B0604020202020204" pitchFamily="34" charset="0"/>
                          <a:cs typeface="Arial" panose="020B0604020202020204" pitchFamily="34" charset="0"/>
                        </a:rPr>
                        <a:t>Headers and text containers</a:t>
                      </a:r>
                      <a:br>
                        <a:rPr lang="en-US" sz="2800" b="0" baseline="0" dirty="0">
                          <a:solidFill>
                            <a:schemeClr val="bg1"/>
                          </a:solidFill>
                          <a:latin typeface="Arial" panose="020B0604020202020204" pitchFamily="34" charset="0"/>
                          <a:cs typeface="Arial" panose="020B0604020202020204" pitchFamily="34" charset="0"/>
                        </a:rPr>
                      </a:br>
                      <a:r>
                        <a:rPr lang="en-US" sz="2800" b="0" baseline="0" dirty="0">
                          <a:solidFill>
                            <a:srgbClr val="D9D9D9"/>
                          </a:solidFill>
                          <a:latin typeface="Arial" panose="020B0604020202020204" pitchFamily="34" charset="0"/>
                          <a:cs typeface="Arial" panose="020B0604020202020204" pitchFamily="34" charset="0"/>
                        </a:rPr>
                        <a:t>Included in this template are commonly used section headers such as Abstract, Objectives, Methods, Results, etc. </a:t>
                      </a:r>
                      <a:br>
                        <a:rPr lang="en-US" sz="2800" b="0" baseline="0" dirty="0">
                          <a:solidFill>
                            <a:schemeClr val="bg1"/>
                          </a:solidFill>
                          <a:latin typeface="Arial" panose="020B0604020202020204" pitchFamily="34" charset="0"/>
                          <a:cs typeface="Arial" panose="020B0604020202020204" pitchFamily="34" charset="0"/>
                        </a:rPr>
                      </a:br>
                      <a:r>
                        <a:rPr lang="en-US" sz="2800" b="0" baseline="0" dirty="0">
                          <a:solidFill>
                            <a:srgbClr val="FFC000"/>
                          </a:solidFill>
                          <a:latin typeface="Arial" panose="020B0604020202020204" pitchFamily="34" charset="0"/>
                          <a:cs typeface="Arial" panose="020B0604020202020204" pitchFamily="34" charset="0"/>
                        </a:rPr>
                        <a:t>-</a:t>
                      </a:r>
                      <a:r>
                        <a:rPr lang="en-US" sz="2800" b="0" baseline="0" dirty="0">
                          <a:solidFill>
                            <a:schemeClr val="bg1"/>
                          </a:solidFill>
                          <a:latin typeface="Arial" panose="020B0604020202020204" pitchFamily="34" charset="0"/>
                          <a:cs typeface="Arial" panose="020B0604020202020204" pitchFamily="34" charset="0"/>
                        </a:rPr>
                        <a:t> </a:t>
                      </a:r>
                      <a:r>
                        <a:rPr lang="en-US" sz="2800" b="0" baseline="0" dirty="0">
                          <a:solidFill>
                            <a:srgbClr val="D9D9D9"/>
                          </a:solidFill>
                          <a:latin typeface="Arial" panose="020B0604020202020204" pitchFamily="34" charset="0"/>
                          <a:cs typeface="Arial" panose="020B0604020202020204" pitchFamily="34" charset="0"/>
                        </a:rPr>
                        <a:t>Click inside a section header to add its text. </a:t>
                      </a:r>
                      <a:br>
                        <a:rPr lang="en-US" sz="2800" b="0" baseline="0" dirty="0">
                          <a:solidFill>
                            <a:schemeClr val="bg1"/>
                          </a:solidFill>
                          <a:latin typeface="Arial" panose="020B0604020202020204" pitchFamily="34" charset="0"/>
                          <a:cs typeface="Arial" panose="020B0604020202020204" pitchFamily="34" charset="0"/>
                        </a:rPr>
                      </a:br>
                      <a:r>
                        <a:rPr lang="en-US" sz="2800" b="0" baseline="0" dirty="0">
                          <a:solidFill>
                            <a:srgbClr val="FFC000"/>
                          </a:solidFill>
                          <a:latin typeface="Arial" panose="020B0604020202020204" pitchFamily="34" charset="0"/>
                          <a:cs typeface="Arial" panose="020B0604020202020204" pitchFamily="34" charset="0"/>
                        </a:rPr>
                        <a:t>-</a:t>
                      </a:r>
                      <a:r>
                        <a:rPr lang="en-US" sz="2800" b="0" baseline="0" dirty="0">
                          <a:solidFill>
                            <a:schemeClr val="bg1"/>
                          </a:solidFill>
                          <a:latin typeface="Arial" panose="020B0604020202020204" pitchFamily="34" charset="0"/>
                          <a:cs typeface="Arial" panose="020B0604020202020204" pitchFamily="34" charset="0"/>
                        </a:rPr>
                        <a:t> </a:t>
                      </a:r>
                      <a:r>
                        <a:rPr lang="en-US" sz="2800" b="0" baseline="0" dirty="0">
                          <a:solidFill>
                            <a:srgbClr val="D9D9D9"/>
                          </a:solidFill>
                          <a:latin typeface="Arial" panose="020B0604020202020204" pitchFamily="34" charset="0"/>
                          <a:cs typeface="Arial" panose="020B0604020202020204" pitchFamily="34" charset="0"/>
                        </a:rPr>
                        <a:t>To add another header, click on edge of the section box so that it is outlined. Copy and paste it. </a:t>
                      </a:r>
                      <a:br>
                        <a:rPr lang="en-US" sz="2800" b="0" baseline="0" dirty="0">
                          <a:solidFill>
                            <a:schemeClr val="bg1"/>
                          </a:solidFill>
                          <a:latin typeface="Arial" panose="020B0604020202020204" pitchFamily="34" charset="0"/>
                          <a:cs typeface="Arial" panose="020B0604020202020204" pitchFamily="34" charset="0"/>
                        </a:rPr>
                      </a:br>
                      <a:r>
                        <a:rPr lang="en-US" sz="2800" b="0" baseline="0" dirty="0">
                          <a:solidFill>
                            <a:srgbClr val="FFC000"/>
                          </a:solidFill>
                          <a:latin typeface="Arial" panose="020B0604020202020204" pitchFamily="34" charset="0"/>
                          <a:cs typeface="Arial" panose="020B0604020202020204" pitchFamily="34" charset="0"/>
                        </a:rPr>
                        <a:t>-</a:t>
                      </a:r>
                      <a:r>
                        <a:rPr lang="en-US" sz="2800" b="0" baseline="0" dirty="0">
                          <a:solidFill>
                            <a:schemeClr val="bg1"/>
                          </a:solidFill>
                          <a:latin typeface="Arial" panose="020B0604020202020204" pitchFamily="34" charset="0"/>
                          <a:cs typeface="Arial" panose="020B0604020202020204" pitchFamily="34" charset="0"/>
                        </a:rPr>
                        <a:t> </a:t>
                      </a:r>
                      <a:r>
                        <a:rPr lang="en-US" sz="2800" b="0" baseline="0" dirty="0">
                          <a:solidFill>
                            <a:srgbClr val="D9D9D9"/>
                          </a:solidFill>
                          <a:latin typeface="Arial" panose="020B0604020202020204" pitchFamily="34" charset="0"/>
                          <a:cs typeface="Arial" panose="020B0604020202020204" pitchFamily="34" charset="0"/>
                        </a:rPr>
                        <a:t>To increase its size, click on the white circles and expand to the the desired size.</a:t>
                      </a:r>
                      <a:endParaRPr lang="en-US" sz="2800" b="0" baseline="0" dirty="0">
                        <a:solidFill>
                          <a:srgbClr val="D9D9D9"/>
                        </a:solidFill>
                        <a:latin typeface="Arial" panose="020B0604020202020204" pitchFamily="34" charset="0"/>
                        <a:cs typeface="Arial" panose="020B0604020202020204" pitchFamily="34" charset="0"/>
                      </a:endParaRPr>
                    </a:p>
                  </a:txBody>
                  <a:tcPr marL="182880" marT="137160">
                    <a:solidFill>
                      <a:srgbClr val="010101"/>
                    </a:solidFill>
                  </a:tcPr>
                </a:tc>
              </a:tr>
              <a:tr h="4538017">
                <a:tc gridSpan="2">
                  <a:txBody>
                    <a:bodyPr/>
                    <a:lstStyle/>
                    <a:p>
                      <a:r>
                        <a:rPr lang="en-US" sz="3200" b="1" dirty="0">
                          <a:solidFill>
                            <a:srgbClr val="FFC000"/>
                          </a:solidFill>
                          <a:latin typeface="Arial" panose="020B0604020202020204" pitchFamily="34" charset="0"/>
                          <a:cs typeface="Arial" panose="020B0604020202020204" pitchFamily="34" charset="0"/>
                        </a:rPr>
                        <a:t>Adding content to the poster</a:t>
                      </a:r>
                      <a:endParaRPr lang="en-US" sz="3200" b="1" dirty="0">
                        <a:solidFill>
                          <a:srgbClr val="FFC000"/>
                        </a:solidFill>
                        <a:latin typeface="Arial" panose="020B0604020202020204" pitchFamily="34" charset="0"/>
                        <a:cs typeface="Arial" panose="020B0604020202020204" pitchFamily="34" charset="0"/>
                      </a:endParaRPr>
                    </a:p>
                    <a:p>
                      <a:r>
                        <a:rPr lang="en-US" sz="2800" baseline="0" dirty="0">
                          <a:solidFill>
                            <a:srgbClr val="D9D9D9"/>
                          </a:solidFill>
                          <a:latin typeface="Arial" panose="020B0604020202020204" pitchFamily="34" charset="0"/>
                          <a:cs typeface="Arial" panose="020B0604020202020204" pitchFamily="34" charset="0"/>
                        </a:rPr>
                        <a:t>Start by adding your text to each section without spending too much time with formatting. Use the default font size even if your text extends beyond the bottom of the poster. Continue until you have added all your content including text, graphics, photos, etc. Once you finish adding your content you can go back and format your text as needed.</a:t>
                      </a:r>
                      <a:endParaRPr lang="en-US" sz="2800" baseline="0" dirty="0">
                        <a:solidFill>
                          <a:srgbClr val="D9D9D9"/>
                        </a:solidFill>
                        <a:latin typeface="Arial" panose="020B0604020202020204" pitchFamily="34" charset="0"/>
                        <a:cs typeface="Arial" panose="020B0604020202020204" pitchFamily="34" charset="0"/>
                      </a:endParaRPr>
                    </a:p>
                    <a:p>
                      <a:pPr marL="342900" indent="-342900">
                        <a:buFontTx/>
                        <a:buChar char="-"/>
                      </a:pPr>
                      <a:r>
                        <a:rPr lang="en-US" sz="2800" baseline="0" dirty="0">
                          <a:solidFill>
                            <a:srgbClr val="D9D9D9"/>
                          </a:solidFill>
                          <a:latin typeface="Arial" panose="020B0604020202020204" pitchFamily="34" charset="0"/>
                          <a:cs typeface="Arial" panose="020B0604020202020204" pitchFamily="34" charset="0"/>
                        </a:rPr>
                        <a:t>If you run out of room, try to reduce the size of your fonts and/or the size of your graphics. If there is a lot of empty space try to increase your font sizes and the size of your graphics. The font used for references can be smaller.</a:t>
                      </a:r>
                      <a:endParaRPr lang="en-US" sz="2800" dirty="0">
                        <a:solidFill>
                          <a:srgbClr val="D9D9D9"/>
                        </a:solidFill>
                        <a:latin typeface="Arial" panose="020B0604020202020204" pitchFamily="34" charset="0"/>
                        <a:cs typeface="Arial" panose="020B0604020202020204" pitchFamily="34" charset="0"/>
                      </a:endParaRPr>
                    </a:p>
                  </a:txBody>
                  <a:tcPr>
                    <a:solidFill>
                      <a:srgbClr val="010101"/>
                    </a:solidFill>
                  </a:tcPr>
                </a:tc>
                <a:tc hMerge="1">
                  <a:tcPr marL="182880" marT="137160">
                    <a:solidFill>
                      <a:srgbClr val="010101"/>
                    </a:solidFill>
                  </a:tcPr>
                </a:tc>
              </a:tr>
              <a:tr h="3004905">
                <a:tc gridSpan="2">
                  <a:txBody>
                    <a:bodyPr/>
                    <a:lstStyle/>
                    <a:p>
                      <a:pPr marL="0" marR="0" lvl="0" indent="0" algn="l" defTabSz="1518285" rtl="0" eaLnBrk="1" fontAlgn="auto" latinLnBrk="0" hangingPunct="1">
                        <a:lnSpc>
                          <a:spcPct val="100000"/>
                        </a:lnSpc>
                        <a:spcBef>
                          <a:spcPts val="0"/>
                        </a:spcBef>
                        <a:spcAft>
                          <a:spcPts val="0"/>
                        </a:spcAft>
                        <a:buClrTx/>
                        <a:buSzTx/>
                        <a:buFontTx/>
                        <a:buNone/>
                        <a:defRPr/>
                      </a:pPr>
                      <a:r>
                        <a:rPr lang="en-US" sz="3200" b="1" noProof="0" dirty="0">
                          <a:solidFill>
                            <a:srgbClr val="FFC000"/>
                          </a:solidFill>
                          <a:latin typeface="Arial" panose="020B0604020202020204" pitchFamily="34" charset="0"/>
                          <a:cs typeface="Arial" panose="020B0604020202020204" pitchFamily="34" charset="0"/>
                        </a:rPr>
                        <a:t>Photos</a:t>
                      </a:r>
                      <a:endParaRPr lang="en-US" sz="3200" b="1" noProof="0" dirty="0">
                        <a:solidFill>
                          <a:srgbClr val="FFC000"/>
                        </a:solidFill>
                        <a:latin typeface="Arial" panose="020B0604020202020204" pitchFamily="34" charset="0"/>
                        <a:cs typeface="Arial" panose="020B0604020202020204" pitchFamily="34" charset="0"/>
                      </a:endParaRPr>
                    </a:p>
                    <a:p>
                      <a:pPr marL="0" marR="0" lvl="0" indent="0" algn="l" defTabSz="977900" rtl="0" eaLnBrk="1" fontAlgn="auto" latinLnBrk="0" hangingPunct="1">
                        <a:lnSpc>
                          <a:spcPct val="100000"/>
                        </a:lnSpc>
                        <a:spcBef>
                          <a:spcPts val="0"/>
                        </a:spcBef>
                        <a:spcAft>
                          <a:spcPts val="0"/>
                        </a:spcAft>
                        <a:buClrTx/>
                        <a:buSzTx/>
                        <a:buFontTx/>
                        <a:buNone/>
                        <a:defRPr/>
                      </a:pPr>
                      <a:r>
                        <a:rPr kumimoji="0" lang="en-US" sz="2800" b="0" i="0" u="none" strike="noStrike" kern="1200" cap="none" spc="0" normalizeH="0" baseline="0" noProof="0" dirty="0">
                          <a:ln>
                            <a:noFill/>
                          </a:ln>
                          <a:solidFill>
                            <a:srgbClr val="D9D9D9"/>
                          </a:solidFill>
                          <a:effectLst/>
                          <a:uLnTx/>
                          <a:uFillTx/>
                          <a:latin typeface="Arial" panose="020B0604020202020204"/>
                          <a:ea typeface="+mn-ea"/>
                          <a:cs typeface="Arial" panose="020B0604020202020204"/>
                        </a:rPr>
                        <a:t>You can add photos by dragging and dropping from your desktop, copy and paste, or by going to INSERT &gt; PICTURES. Resize images proportionally by holding down the SHIFT key and dragging one of the white corner handles (dots). For a professional-looking poster, do not distort your images by stretching them disproportionally.</a:t>
                      </a:r>
                      <a:endParaRPr kumimoji="0" lang="en-US" sz="2800" b="0" i="0" u="none" strike="noStrike" kern="1200" cap="none" spc="0" normalizeH="0" baseline="0" noProof="0" dirty="0">
                        <a:ln>
                          <a:noFill/>
                        </a:ln>
                        <a:solidFill>
                          <a:srgbClr val="D9D9D9"/>
                        </a:solidFill>
                        <a:effectLst/>
                        <a:uLnTx/>
                        <a:uFillTx/>
                        <a:latin typeface="Arial" panose="020B0604020202020204"/>
                        <a:ea typeface="+mn-ea"/>
                        <a:cs typeface="Arial" panose="020B0604020202020204"/>
                      </a:endParaRPr>
                    </a:p>
                  </a:txBody>
                  <a:tcPr marL="182880" marT="137160">
                    <a:solidFill>
                      <a:srgbClr val="010101"/>
                    </a:solidFill>
                  </a:tcPr>
                </a:tc>
                <a:tc hMerge="1">
                  <a:tcPr/>
                </a:tc>
              </a:tr>
              <a:tr h="2642862">
                <a:tc gridSpan="2">
                  <a:txBody>
                    <a:bodyPr/>
                    <a:lstStyle/>
                    <a:p>
                      <a:endParaRPr lang="en-US" sz="2800" dirty="0">
                        <a:solidFill>
                          <a:schemeClr val="bg1"/>
                        </a:solidFill>
                        <a:latin typeface="Arial" panose="020B0604020202020204" pitchFamily="34" charset="0"/>
                        <a:cs typeface="Arial" panose="020B0604020202020204" pitchFamily="34" charset="0"/>
                      </a:endParaRPr>
                    </a:p>
                  </a:txBody>
                  <a:tcPr marL="182880" marT="137160">
                    <a:blipFill rotWithShape="1">
                      <a:blip r:embed="rId4"/>
                      <a:stretch>
                        <a:fillRect/>
                      </a:stretch>
                    </a:blipFill>
                  </a:tcPr>
                </a:tc>
                <a:tc hMerge="1">
                  <a:tcPr/>
                </a:tc>
              </a:tr>
              <a:tr h="3266912">
                <a:tc gridSpan="2">
                  <a:txBody>
                    <a:bodyPr/>
                    <a:lstStyle/>
                    <a:p>
                      <a:pPr marL="0" marR="0" lvl="0" indent="0" algn="l" defTabSz="1518285" rtl="0" eaLnBrk="1" fontAlgn="auto" latinLnBrk="0" hangingPunct="1">
                        <a:lnSpc>
                          <a:spcPct val="100000"/>
                        </a:lnSpc>
                        <a:spcBef>
                          <a:spcPts val="0"/>
                        </a:spcBef>
                        <a:spcAft>
                          <a:spcPts val="0"/>
                        </a:spcAft>
                        <a:buClrTx/>
                        <a:buSzTx/>
                        <a:buFontTx/>
                        <a:buNone/>
                        <a:defRPr/>
                      </a:pPr>
                      <a:r>
                        <a:rPr lang="en-US" sz="3200" b="1" noProof="0" dirty="0">
                          <a:solidFill>
                            <a:srgbClr val="FFC000"/>
                          </a:solidFill>
                          <a:latin typeface="Arial" panose="020B0604020202020204"/>
                          <a:cs typeface="Arial" panose="020B0604020202020204"/>
                        </a:rPr>
                        <a:t>Quality check your graphics</a:t>
                      </a:r>
                      <a:endParaRPr lang="en-US" sz="3200" b="1" noProof="0" dirty="0">
                        <a:solidFill>
                          <a:srgbClr val="FFC000"/>
                        </a:solidFill>
                        <a:latin typeface="Arial" panose="020B0604020202020204"/>
                        <a:cs typeface="Arial" panose="020B0604020202020204"/>
                      </a:endParaRPr>
                    </a:p>
                    <a:p>
                      <a:pPr marL="0" marR="0" lvl="0" indent="0" algn="l" defTabSz="1518285" rtl="0" eaLnBrk="1" fontAlgn="auto" latinLnBrk="0" hangingPunct="1">
                        <a:lnSpc>
                          <a:spcPct val="100000"/>
                        </a:lnSpc>
                        <a:spcBef>
                          <a:spcPts val="0"/>
                        </a:spcBef>
                        <a:spcAft>
                          <a:spcPts val="0"/>
                        </a:spcAft>
                        <a:buClrTx/>
                        <a:buSzTx/>
                        <a:buFontTx/>
                        <a:buNone/>
                        <a:defRPr/>
                      </a:pPr>
                      <a:r>
                        <a:rPr lang="en-US" sz="2800" noProof="0" dirty="0">
                          <a:solidFill>
                            <a:srgbClr val="D9D9D9"/>
                          </a:solidFill>
                          <a:latin typeface="Arial" panose="020B0604020202020204"/>
                          <a:cs typeface="Arial" panose="020B0604020202020204"/>
                        </a:rPr>
                        <a:t>Zoom in and look at your images at 100%-200% magnification. If they look clear, they will print well. </a:t>
                      </a:r>
                      <a:endParaRPr lang="en-US" sz="2800" noProof="0" dirty="0">
                        <a:solidFill>
                          <a:srgbClr val="D9D9D9"/>
                        </a:solidFill>
                        <a:latin typeface="Arial" panose="020B0604020202020204"/>
                        <a:cs typeface="Arial" panose="020B0604020202020204"/>
                      </a:endParaRPr>
                    </a:p>
                  </a:txBody>
                  <a:tcPr marL="182880" marT="137160">
                    <a:solidFill>
                      <a:srgbClr val="010101"/>
                    </a:solidFill>
                  </a:tcPr>
                </a:tc>
                <a:tc hMerge="1">
                  <a:tcPr>
                    <a:solidFill>
                      <a:schemeClr val="tx1">
                        <a:lumMod val="95000"/>
                        <a:lumOff val="5000"/>
                      </a:schemeClr>
                    </a:solidFill>
                  </a:tcPr>
                </a:tc>
              </a:tr>
              <a:tr h="3673307">
                <a:tc gridSpan="2">
                  <a:txBody>
                    <a:bodyPr/>
                    <a:lstStyle/>
                    <a:p>
                      <a:pPr marL="0" marR="0" lvl="0" indent="0" algn="l" defTabSz="1518285" rtl="0" eaLnBrk="1" fontAlgn="auto" latinLnBrk="0" hangingPunct="1">
                        <a:lnSpc>
                          <a:spcPct val="100000"/>
                        </a:lnSpc>
                        <a:spcBef>
                          <a:spcPts val="0"/>
                        </a:spcBef>
                        <a:spcAft>
                          <a:spcPts val="0"/>
                        </a:spcAft>
                        <a:buClrTx/>
                        <a:buSzTx/>
                        <a:buFontTx/>
                        <a:buNone/>
                        <a:defRPr/>
                      </a:pPr>
                      <a:endParaRPr lang="en-US" sz="2800" noProof="0" dirty="0">
                        <a:solidFill>
                          <a:schemeClr val="bg1"/>
                        </a:solidFill>
                        <a:latin typeface="Arial" panose="020B0604020202020204"/>
                        <a:cs typeface="Arial" panose="020B0604020202020204"/>
                      </a:endParaRPr>
                    </a:p>
                  </a:txBody>
                  <a:tcPr marL="182880" marT="137160">
                    <a:blipFill rotWithShape="1">
                      <a:blip r:embed="rId5"/>
                      <a:stretch>
                        <a:fillRect/>
                      </a:stretch>
                    </a:blipFill>
                  </a:tcPr>
                </a:tc>
                <a:tc hMerge="1">
                  <a:tcPr/>
                </a:tc>
              </a:tr>
            </a:tbl>
          </a:graphicData>
        </a:graphic>
      </p:graphicFrame>
      <p:graphicFrame>
        <p:nvGraphicFramePr>
          <p:cNvPr id="4" name="Table 3"/>
          <p:cNvGraphicFramePr>
            <a:graphicFrameLocks noGrp="1"/>
          </p:cNvGraphicFramePr>
          <p:nvPr userDrawn="1"/>
        </p:nvGraphicFramePr>
        <p:xfrm>
          <a:off x="30776244" y="0"/>
          <a:ext cx="12607943" cy="42781749"/>
        </p:xfrm>
        <a:graphic>
          <a:graphicData uri="http://schemas.openxmlformats.org/drawingml/2006/table">
            <a:tbl>
              <a:tblPr firstRow="1" bandRow="1">
                <a:tableStyleId>{5C22544A-7EE6-4342-B048-85BDC9FD1C3A}</a:tableStyleId>
              </a:tblPr>
              <a:tblGrid>
                <a:gridCol w="4947323"/>
                <a:gridCol w="1486295"/>
                <a:gridCol w="6174325"/>
              </a:tblGrid>
              <a:tr h="1660717">
                <a:tc gridSpan="3">
                  <a:txBody>
                    <a:bodyPr/>
                    <a:lstStyle/>
                    <a:p>
                      <a:pPr marL="0" marR="0" indent="0" algn="ctr" defTabSz="4389120" rtl="0" eaLnBrk="1" fontAlgn="auto" latinLnBrk="0" hangingPunct="1">
                        <a:lnSpc>
                          <a:spcPct val="100000"/>
                        </a:lnSpc>
                        <a:spcBef>
                          <a:spcPts val="0"/>
                        </a:spcBef>
                        <a:spcAft>
                          <a:spcPts val="0"/>
                        </a:spcAft>
                        <a:buClrTx/>
                        <a:buSzTx/>
                        <a:buFontTx/>
                        <a:buNone/>
                        <a:defRPr/>
                      </a:pPr>
                      <a:r>
                        <a:rPr lang="en-US" sz="4400" b="0" spc="600" dirty="0">
                          <a:solidFill>
                            <a:srgbClr val="1F3A4E"/>
                          </a:solidFill>
                          <a:latin typeface="Arial Black" panose="020B0A04020102020204" pitchFamily="34" charset="0"/>
                        </a:rPr>
                        <a:t>QUICK START GUIDE</a:t>
                      </a:r>
                      <a:br>
                        <a:rPr lang="en-US" sz="4400" b="0" spc="600" dirty="0">
                          <a:solidFill>
                            <a:srgbClr val="1F3A4E"/>
                          </a:solidFill>
                          <a:latin typeface="Arial Black" panose="020B0A04020102020204" pitchFamily="34" charset="0"/>
                        </a:rPr>
                      </a:br>
                      <a:r>
                        <a:rPr lang="en-US" sz="3600" b="1" spc="0" dirty="0">
                          <a:solidFill>
                            <a:srgbClr val="FF0000"/>
                          </a:solidFill>
                          <a:latin typeface="Trebuchet MS" panose="020B0603020202020204" pitchFamily="34" charset="0"/>
                        </a:rPr>
                        <a:t>(THIS SIDEBAR WILL NOT PRINT)</a:t>
                      </a:r>
                      <a:endParaRPr lang="en-US" sz="4400" b="1" spc="600" dirty="0">
                        <a:solidFill>
                          <a:schemeClr val="bg1"/>
                        </a:solidFill>
                        <a:latin typeface="Trebuchet MS" panose="020B0603020202020204" pitchFamily="34" charset="0"/>
                      </a:endParaRPr>
                    </a:p>
                  </a:txBody>
                  <a:tcPr marL="182880" marT="137160">
                    <a:solidFill>
                      <a:srgbClr val="FFC000"/>
                    </a:solidFill>
                  </a:tcPr>
                </a:tc>
                <a:tc hMerge="1">
                  <a:tcPr/>
                </a:tc>
                <a:tc hMerge="1">
                  <a:tcPr/>
                </a:tc>
              </a:tr>
              <a:tr h="7979388">
                <a:tc gridSpan="3">
                  <a:txBody>
                    <a:bodyPr/>
                    <a:lstStyle/>
                    <a:p>
                      <a:pPr algn="l"/>
                      <a:r>
                        <a:rPr lang="en-US" sz="3200" b="1" baseline="0" dirty="0">
                          <a:solidFill>
                            <a:srgbClr val="FFC000"/>
                          </a:solidFill>
                          <a:latin typeface="Arial" panose="020B0604020202020204" pitchFamily="34" charset="0"/>
                          <a:cs typeface="Arial" panose="020B0604020202020204" pitchFamily="34" charset="0"/>
                        </a:rPr>
                        <a:t>How to change the template colors</a:t>
                      </a:r>
                      <a:endParaRPr lang="en-US" sz="3200" b="1" baseline="0" dirty="0">
                        <a:solidFill>
                          <a:srgbClr val="FFC000"/>
                        </a:solidFill>
                        <a:latin typeface="Arial" panose="020B0604020202020204" pitchFamily="34" charset="0"/>
                        <a:cs typeface="Arial" panose="020B0604020202020204" pitchFamily="34" charset="0"/>
                      </a:endParaRPr>
                    </a:p>
                    <a:p>
                      <a:pPr marL="0" indent="0" algn="l" defTabSz="114300"/>
                      <a:r>
                        <a:rPr lang="en-US" sz="2800" b="0" baseline="0" dirty="0">
                          <a:solidFill>
                            <a:srgbClr val="D9D9D9"/>
                          </a:solidFill>
                          <a:latin typeface="Arial" panose="020B0604020202020204" pitchFamily="34" charset="0"/>
                          <a:cs typeface="Arial" panose="020B0604020202020204" pitchFamily="34" charset="0"/>
                        </a:rPr>
                        <a:t>You can change the overall template color theme by clicking on the COLORS dropdown menu under the DESIGN tab. You can see a tutorial here: </a:t>
                      </a:r>
                      <a:r>
                        <a:rPr lang="en-US" sz="2800" dirty="0">
                          <a:solidFill>
                            <a:srgbClr val="FFC000"/>
                          </a:solidFill>
                          <a:hlinkClick r:id="rId6"/>
                        </a:rPr>
                        <a:t>https://www.posterpresentations.com/how-to-change-the-research-poster-template-colors.html</a:t>
                      </a:r>
                      <a:endParaRPr lang="en-US" sz="2800" dirty="0">
                        <a:solidFill>
                          <a:srgbClr val="FFC000"/>
                        </a:solidFill>
                      </a:endParaRPr>
                    </a:p>
                    <a:p>
                      <a:pPr marL="0" indent="0" algn="l" defTabSz="114300"/>
                      <a:endParaRPr lang="en-US" sz="2800" b="0" baseline="0" dirty="0">
                        <a:solidFill>
                          <a:srgbClr val="D9D9D9"/>
                        </a:solidFill>
                        <a:latin typeface="Arial" panose="020B0604020202020204" pitchFamily="34" charset="0"/>
                        <a:cs typeface="Arial" panose="020B0604020202020204" pitchFamily="34" charset="0"/>
                      </a:endParaRPr>
                    </a:p>
                    <a:p>
                      <a:pPr marL="0" indent="0" algn="l" defTabSz="114300"/>
                      <a:r>
                        <a:rPr lang="en-US" sz="2800" b="0" baseline="0" dirty="0">
                          <a:solidFill>
                            <a:srgbClr val="D9D9D9"/>
                          </a:solidFill>
                          <a:latin typeface="Arial" panose="020B0604020202020204" pitchFamily="34" charset="0"/>
                          <a:cs typeface="Arial" panose="020B0604020202020204" pitchFamily="34" charset="0"/>
                        </a:rPr>
                        <a:t>You can also manually change the color of individual elements by going to VIEW &gt; SLIDE MASTER. On the left side of your screen select the background master where you can change the template background, column sizes, etc. </a:t>
                      </a:r>
                      <a:endParaRPr lang="en-US" sz="2800" b="0" baseline="0" dirty="0">
                        <a:solidFill>
                          <a:srgbClr val="D9D9D9"/>
                        </a:solidFill>
                        <a:latin typeface="Arial" panose="020B0604020202020204" pitchFamily="34" charset="0"/>
                        <a:cs typeface="Arial" panose="020B0604020202020204" pitchFamily="34" charset="0"/>
                      </a:endParaRPr>
                    </a:p>
                    <a:p>
                      <a:pPr marL="0" indent="0" algn="l" defTabSz="114300"/>
                      <a:endParaRPr lang="en-US" sz="2800" b="0" baseline="0" dirty="0">
                        <a:solidFill>
                          <a:srgbClr val="D9D9D9"/>
                        </a:solidFill>
                        <a:latin typeface="Arial" panose="020B0604020202020204" pitchFamily="34" charset="0"/>
                        <a:cs typeface="Arial" panose="020B0604020202020204" pitchFamily="34" charset="0"/>
                      </a:endParaRPr>
                    </a:p>
                    <a:p>
                      <a:pPr marL="0" indent="0" algn="l" defTabSz="114300"/>
                      <a:r>
                        <a:rPr lang="en-US" sz="2800" b="0" baseline="0" dirty="0">
                          <a:solidFill>
                            <a:srgbClr val="D9D9D9"/>
                          </a:solidFill>
                          <a:latin typeface="Arial" panose="020B0604020202020204" pitchFamily="34" charset="0"/>
                          <a:cs typeface="Arial" panose="020B0604020202020204" pitchFamily="34" charset="0"/>
                        </a:rPr>
                        <a:t>After you finish working on the SLIDE MASTER, it is important that you go to VIEW &gt; NORMAL to continue working on your poster. </a:t>
                      </a:r>
                      <a:endParaRPr lang="en-US" sz="2800" b="0" baseline="0" dirty="0">
                        <a:solidFill>
                          <a:srgbClr val="D9D9D9"/>
                        </a:solidFill>
                        <a:latin typeface="Arial" panose="020B0604020202020204" pitchFamily="34" charset="0"/>
                        <a:cs typeface="Arial" panose="020B0604020202020204" pitchFamily="34" charset="0"/>
                      </a:endParaRPr>
                    </a:p>
                  </a:txBody>
                  <a:tcPr marL="182880" marT="137160">
                    <a:solidFill>
                      <a:schemeClr val="tx1"/>
                    </a:solidFill>
                  </a:tcPr>
                </a:tc>
                <a:tc hMerge="1">
                  <a:tcPr/>
                </a:tc>
                <a:tc hMerge="1">
                  <a:tcPr/>
                </a:tc>
              </a:tr>
              <a:tr h="5933721">
                <a:tc gridSpan="3">
                  <a:txBody>
                    <a:bodyPr/>
                    <a:lstStyle/>
                    <a:p>
                      <a:r>
                        <a:rPr lang="en-US" sz="3200" b="1" dirty="0">
                          <a:solidFill>
                            <a:srgbClr val="FFC000"/>
                          </a:solidFill>
                          <a:latin typeface="Arial" panose="020B0604020202020204" pitchFamily="34" charset="0"/>
                          <a:cs typeface="Arial" panose="020B0604020202020204" pitchFamily="34" charset="0"/>
                        </a:rPr>
                        <a:t>How to change the column layout configuration</a:t>
                      </a:r>
                      <a:endParaRPr lang="en-US" sz="3200" b="1" dirty="0">
                        <a:solidFill>
                          <a:srgbClr val="FFC000"/>
                        </a:solidFill>
                        <a:latin typeface="Arial" panose="020B0604020202020204" pitchFamily="34" charset="0"/>
                        <a:cs typeface="Arial" panose="020B0604020202020204" pitchFamily="34" charset="0"/>
                      </a:endParaRPr>
                    </a:p>
                    <a:p>
                      <a:r>
                        <a:rPr lang="en-US" sz="2800" dirty="0">
                          <a:solidFill>
                            <a:srgbClr val="D9D9D9"/>
                          </a:solidFill>
                          <a:latin typeface="Arial" panose="020B0604020202020204" pitchFamily="34" charset="0"/>
                          <a:cs typeface="Arial" panose="020B0604020202020204" pitchFamily="34" charset="0"/>
                        </a:rPr>
                        <a:t>You can manually change the configuration on the columns by going to VIEW &gt; SLIDE MASTER. You can delete columns, resize them or modify them as needed for your layout. </a:t>
                      </a:r>
                      <a:endParaRPr lang="en-US" sz="2800" dirty="0">
                        <a:solidFill>
                          <a:srgbClr val="D9D9D9"/>
                        </a:solidFill>
                        <a:latin typeface="Arial" panose="020B0604020202020204" pitchFamily="34" charset="0"/>
                        <a:cs typeface="Arial" panose="020B0604020202020204" pitchFamily="34" charset="0"/>
                      </a:endParaRPr>
                    </a:p>
                    <a:p>
                      <a:pPr marL="0" marR="0" indent="0" algn="l" defTabSz="3765550" rtl="0" eaLnBrk="1" fontAlgn="auto" latinLnBrk="0" hangingPunct="1">
                        <a:lnSpc>
                          <a:spcPct val="100000"/>
                        </a:lnSpc>
                        <a:spcBef>
                          <a:spcPts val="0"/>
                        </a:spcBef>
                        <a:spcAft>
                          <a:spcPts val="0"/>
                        </a:spcAft>
                        <a:buClrTx/>
                        <a:buSzTx/>
                        <a:buFontTx/>
                        <a:buNone/>
                        <a:defRPr/>
                      </a:pPr>
                      <a:r>
                        <a:rPr lang="en-US" sz="2800" dirty="0">
                          <a:solidFill>
                            <a:srgbClr val="D9D9D9"/>
                          </a:solidFill>
                          <a:latin typeface="Arial" panose="020B0604020202020204" pitchFamily="34" charset="0"/>
                          <a:cs typeface="Arial" panose="020B0604020202020204" pitchFamily="34" charset="0"/>
                        </a:rPr>
                        <a:t>You can see a tutorial here: </a:t>
                      </a:r>
                      <a:r>
                        <a:rPr lang="en-US" sz="2800" u="sng" dirty="0">
                          <a:solidFill>
                            <a:srgbClr val="FFC000"/>
                          </a:solidFill>
                          <a:latin typeface="Arial" panose="020B0604020202020204" pitchFamily="34" charset="0"/>
                          <a:cs typeface="Arial" panose="020B0604020202020204" pitchFamily="34" charset="0"/>
                        </a:rPr>
                        <a:t>https://</a:t>
                      </a:r>
                      <a:r>
                        <a:rPr lang="en-US" sz="2800" u="sng" dirty="0" err="1">
                          <a:solidFill>
                            <a:srgbClr val="FFC000"/>
                          </a:solidFill>
                          <a:latin typeface="Arial" panose="020B0604020202020204" pitchFamily="34" charset="0"/>
                          <a:cs typeface="Arial" panose="020B0604020202020204" pitchFamily="34" charset="0"/>
                        </a:rPr>
                        <a:t>www.posterpresentations.com</a:t>
                      </a:r>
                      <a:r>
                        <a:rPr lang="en-US" sz="2800" u="sng" dirty="0">
                          <a:solidFill>
                            <a:srgbClr val="FFC000"/>
                          </a:solidFill>
                          <a:latin typeface="Arial" panose="020B0604020202020204" pitchFamily="34" charset="0"/>
                          <a:cs typeface="Arial" panose="020B0604020202020204" pitchFamily="34" charset="0"/>
                        </a:rPr>
                        <a:t>/how-to-change-the-column-</a:t>
                      </a:r>
                      <a:r>
                        <a:rPr lang="en-US" sz="2800" u="sng" dirty="0" err="1">
                          <a:solidFill>
                            <a:srgbClr val="FFC000"/>
                          </a:solidFill>
                          <a:latin typeface="Arial" panose="020B0604020202020204" pitchFamily="34" charset="0"/>
                          <a:cs typeface="Arial" panose="020B0604020202020204" pitchFamily="34" charset="0"/>
                        </a:rPr>
                        <a:t>configuration.html</a:t>
                      </a:r>
                      <a:endParaRPr lang="en-US" sz="6000" u="sng" dirty="0">
                        <a:solidFill>
                          <a:srgbClr val="FFC000"/>
                        </a:solidFill>
                      </a:endParaRPr>
                    </a:p>
                  </a:txBody>
                  <a:tcPr marL="182880" marT="137160">
                    <a:solidFill>
                      <a:schemeClr val="tx1"/>
                    </a:solidFill>
                  </a:tcPr>
                </a:tc>
                <a:tc hMerge="1">
                  <a:tcPr/>
                </a:tc>
                <a:tc hMerge="1">
                  <a:tcPr marL="182880" marT="137160">
                    <a:solidFill>
                      <a:srgbClr val="010101"/>
                    </a:solidFill>
                  </a:tcPr>
                </a:tc>
              </a:tr>
              <a:tr h="2338318">
                <a:tc>
                  <a:txBody>
                    <a:bodyPr/>
                    <a:lstStyle/>
                    <a:p>
                      <a:pPr marL="0" marR="0" lvl="0" indent="0" algn="l" defTabSz="1518285" rtl="0" eaLnBrk="1" fontAlgn="auto" latinLnBrk="0" hangingPunct="1">
                        <a:lnSpc>
                          <a:spcPct val="100000"/>
                        </a:lnSpc>
                        <a:spcBef>
                          <a:spcPts val="0"/>
                        </a:spcBef>
                        <a:spcAft>
                          <a:spcPts val="0"/>
                        </a:spcAft>
                        <a:buClrTx/>
                        <a:buSzTx/>
                        <a:buFontTx/>
                        <a:buNone/>
                        <a:defRPr/>
                      </a:pPr>
                      <a:endParaRPr lang="en-US" sz="2800" noProof="0" dirty="0">
                        <a:solidFill>
                          <a:srgbClr val="D9D9D9"/>
                        </a:solidFill>
                        <a:latin typeface="Arial" panose="020B0604020202020204" pitchFamily="34" charset="0"/>
                        <a:cs typeface="Arial" panose="020B0604020202020204" pitchFamily="34" charset="0"/>
                      </a:endParaRPr>
                    </a:p>
                  </a:txBody>
                  <a:tcPr marL="182880" marT="137160">
                    <a:blipFill dpi="0" rotWithShape="1">
                      <a:blip r:embed="rId7">
                        <a:extLst>
                          <a:ext uri="{28A0092B-C50C-407E-A947-70E740481C1C}">
                            <a14:useLocalDpi xmlns:a14="http://schemas.microsoft.com/office/drawing/2010/main" val="0"/>
                          </a:ext>
                        </a:extLst>
                      </a:blip>
                      <a:srcRect/>
                      <a:stretch>
                        <a:fillRect/>
                      </a:stretch>
                    </a:blipFill>
                  </a:tcPr>
                </a:tc>
                <a:tc rowSpan="2" gridSpan="2">
                  <a:txBody>
                    <a:bodyPr/>
                    <a:lstStyle/>
                    <a:p>
                      <a:pPr marL="0" marR="0" lvl="0" indent="0" algn="l" defTabSz="1518285" rtl="0" eaLnBrk="1" fontAlgn="auto" latinLnBrk="0" hangingPunct="1">
                        <a:lnSpc>
                          <a:spcPct val="100000"/>
                        </a:lnSpc>
                        <a:spcBef>
                          <a:spcPts val="0"/>
                        </a:spcBef>
                        <a:spcAft>
                          <a:spcPts val="0"/>
                        </a:spcAft>
                        <a:buClrTx/>
                        <a:buSzTx/>
                        <a:buFontTx/>
                        <a:buNone/>
                        <a:defRPr/>
                      </a:pPr>
                      <a:r>
                        <a:rPr lang="en-US" sz="3200" b="1" noProof="0" dirty="0">
                          <a:solidFill>
                            <a:srgbClr val="FFC000"/>
                          </a:solidFill>
                          <a:latin typeface="Arial" panose="020B0604020202020204" pitchFamily="34" charset="0"/>
                          <a:cs typeface="Arial" panose="020B0604020202020204" pitchFamily="34" charset="0"/>
                        </a:rPr>
                        <a:t>How to hide the QUICK START GUIDE bars from the sides of the template</a:t>
                      </a:r>
                      <a:endParaRPr lang="en-US" sz="3200" b="1" noProof="0" dirty="0">
                        <a:solidFill>
                          <a:srgbClr val="FFC000"/>
                        </a:solidFill>
                        <a:latin typeface="Arial" panose="020B0604020202020204" pitchFamily="34" charset="0"/>
                        <a:cs typeface="Arial" panose="020B0604020202020204" pitchFamily="34" charset="0"/>
                      </a:endParaRPr>
                    </a:p>
                    <a:p>
                      <a:pPr marL="0" marR="0" lvl="0" indent="0" algn="l" defTabSz="114300" rtl="0" eaLnBrk="1" fontAlgn="auto" latinLnBrk="0" hangingPunct="1">
                        <a:lnSpc>
                          <a:spcPct val="100000"/>
                        </a:lnSpc>
                        <a:spcBef>
                          <a:spcPts val="0"/>
                        </a:spcBef>
                        <a:spcAft>
                          <a:spcPts val="0"/>
                        </a:spcAft>
                        <a:buClrTx/>
                        <a:buSzTx/>
                        <a:buFontTx/>
                        <a:buNone/>
                        <a:defRPr/>
                      </a:pPr>
                      <a:r>
                        <a:rPr lang="en-US" sz="2800" noProof="0" dirty="0">
                          <a:solidFill>
                            <a:srgbClr val="D9D9D9"/>
                          </a:solidFill>
                          <a:latin typeface="Arial" panose="020B0604020202020204" pitchFamily="34" charset="0"/>
                          <a:cs typeface="Arial" panose="020B0604020202020204" pitchFamily="34" charset="0"/>
                        </a:rPr>
                        <a:t>The Quick Start</a:t>
                      </a:r>
                      <a:r>
                        <a:rPr lang="en-US" sz="2800" baseline="0" noProof="0" dirty="0">
                          <a:solidFill>
                            <a:srgbClr val="D9D9D9"/>
                          </a:solidFill>
                          <a:latin typeface="Arial" panose="020B0604020202020204" pitchFamily="34" charset="0"/>
                          <a:cs typeface="Arial" panose="020B0604020202020204" pitchFamily="34" charset="0"/>
                        </a:rPr>
                        <a:t> Guides</a:t>
                      </a:r>
                      <a:r>
                        <a:rPr lang="en-US" sz="2800" noProof="0" dirty="0">
                          <a:solidFill>
                            <a:srgbClr val="D9D9D9"/>
                          </a:solidFill>
                          <a:latin typeface="Arial" panose="020B0604020202020204" pitchFamily="34" charset="0"/>
                          <a:cs typeface="Arial" panose="020B0604020202020204" pitchFamily="34" charset="0"/>
                        </a:rPr>
                        <a:t> </a:t>
                      </a:r>
                      <a:r>
                        <a:rPr lang="en-US" sz="2800" u="sng" noProof="0" dirty="0">
                          <a:solidFill>
                            <a:srgbClr val="D9D9D9"/>
                          </a:solidFill>
                          <a:latin typeface="Arial" panose="020B0604020202020204" pitchFamily="34" charset="0"/>
                          <a:cs typeface="Arial" panose="020B0604020202020204" pitchFamily="34" charset="0"/>
                        </a:rPr>
                        <a:t>are outside the template’s printable area</a:t>
                      </a:r>
                      <a:r>
                        <a:rPr lang="en-US" sz="2800" noProof="0" dirty="0">
                          <a:solidFill>
                            <a:srgbClr val="D9D9D9"/>
                          </a:solidFill>
                          <a:latin typeface="Arial" panose="020B0604020202020204" pitchFamily="34" charset="0"/>
                          <a:cs typeface="Arial" panose="020B0604020202020204" pitchFamily="34" charset="0"/>
                        </a:rPr>
                        <a:t> and they will not be on the printed poster</a:t>
                      </a:r>
                      <a:r>
                        <a:rPr lang="en-US" sz="2800" baseline="0" noProof="0" dirty="0">
                          <a:solidFill>
                            <a:srgbClr val="D9D9D9"/>
                          </a:solidFill>
                          <a:latin typeface="Arial" panose="020B0604020202020204" pitchFamily="34" charset="0"/>
                          <a:cs typeface="Arial" panose="020B0604020202020204" pitchFamily="34" charset="0"/>
                        </a:rPr>
                        <a:t>. </a:t>
                      </a:r>
                      <a:endParaRPr lang="en-US" sz="2800" baseline="0" noProof="0" dirty="0">
                        <a:solidFill>
                          <a:srgbClr val="D9D9D9"/>
                        </a:solidFill>
                        <a:latin typeface="Arial" panose="020B0604020202020204" pitchFamily="34" charset="0"/>
                        <a:cs typeface="Arial" panose="020B0604020202020204" pitchFamily="34" charset="0"/>
                      </a:endParaRPr>
                    </a:p>
                    <a:p>
                      <a:pPr marL="0" marR="0" lvl="0" indent="0" algn="l" defTabSz="114300" rtl="0" eaLnBrk="1" fontAlgn="auto" latinLnBrk="0" hangingPunct="1">
                        <a:lnSpc>
                          <a:spcPct val="100000"/>
                        </a:lnSpc>
                        <a:spcBef>
                          <a:spcPts val="0"/>
                        </a:spcBef>
                        <a:spcAft>
                          <a:spcPts val="0"/>
                        </a:spcAft>
                        <a:buClrTx/>
                        <a:buSzTx/>
                        <a:buFontTx/>
                        <a:buNone/>
                        <a:defRPr/>
                      </a:pPr>
                      <a:endParaRPr lang="en-US" sz="2800" baseline="0" noProof="0" dirty="0">
                        <a:solidFill>
                          <a:srgbClr val="D9D9D9"/>
                        </a:solidFill>
                        <a:latin typeface="Arial" panose="020B0604020202020204" pitchFamily="34" charset="0"/>
                        <a:cs typeface="Arial" panose="020B0604020202020204" pitchFamily="34" charset="0"/>
                      </a:endParaRPr>
                    </a:p>
                    <a:p>
                      <a:pPr marL="0" marR="0" lvl="0" indent="0" algn="l" defTabSz="114300" rtl="0" eaLnBrk="1" fontAlgn="auto" latinLnBrk="0" hangingPunct="1">
                        <a:lnSpc>
                          <a:spcPct val="100000"/>
                        </a:lnSpc>
                        <a:spcBef>
                          <a:spcPts val="0"/>
                        </a:spcBef>
                        <a:spcAft>
                          <a:spcPts val="0"/>
                        </a:spcAft>
                        <a:buClrTx/>
                        <a:buSzTx/>
                        <a:buFontTx/>
                        <a:buNone/>
                        <a:defRPr/>
                      </a:pPr>
                      <a:r>
                        <a:rPr lang="en-US" sz="2800" baseline="0" noProof="0" dirty="0">
                          <a:solidFill>
                            <a:srgbClr val="D9D9D9"/>
                          </a:solidFill>
                          <a:latin typeface="Arial" panose="020B0604020202020204" pitchFamily="34" charset="0"/>
                          <a:cs typeface="Arial" panose="020B0604020202020204" pitchFamily="34" charset="0"/>
                        </a:rPr>
                        <a:t>If you create a PDF file from your template, the guides will not be included.</a:t>
                      </a:r>
                      <a:endParaRPr lang="en-US" sz="2800" baseline="0" noProof="0" dirty="0">
                        <a:solidFill>
                          <a:srgbClr val="D9D9D9"/>
                        </a:solidFill>
                        <a:latin typeface="Arial" panose="020B0604020202020204" pitchFamily="34" charset="0"/>
                        <a:cs typeface="Arial" panose="020B0604020202020204" pitchFamily="34" charset="0"/>
                      </a:endParaRPr>
                    </a:p>
                    <a:p>
                      <a:pPr marL="0" marR="0" lvl="0" indent="0" algn="l" defTabSz="114300" rtl="0" eaLnBrk="1" fontAlgn="auto" latinLnBrk="0" hangingPunct="1">
                        <a:lnSpc>
                          <a:spcPct val="100000"/>
                        </a:lnSpc>
                        <a:spcBef>
                          <a:spcPts val="0"/>
                        </a:spcBef>
                        <a:spcAft>
                          <a:spcPts val="0"/>
                        </a:spcAft>
                        <a:buClrTx/>
                        <a:buSzTx/>
                        <a:buFontTx/>
                        <a:buNone/>
                        <a:defRPr/>
                      </a:pPr>
                      <a:endParaRPr lang="en-US" sz="2800" baseline="0" noProof="0" dirty="0">
                        <a:solidFill>
                          <a:srgbClr val="D9D9D9"/>
                        </a:solidFill>
                        <a:latin typeface="Arial" panose="020B0604020202020204" pitchFamily="34" charset="0"/>
                        <a:cs typeface="Arial" panose="020B0604020202020204" pitchFamily="34" charset="0"/>
                      </a:endParaRPr>
                    </a:p>
                    <a:p>
                      <a:pPr marL="0" marR="0" lvl="0" indent="0" algn="l" defTabSz="114300" rtl="0" eaLnBrk="1" fontAlgn="auto" latinLnBrk="0" hangingPunct="1">
                        <a:lnSpc>
                          <a:spcPct val="100000"/>
                        </a:lnSpc>
                        <a:spcBef>
                          <a:spcPts val="0"/>
                        </a:spcBef>
                        <a:spcAft>
                          <a:spcPts val="0"/>
                        </a:spcAft>
                        <a:buClrTx/>
                        <a:buSzTx/>
                        <a:buFontTx/>
                        <a:buNone/>
                        <a:defRPr/>
                      </a:pPr>
                      <a:r>
                        <a:rPr lang="en-US" sz="2800" baseline="0" noProof="0" dirty="0">
                          <a:solidFill>
                            <a:srgbClr val="D9D9D9"/>
                          </a:solidFill>
                          <a:latin typeface="Arial" panose="020B0604020202020204" pitchFamily="34" charset="0"/>
                          <a:cs typeface="Arial" panose="020B0604020202020204" pitchFamily="34" charset="0"/>
                        </a:rPr>
                        <a:t>To hide the guides click on the </a:t>
                      </a:r>
                      <a:r>
                        <a:rPr lang="en-US" sz="2800" b="1" baseline="0" noProof="0" dirty="0">
                          <a:solidFill>
                            <a:srgbClr val="D9D9D9"/>
                          </a:solidFill>
                          <a:latin typeface="Arial" panose="020B0604020202020204" pitchFamily="34" charset="0"/>
                          <a:cs typeface="Arial" panose="020B0604020202020204" pitchFamily="34" charset="0"/>
                        </a:rPr>
                        <a:t>Home</a:t>
                      </a:r>
                      <a:r>
                        <a:rPr lang="en-US" sz="2800" baseline="0" noProof="0" dirty="0">
                          <a:solidFill>
                            <a:srgbClr val="D9D9D9"/>
                          </a:solidFill>
                          <a:latin typeface="Arial" panose="020B0604020202020204" pitchFamily="34" charset="0"/>
                          <a:cs typeface="Arial" panose="020B0604020202020204" pitchFamily="34" charset="0"/>
                        </a:rPr>
                        <a:t> tab (top of the screen) and then click on the </a:t>
                      </a:r>
                      <a:r>
                        <a:rPr lang="en-US" sz="2800" b="1" baseline="0" noProof="0" dirty="0">
                          <a:solidFill>
                            <a:srgbClr val="D9D9D9"/>
                          </a:solidFill>
                          <a:latin typeface="Arial" panose="020B0604020202020204" pitchFamily="34" charset="0"/>
                          <a:cs typeface="Arial" panose="020B0604020202020204" pitchFamily="34" charset="0"/>
                        </a:rPr>
                        <a:t>Layout</a:t>
                      </a:r>
                      <a:r>
                        <a:rPr lang="en-US" sz="2800" baseline="0" noProof="0" dirty="0">
                          <a:solidFill>
                            <a:srgbClr val="D9D9D9"/>
                          </a:solidFill>
                          <a:latin typeface="Arial" panose="020B0604020202020204" pitchFamily="34" charset="0"/>
                          <a:cs typeface="Arial" panose="020B0604020202020204" pitchFamily="34" charset="0"/>
                        </a:rPr>
                        <a:t> button below to see the available layouts. Choose the </a:t>
                      </a:r>
                      <a:r>
                        <a:rPr lang="en-US" sz="2800" b="1" baseline="0" noProof="0" dirty="0">
                          <a:solidFill>
                            <a:srgbClr val="D9D9D9"/>
                          </a:solidFill>
                          <a:latin typeface="Arial" panose="020B0604020202020204" pitchFamily="34" charset="0"/>
                          <a:cs typeface="Arial" panose="020B0604020202020204" pitchFamily="34" charset="0"/>
                        </a:rPr>
                        <a:t>Without Guides </a:t>
                      </a:r>
                      <a:r>
                        <a:rPr lang="en-US" sz="2800" b="0" baseline="0" noProof="0" dirty="0">
                          <a:solidFill>
                            <a:srgbClr val="D9D9D9"/>
                          </a:solidFill>
                          <a:latin typeface="Arial" panose="020B0604020202020204" pitchFamily="34" charset="0"/>
                          <a:cs typeface="Arial" panose="020B0604020202020204" pitchFamily="34" charset="0"/>
                        </a:rPr>
                        <a:t>layout</a:t>
                      </a:r>
                      <a:r>
                        <a:rPr lang="en-US" sz="2800" baseline="0" noProof="0" dirty="0">
                          <a:solidFill>
                            <a:srgbClr val="D9D9D9"/>
                          </a:solidFill>
                          <a:latin typeface="Arial" panose="020B0604020202020204" pitchFamily="34" charset="0"/>
                          <a:cs typeface="Arial" panose="020B0604020202020204" pitchFamily="34" charset="0"/>
                        </a:rPr>
                        <a:t>.</a:t>
                      </a:r>
                      <a:endParaRPr lang="en-US" sz="2800" noProof="0" dirty="0">
                        <a:solidFill>
                          <a:srgbClr val="D9D9D9"/>
                        </a:solidFill>
                        <a:latin typeface="Arial" panose="020B0604020202020204" pitchFamily="34" charset="0"/>
                        <a:cs typeface="Arial" panose="020B0604020202020204" pitchFamily="34" charset="0"/>
                      </a:endParaRPr>
                    </a:p>
                  </a:txBody>
                  <a:tcPr marL="182880" marT="137160">
                    <a:solidFill>
                      <a:srgbClr val="010101"/>
                    </a:solidFill>
                  </a:tcPr>
                </a:tc>
                <a:tc rowSpan="2" hMerge="1">
                  <a:tcPr marL="182880" marT="137160">
                    <a:solidFill>
                      <a:srgbClr val="010101"/>
                    </a:solidFill>
                  </a:tcPr>
                </a:tc>
              </a:tr>
              <a:tr h="7587261">
                <a:tc>
                  <a:txBody>
                    <a:bodyPr/>
                    <a:lstStyle/>
                    <a:p>
                      <a:pPr marL="0" marR="0" lvl="0" indent="0" algn="l" defTabSz="1518285" rtl="0" eaLnBrk="1" fontAlgn="auto" latinLnBrk="0" hangingPunct="1">
                        <a:lnSpc>
                          <a:spcPct val="100000"/>
                        </a:lnSpc>
                        <a:spcBef>
                          <a:spcPts val="0"/>
                        </a:spcBef>
                        <a:spcAft>
                          <a:spcPts val="0"/>
                        </a:spcAft>
                        <a:buClrTx/>
                        <a:buSzTx/>
                        <a:buFontTx/>
                        <a:buNone/>
                        <a:defRPr/>
                      </a:pPr>
                      <a:endParaRPr lang="en-US" sz="2800" noProof="0" dirty="0">
                        <a:solidFill>
                          <a:srgbClr val="D9D9D9"/>
                        </a:solidFill>
                        <a:latin typeface="Arial" panose="020B0604020202020204" pitchFamily="34" charset="0"/>
                        <a:cs typeface="Arial" panose="020B0604020202020204" pitchFamily="34" charset="0"/>
                      </a:endParaRPr>
                    </a:p>
                  </a:txBody>
                  <a:tcPr marL="182880" marT="137160">
                    <a:solidFill>
                      <a:srgbClr val="010101"/>
                    </a:solidFill>
                  </a:tcPr>
                </a:tc>
                <a:tc vMerge="1" gridSpan="2">
                  <a:tcPr marL="182880" marT="137160">
                    <a:solidFill>
                      <a:srgbClr val="010101"/>
                    </a:solidFill>
                  </a:tcPr>
                </a:tc>
                <a:tc vMerge="1" hMerge="1">
                  <a:tcPr/>
                </a:tc>
              </a:tr>
              <a:tr h="6445253">
                <a:tc>
                  <a:txBody>
                    <a:bodyPr/>
                    <a:lstStyle/>
                    <a:p>
                      <a:pPr rtl="0"/>
                      <a:r>
                        <a:rPr lang="en-US" sz="3200" b="1" dirty="0">
                          <a:solidFill>
                            <a:srgbClr val="FFC000"/>
                          </a:solidFill>
                          <a:latin typeface="Arial" panose="020B0604020202020204" pitchFamily="34" charset="0"/>
                          <a:cs typeface="Arial" panose="020B0604020202020204" pitchFamily="34" charset="0"/>
                        </a:rPr>
                        <a:t>How to</a:t>
                      </a:r>
                      <a:r>
                        <a:rPr lang="en-US" sz="3200" b="1" baseline="0" dirty="0">
                          <a:solidFill>
                            <a:srgbClr val="FFC000"/>
                          </a:solidFill>
                          <a:latin typeface="Arial" panose="020B0604020202020204" pitchFamily="34" charset="0"/>
                          <a:cs typeface="Arial" panose="020B0604020202020204" pitchFamily="34" charset="0"/>
                        </a:rPr>
                        <a:t> preview your poster prior to printing</a:t>
                      </a:r>
                      <a:endParaRPr lang="en-US" sz="3200" b="1" dirty="0">
                        <a:solidFill>
                          <a:srgbClr val="FFC000"/>
                        </a:solidFill>
                        <a:latin typeface="Arial" panose="020B0604020202020204" pitchFamily="34" charset="0"/>
                        <a:cs typeface="Arial" panose="020B0604020202020204" pitchFamily="34" charset="0"/>
                      </a:endParaRPr>
                    </a:p>
                    <a:p>
                      <a:pPr rtl="0"/>
                      <a:r>
                        <a:rPr lang="en-US" sz="2800" dirty="0">
                          <a:solidFill>
                            <a:srgbClr val="D9D9D9"/>
                          </a:solidFill>
                          <a:latin typeface="Arial" panose="020B0604020202020204" pitchFamily="34" charset="0"/>
                          <a:cs typeface="Arial" panose="020B0604020202020204" pitchFamily="34" charset="0"/>
                        </a:rPr>
                        <a:t>You can preview your poster at any time by pressing the </a:t>
                      </a:r>
                      <a:r>
                        <a:rPr lang="en-US" sz="2800" dirty="0">
                          <a:solidFill>
                            <a:srgbClr val="FFC000"/>
                          </a:solidFill>
                          <a:latin typeface="Arial" panose="020B0604020202020204" pitchFamily="34" charset="0"/>
                          <a:cs typeface="Arial" panose="020B0604020202020204" pitchFamily="34" charset="0"/>
                        </a:rPr>
                        <a:t>F5 key</a:t>
                      </a:r>
                      <a:r>
                        <a:rPr lang="en-US" sz="2800" dirty="0">
                          <a:solidFill>
                            <a:srgbClr val="D9D9D9"/>
                          </a:solidFill>
                          <a:latin typeface="Arial" panose="020B0604020202020204" pitchFamily="34" charset="0"/>
                          <a:cs typeface="Arial" panose="020B0604020202020204" pitchFamily="34" charset="0"/>
                        </a:rPr>
                        <a:t> on your keyboard. You will see on the screen what's on your poster and how it should look when printed. Press the </a:t>
                      </a:r>
                      <a:r>
                        <a:rPr lang="en-US" sz="2800" dirty="0">
                          <a:solidFill>
                            <a:srgbClr val="FFC000"/>
                          </a:solidFill>
                          <a:latin typeface="Arial" panose="020B0604020202020204" pitchFamily="34" charset="0"/>
                          <a:cs typeface="Arial" panose="020B0604020202020204" pitchFamily="34" charset="0"/>
                        </a:rPr>
                        <a:t>ESC key </a:t>
                      </a:r>
                      <a:r>
                        <a:rPr lang="en-US" sz="2800" dirty="0">
                          <a:solidFill>
                            <a:srgbClr val="D9D9D9"/>
                          </a:solidFill>
                          <a:latin typeface="Arial" panose="020B0604020202020204" pitchFamily="34" charset="0"/>
                          <a:cs typeface="Arial" panose="020B0604020202020204" pitchFamily="34" charset="0"/>
                        </a:rPr>
                        <a:t>to exit Preview.</a:t>
                      </a:r>
                      <a:endParaRPr lang="en-US" sz="2800" dirty="0">
                        <a:solidFill>
                          <a:srgbClr val="D9D9D9"/>
                        </a:solidFill>
                        <a:latin typeface="Arial" panose="020B0604020202020204" pitchFamily="34" charset="0"/>
                        <a:cs typeface="Arial" panose="020B0604020202020204" pitchFamily="34" charset="0"/>
                      </a:endParaRPr>
                    </a:p>
                  </a:txBody>
                  <a:tcPr marL="182880" marT="137160">
                    <a:solidFill>
                      <a:srgbClr val="010101"/>
                    </a:solidFill>
                  </a:tcPr>
                </a:tc>
                <a:tc gridSpan="2">
                  <a:txBody>
                    <a:bodyPr/>
                    <a:lstStyle/>
                    <a:p>
                      <a:pPr rtl="0"/>
                      <a:r>
                        <a:rPr lang="en-US" sz="13800" b="1" dirty="0">
                          <a:solidFill>
                            <a:srgbClr val="D9D9D9"/>
                          </a:solidFill>
                          <a:latin typeface="Arial" panose="020B0604020202020204" pitchFamily="34" charset="0"/>
                          <a:cs typeface="Arial" panose="020B0604020202020204" pitchFamily="34" charset="0"/>
                        </a:rPr>
                        <a:t>F5</a:t>
                      </a:r>
                      <a:r>
                        <a:rPr lang="en-US" sz="2800" baseline="0" dirty="0">
                          <a:solidFill>
                            <a:srgbClr val="D9D9D9"/>
                          </a:solidFill>
                          <a:latin typeface="Arial" panose="020B0604020202020204" pitchFamily="34" charset="0"/>
                          <a:cs typeface="Arial" panose="020B0604020202020204" pitchFamily="34" charset="0"/>
                        </a:rPr>
                        <a:t> </a:t>
                      </a:r>
                      <a:endParaRPr lang="en-US" sz="2800" dirty="0">
                        <a:solidFill>
                          <a:srgbClr val="D9D9D9"/>
                        </a:solidFill>
                        <a:latin typeface="Arial" panose="020B0604020202020204" pitchFamily="34" charset="0"/>
                        <a:cs typeface="Arial" panose="020B0604020202020204" pitchFamily="34" charset="0"/>
                      </a:endParaRPr>
                    </a:p>
                  </a:txBody>
                  <a:tcPr marL="182880" marT="137160">
                    <a:solidFill>
                      <a:schemeClr val="tx1">
                        <a:lumMod val="95000"/>
                        <a:lumOff val="5000"/>
                      </a:schemeClr>
                    </a:solidFill>
                  </a:tcPr>
                </a:tc>
                <a:tc hMerge="1">
                  <a:tcPr marL="182880" marT="137160" anchor="ctr">
                    <a:solidFill>
                      <a:schemeClr val="tx1">
                        <a:lumMod val="95000"/>
                        <a:lumOff val="5000"/>
                      </a:schemeClr>
                    </a:solidFill>
                  </a:tcPr>
                </a:tc>
              </a:tr>
              <a:tr h="7395530">
                <a:tc gridSpan="3">
                  <a:txBody>
                    <a:bodyPr/>
                    <a:lstStyle/>
                    <a:p>
                      <a:pPr marL="0" marR="0" lvl="0" indent="0" algn="l" defTabSz="1518285" rtl="0" eaLnBrk="1" fontAlgn="auto" latinLnBrk="0" hangingPunct="1">
                        <a:lnSpc>
                          <a:spcPct val="100000"/>
                        </a:lnSpc>
                        <a:spcBef>
                          <a:spcPts val="0"/>
                        </a:spcBef>
                        <a:spcAft>
                          <a:spcPts val="0"/>
                        </a:spcAft>
                        <a:buClrTx/>
                        <a:buSzTx/>
                        <a:buFontTx/>
                        <a:buNone/>
                        <a:defRPr/>
                      </a:pPr>
                      <a:r>
                        <a:rPr lang="en-US" sz="3200" b="1" noProof="0" dirty="0">
                          <a:solidFill>
                            <a:srgbClr val="FFC000"/>
                          </a:solidFill>
                          <a:latin typeface="Arial" panose="020B0604020202020204"/>
                          <a:cs typeface="Arial" panose="020B0604020202020204"/>
                        </a:rPr>
                        <a:t>How to print your poster</a:t>
                      </a:r>
                      <a:endParaRPr lang="en-US" sz="3200" b="1" noProof="0" dirty="0">
                        <a:solidFill>
                          <a:srgbClr val="FFC000"/>
                        </a:solidFill>
                        <a:latin typeface="Arial" panose="020B0604020202020204"/>
                        <a:cs typeface="Arial" panose="020B0604020202020204"/>
                      </a:endParaRPr>
                    </a:p>
                    <a:p>
                      <a:pPr marL="0" marR="0" lvl="0" indent="0" algn="l" defTabSz="114300" rtl="0" eaLnBrk="1" fontAlgn="auto" latinLnBrk="0" hangingPunct="1">
                        <a:lnSpc>
                          <a:spcPct val="100000"/>
                        </a:lnSpc>
                        <a:spcBef>
                          <a:spcPts val="0"/>
                        </a:spcBef>
                        <a:spcAft>
                          <a:spcPts val="0"/>
                        </a:spcAft>
                        <a:buClrTx/>
                        <a:buSzTx/>
                        <a:buFontTx/>
                        <a:buNone/>
                        <a:defRPr/>
                      </a:pPr>
                      <a:r>
                        <a:rPr lang="en-US" sz="2800" noProof="0" dirty="0">
                          <a:solidFill>
                            <a:srgbClr val="D9D9D9"/>
                          </a:solidFill>
                          <a:latin typeface="Arial" panose="020B0604020202020204"/>
                          <a:cs typeface="Arial" panose="020B0604020202020204"/>
                        </a:rPr>
                        <a:t>When you are ready to have your poster printed go online to </a:t>
                      </a:r>
                      <a:r>
                        <a:rPr lang="en-US" sz="2800" noProof="0" dirty="0" err="1">
                          <a:solidFill>
                            <a:srgbClr val="FFC000"/>
                          </a:solidFill>
                          <a:latin typeface="Arial" panose="020B0604020202020204"/>
                          <a:cs typeface="Arial" panose="020B0604020202020204"/>
                        </a:rPr>
                        <a:t>PosterPresentations.com</a:t>
                      </a:r>
                      <a:r>
                        <a:rPr lang="en-US" sz="2800" noProof="0" dirty="0">
                          <a:solidFill>
                            <a:srgbClr val="D9D9D9"/>
                          </a:solidFill>
                          <a:latin typeface="Arial" panose="020B0604020202020204"/>
                          <a:cs typeface="Arial" panose="020B0604020202020204"/>
                        </a:rPr>
                        <a:t> and click on the "</a:t>
                      </a:r>
                      <a:r>
                        <a:rPr lang="en-US" sz="2800" noProof="0" dirty="0">
                          <a:solidFill>
                            <a:srgbClr val="FFC000"/>
                          </a:solidFill>
                          <a:latin typeface="Arial" panose="020B0604020202020204"/>
                          <a:cs typeface="Arial" panose="020B0604020202020204"/>
                        </a:rPr>
                        <a:t>Order Your Poster</a:t>
                      </a:r>
                      <a:r>
                        <a:rPr lang="en-US" sz="2800" noProof="0" dirty="0">
                          <a:solidFill>
                            <a:srgbClr val="D9D9D9"/>
                          </a:solidFill>
                          <a:latin typeface="Arial" panose="020B0604020202020204"/>
                          <a:cs typeface="Arial" panose="020B0604020202020204"/>
                        </a:rPr>
                        <a:t>" button. You can have your poster printed on professional papers, fabric for easy traveling and a variety of other materials. </a:t>
                      </a:r>
                      <a:endParaRPr lang="en-US" sz="2800" noProof="0" dirty="0">
                        <a:solidFill>
                          <a:srgbClr val="D9D9D9"/>
                        </a:solidFill>
                        <a:latin typeface="Arial" panose="020B0604020202020204"/>
                        <a:cs typeface="Arial" panose="020B0604020202020204"/>
                      </a:endParaRPr>
                    </a:p>
                    <a:p>
                      <a:pPr marL="0" marR="0" lvl="0" indent="0" algn="l" defTabSz="114300" rtl="0" eaLnBrk="1" fontAlgn="auto" latinLnBrk="0" hangingPunct="1">
                        <a:lnSpc>
                          <a:spcPct val="100000"/>
                        </a:lnSpc>
                        <a:spcBef>
                          <a:spcPts val="0"/>
                        </a:spcBef>
                        <a:spcAft>
                          <a:spcPts val="0"/>
                        </a:spcAft>
                        <a:buClrTx/>
                        <a:buSzTx/>
                        <a:buFontTx/>
                        <a:buNone/>
                        <a:defRPr/>
                      </a:pPr>
                      <a:r>
                        <a:rPr lang="en-US" sz="2800" noProof="0" dirty="0">
                          <a:solidFill>
                            <a:srgbClr val="D9D9D9"/>
                          </a:solidFill>
                          <a:latin typeface="Arial" panose="020B0604020202020204"/>
                          <a:cs typeface="Arial" panose="020B0604020202020204"/>
                        </a:rPr>
                        <a:t>If you submit a PowerPoint document, you will be receiving a PDF proof for your approval prior to printing. If your order is placed and paid for before noon (Pacific time) Monday-Friday, your order will ship out that same day. FedEx Next day, Second day, Third day, and Free Ground services are offered. </a:t>
                      </a:r>
                      <a:endParaRPr lang="en-US" sz="2800" noProof="0" dirty="0">
                        <a:solidFill>
                          <a:srgbClr val="D9D9D9"/>
                        </a:solidFill>
                        <a:latin typeface="Arial" panose="020B0604020202020204"/>
                        <a:cs typeface="Arial" panose="020B0604020202020204"/>
                      </a:endParaRPr>
                    </a:p>
                    <a:p>
                      <a:pPr marL="0" marR="0" lvl="0" indent="0" algn="l" defTabSz="114300" rtl="0" eaLnBrk="1" fontAlgn="auto" latinLnBrk="0" hangingPunct="1">
                        <a:lnSpc>
                          <a:spcPct val="100000"/>
                        </a:lnSpc>
                        <a:spcBef>
                          <a:spcPts val="0"/>
                        </a:spcBef>
                        <a:spcAft>
                          <a:spcPts val="0"/>
                        </a:spcAft>
                        <a:buClrTx/>
                        <a:buSzTx/>
                        <a:buFontTx/>
                        <a:buNone/>
                        <a:defRPr/>
                      </a:pPr>
                      <a:br>
                        <a:rPr lang="en-US" sz="2800" noProof="0" dirty="0">
                          <a:solidFill>
                            <a:srgbClr val="D9D9D9"/>
                          </a:solidFill>
                          <a:latin typeface="Arial" panose="020B0604020202020204"/>
                          <a:cs typeface="Arial" panose="020B0604020202020204"/>
                        </a:rPr>
                      </a:br>
                      <a:r>
                        <a:rPr lang="en-US" sz="2800" noProof="0" dirty="0">
                          <a:solidFill>
                            <a:srgbClr val="D9D9D9"/>
                          </a:solidFill>
                          <a:latin typeface="Arial" panose="020B0604020202020204"/>
                          <a:cs typeface="Arial" panose="020B0604020202020204"/>
                        </a:rPr>
                        <a:t>Go to </a:t>
                      </a:r>
                      <a:r>
                        <a:rPr lang="en-US" sz="2800" noProof="0" dirty="0" err="1">
                          <a:solidFill>
                            <a:srgbClr val="FFC000"/>
                          </a:solidFill>
                          <a:latin typeface="Arial" panose="020B0604020202020204"/>
                          <a:cs typeface="Arial" panose="020B0604020202020204"/>
                        </a:rPr>
                        <a:t>PosterPresentations.com</a:t>
                      </a:r>
                      <a:r>
                        <a:rPr lang="en-US" sz="2800" noProof="0" dirty="0">
                          <a:solidFill>
                            <a:srgbClr val="D9D9D9"/>
                          </a:solidFill>
                          <a:latin typeface="Arial" panose="020B0604020202020204"/>
                          <a:cs typeface="Arial" panose="020B0604020202020204"/>
                        </a:rPr>
                        <a:t> for more information.</a:t>
                      </a:r>
                      <a:endParaRPr lang="en-US" sz="2800" noProof="0" dirty="0">
                        <a:solidFill>
                          <a:srgbClr val="D9D9D9"/>
                        </a:solidFill>
                        <a:latin typeface="Arial" panose="020B0604020202020204"/>
                        <a:cs typeface="Arial" panose="020B0604020202020204"/>
                      </a:endParaRPr>
                    </a:p>
                  </a:txBody>
                  <a:tcPr marL="182880" marT="137160">
                    <a:solidFill>
                      <a:srgbClr val="010101"/>
                    </a:solidFill>
                  </a:tcPr>
                </a:tc>
                <a:tc hMerge="1">
                  <a:tcPr/>
                </a:tc>
                <a:tc hMerge="1">
                  <a:tcPr/>
                </a:tc>
              </a:tr>
              <a:tr h="1458719">
                <a:tc gridSpan="3">
                  <a:txBody>
                    <a:bodyPr/>
                    <a:lstStyle/>
                    <a:p>
                      <a:endParaRPr lang="en-US" sz="2800" dirty="0">
                        <a:solidFill>
                          <a:srgbClr val="1F3A4E"/>
                        </a:solidFill>
                      </a:endParaRPr>
                    </a:p>
                  </a:txBody>
                  <a:tcPr marL="182880" marT="137160">
                    <a:blipFill dpi="0" rotWithShape="1">
                      <a:blip r:embed="rId8">
                        <a:extLst>
                          <a:ext uri="{28A0092B-C50C-407E-A947-70E740481C1C}">
                            <a14:useLocalDpi xmlns:a14="http://schemas.microsoft.com/office/drawing/2010/main" val="0"/>
                          </a:ext>
                        </a:extLst>
                      </a:blip>
                      <a:srcRect/>
                      <a:stretch>
                        <a:fillRect/>
                      </a:stretch>
                    </a:blipFill>
                  </a:tcPr>
                </a:tc>
                <a:tc hMerge="1">
                  <a:tcPr/>
                </a:tc>
                <a:tc hMerge="1">
                  <a:tcPr/>
                </a:tc>
              </a:tr>
              <a:tr h="1982842">
                <a:tc gridSpan="2">
                  <a:txBody>
                    <a:bodyPr/>
                    <a:lstStyle/>
                    <a:p>
                      <a:pPr>
                        <a:lnSpc>
                          <a:spcPts val="2600"/>
                        </a:lnSpc>
                      </a:pPr>
                      <a:r>
                        <a:rPr lang="en-US" sz="2400" dirty="0">
                          <a:solidFill>
                            <a:schemeClr val="bg1">
                              <a:lumMod val="85000"/>
                            </a:schemeClr>
                          </a:solidFill>
                          <a:latin typeface="Arial" panose="020B0604020202020204"/>
                          <a:cs typeface="Arial" panose="020B0604020202020204"/>
                        </a:rPr>
                        <a:t>© 2022</a:t>
                      </a:r>
                      <a:r>
                        <a:rPr lang="en-US" sz="2400" baseline="0" dirty="0">
                          <a:solidFill>
                            <a:schemeClr val="bg1">
                              <a:lumMod val="85000"/>
                            </a:schemeClr>
                          </a:solidFill>
                          <a:latin typeface="Arial" panose="020B0604020202020204"/>
                          <a:cs typeface="Arial" panose="020B0604020202020204"/>
                        </a:rPr>
                        <a:t> </a:t>
                      </a:r>
                      <a:r>
                        <a:rPr lang="en-US" sz="2400" dirty="0" err="1">
                          <a:solidFill>
                            <a:schemeClr val="bg1">
                              <a:lumMod val="85000"/>
                            </a:schemeClr>
                          </a:solidFill>
                          <a:latin typeface="Arial" panose="020B0604020202020204"/>
                          <a:cs typeface="Arial" panose="020B0604020202020204"/>
                        </a:rPr>
                        <a:t>PosterPresentations.com</a:t>
                      </a:r>
                      <a:br>
                        <a:rPr lang="en-US" sz="2400" dirty="0">
                          <a:solidFill>
                            <a:schemeClr val="bg1">
                              <a:lumMod val="85000"/>
                            </a:schemeClr>
                          </a:solidFill>
                          <a:latin typeface="Arial" panose="020B0604020202020204"/>
                          <a:cs typeface="Arial" panose="020B0604020202020204"/>
                        </a:rPr>
                      </a:br>
                      <a:r>
                        <a:rPr lang="en-US" sz="2400" dirty="0">
                          <a:solidFill>
                            <a:schemeClr val="bg1">
                              <a:lumMod val="85000"/>
                            </a:schemeClr>
                          </a:solidFill>
                          <a:latin typeface="Arial" panose="020B0604020202020204"/>
                          <a:cs typeface="Arial" panose="020B0604020202020204"/>
                        </a:rPr>
                        <a:t>2117 Fourth Street ,</a:t>
                      </a:r>
                      <a:r>
                        <a:rPr lang="en-US" sz="2400" baseline="0" dirty="0">
                          <a:solidFill>
                            <a:schemeClr val="bg1">
                              <a:lumMod val="85000"/>
                            </a:schemeClr>
                          </a:solidFill>
                          <a:latin typeface="Arial" panose="020B0604020202020204"/>
                          <a:cs typeface="Arial" panose="020B0604020202020204"/>
                        </a:rPr>
                        <a:t> STE C        </a:t>
                      </a:r>
                      <a:endParaRPr lang="en-US" sz="2400" baseline="0" dirty="0">
                        <a:solidFill>
                          <a:schemeClr val="bg1">
                            <a:lumMod val="85000"/>
                          </a:schemeClr>
                        </a:solidFill>
                        <a:latin typeface="Arial" panose="020B0604020202020204"/>
                        <a:cs typeface="Arial" panose="020B0604020202020204"/>
                      </a:endParaRPr>
                    </a:p>
                    <a:p>
                      <a:pPr>
                        <a:lnSpc>
                          <a:spcPts val="2600"/>
                        </a:lnSpc>
                      </a:pPr>
                      <a:r>
                        <a:rPr lang="en-US" sz="2400" baseline="0" dirty="0">
                          <a:solidFill>
                            <a:schemeClr val="bg1">
                              <a:lumMod val="85000"/>
                            </a:schemeClr>
                          </a:solidFill>
                          <a:latin typeface="Arial" panose="020B0604020202020204"/>
                          <a:cs typeface="Arial" panose="020B0604020202020204"/>
                        </a:rPr>
                        <a:t>Berkeley CA 94710 USA</a:t>
                      </a:r>
                      <a:endParaRPr lang="en-US" sz="2400" dirty="0">
                        <a:solidFill>
                          <a:schemeClr val="bg1">
                            <a:lumMod val="85000"/>
                          </a:schemeClr>
                        </a:solidFill>
                        <a:latin typeface="Arial" panose="020B0604020202020204"/>
                        <a:cs typeface="Arial" panose="020B0604020202020204"/>
                      </a:endParaRPr>
                    </a:p>
                  </a:txBody>
                  <a:tcPr marL="182880" marT="137160">
                    <a:solidFill>
                      <a:srgbClr val="010101"/>
                    </a:solidFill>
                  </a:tcPr>
                </a:tc>
                <a:tc hMerge="1">
                  <a:tcPr marL="182880" marT="137160">
                    <a:solidFill>
                      <a:srgbClr val="010101"/>
                    </a:solidFill>
                  </a:tcPr>
                </a:tc>
                <a:tc>
                  <a:txBody>
                    <a:bodyPr/>
                    <a:lstStyle/>
                    <a:p>
                      <a:pPr marL="0" marR="0" indent="0" algn="l" defTabSz="4389120" rtl="0" eaLnBrk="1" fontAlgn="auto" latinLnBrk="0" hangingPunct="1">
                        <a:lnSpc>
                          <a:spcPct val="100000"/>
                        </a:lnSpc>
                        <a:spcBef>
                          <a:spcPts val="0"/>
                        </a:spcBef>
                        <a:spcAft>
                          <a:spcPts val="0"/>
                        </a:spcAft>
                        <a:buClrTx/>
                        <a:buSzTx/>
                        <a:buFontTx/>
                        <a:buNone/>
                        <a:defRPr/>
                      </a:pPr>
                      <a:r>
                        <a:rPr lang="en-US" sz="2800" b="1" dirty="0">
                          <a:solidFill>
                            <a:srgbClr val="D0D0D0"/>
                          </a:solidFill>
                          <a:latin typeface="Arial" panose="020B0604020202020204"/>
                          <a:cs typeface="Arial" panose="020B0604020202020204"/>
                        </a:rPr>
                        <a:t>For complete tutorials</a:t>
                      </a:r>
                      <a:r>
                        <a:rPr lang="en-US" sz="2800" b="1" baseline="0" dirty="0">
                          <a:solidFill>
                            <a:srgbClr val="D0D0D0"/>
                          </a:solidFill>
                          <a:latin typeface="Arial" panose="020B0604020202020204"/>
                          <a:cs typeface="Arial" panose="020B0604020202020204"/>
                        </a:rPr>
                        <a:t> visit:</a:t>
                      </a:r>
                      <a:endParaRPr lang="en-US" sz="2800" b="1" baseline="0" dirty="0">
                        <a:solidFill>
                          <a:srgbClr val="D0D0D0"/>
                        </a:solidFill>
                        <a:latin typeface="Arial" panose="020B0604020202020204"/>
                        <a:cs typeface="Arial" panose="020B0604020202020204"/>
                      </a:endParaRPr>
                    </a:p>
                    <a:p>
                      <a:pPr marL="0" marR="0" indent="0" algn="l" defTabSz="4389120" rtl="0" eaLnBrk="1" fontAlgn="auto" latinLnBrk="0" hangingPunct="1">
                        <a:lnSpc>
                          <a:spcPct val="100000"/>
                        </a:lnSpc>
                        <a:spcBef>
                          <a:spcPts val="0"/>
                        </a:spcBef>
                        <a:spcAft>
                          <a:spcPts val="0"/>
                        </a:spcAft>
                        <a:buClrTx/>
                        <a:buSzTx/>
                        <a:buFontTx/>
                        <a:buNone/>
                        <a:defRPr/>
                      </a:pPr>
                      <a:r>
                        <a:rPr lang="en-US" sz="2000" b="1" dirty="0">
                          <a:solidFill>
                            <a:srgbClr val="FFC000"/>
                          </a:solidFill>
                          <a:latin typeface="Arial" panose="020B0604020202020204"/>
                          <a:cs typeface="Arial" panose="020B0604020202020204"/>
                        </a:rPr>
                        <a:t>https://</a:t>
                      </a:r>
                      <a:r>
                        <a:rPr lang="en-US" sz="2000" b="1" dirty="0" err="1">
                          <a:solidFill>
                            <a:srgbClr val="FFC000"/>
                          </a:solidFill>
                          <a:latin typeface="Arial" panose="020B0604020202020204"/>
                          <a:cs typeface="Arial" panose="020B0604020202020204"/>
                        </a:rPr>
                        <a:t>www.posterpresentations.com</a:t>
                      </a:r>
                      <a:r>
                        <a:rPr lang="en-US" sz="2000" b="1" dirty="0">
                          <a:solidFill>
                            <a:srgbClr val="FFC000"/>
                          </a:solidFill>
                          <a:latin typeface="Arial" panose="020B0604020202020204"/>
                          <a:cs typeface="Arial" panose="020B0604020202020204"/>
                        </a:rPr>
                        <a:t>/</a:t>
                      </a:r>
                      <a:r>
                        <a:rPr lang="en-US" sz="2000" b="1" dirty="0" err="1">
                          <a:solidFill>
                            <a:srgbClr val="FFC000"/>
                          </a:solidFill>
                          <a:latin typeface="Arial" panose="020B0604020202020204"/>
                          <a:cs typeface="Arial" panose="020B0604020202020204"/>
                        </a:rPr>
                        <a:t>helpdesk.html</a:t>
                      </a:r>
                      <a:endParaRPr lang="en-US" sz="16600" dirty="0"/>
                    </a:p>
                  </a:txBody>
                  <a:tcPr marL="182880" marT="137160">
                    <a:solidFill>
                      <a:srgbClr val="010101"/>
                    </a:solidFill>
                  </a:tcPr>
                </a:tc>
              </a:tr>
            </a:tbl>
          </a:graphicData>
        </a:graphic>
      </p:graphicFrame>
      <p:grpSp>
        <p:nvGrpSpPr>
          <p:cNvPr id="5" name="Group 4"/>
          <p:cNvGrpSpPr/>
          <p:nvPr userDrawn="1"/>
        </p:nvGrpSpPr>
        <p:grpSpPr>
          <a:xfrm>
            <a:off x="-1" y="-29666"/>
            <a:ext cx="30275213" cy="5104586"/>
            <a:chOff x="0" y="-1"/>
            <a:chExt cx="12192000" cy="1219223"/>
          </a:xfrm>
        </p:grpSpPr>
        <p:sp>
          <p:nvSpPr>
            <p:cNvPr id="6" name="Document 5"/>
            <p:cNvSpPr/>
            <p:nvPr/>
          </p:nvSpPr>
          <p:spPr>
            <a:xfrm>
              <a:off x="0" y="89065"/>
              <a:ext cx="12192000" cy="1130157"/>
            </a:xfrm>
            <a:prstGeom prst="flowChartDocument">
              <a:avLst/>
            </a:prstGeom>
            <a:gradFill>
              <a:gsLst>
                <a:gs pos="0">
                  <a:srgbClr val="C00000"/>
                </a:gs>
                <a:gs pos="100000">
                  <a:schemeClr val="accent4"/>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Document 6"/>
            <p:cNvSpPr/>
            <p:nvPr/>
          </p:nvSpPr>
          <p:spPr>
            <a:xfrm>
              <a:off x="0" y="-1"/>
              <a:ext cx="12192000" cy="1130157"/>
            </a:xfrm>
            <a:prstGeom prst="flowChartDocumen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cSld>
  <p:clrMap bg1="lt1" tx1="dk1" bg2="lt2" tx2="dk2" accent1="accent1" accent2="accent2" accent3="accent3" accent4="accent4" accent5="accent5" accent6="accent6" hlink="hlink" folHlink="folHlink"/>
  <p:sldLayoutIdLst>
    <p:sldLayoutId id="2147483649" r:id="rId1"/>
  </p:sldLayoutIdLst>
  <p:txStyles>
    <p:titleStyle>
      <a:lvl1pPr algn="ctr" defTabSz="4298315" rtl="0" eaLnBrk="1" latinLnBrk="0" hangingPunct="1">
        <a:spcBef>
          <a:spcPct val="0"/>
        </a:spcBef>
        <a:buNone/>
        <a:defRPr sz="8500" kern="1200">
          <a:solidFill>
            <a:schemeClr val="bg1"/>
          </a:solidFill>
          <a:latin typeface="Trebuchet MS" panose="020B0603020202020204" pitchFamily="34" charset="0"/>
          <a:ea typeface="+mj-ea"/>
          <a:cs typeface="+mj-cs"/>
        </a:defRPr>
      </a:lvl1pPr>
    </p:titleStyle>
    <p:bodyStyle>
      <a:lvl1pPr marL="1611630" indent="-1611630" algn="l" defTabSz="4298315" rtl="0" eaLnBrk="1" latinLnBrk="0" hangingPunct="1">
        <a:spcBef>
          <a:spcPct val="20000"/>
        </a:spcBef>
        <a:buFont typeface="Arial" panose="020B0604020202020204" pitchFamily="34" charset="0"/>
        <a:buChar char="•"/>
        <a:defRPr sz="15100" kern="1200">
          <a:solidFill>
            <a:schemeClr val="tx1"/>
          </a:solidFill>
          <a:latin typeface="+mn-lt"/>
          <a:ea typeface="+mn-ea"/>
          <a:cs typeface="+mn-cs"/>
        </a:defRPr>
      </a:lvl1pPr>
      <a:lvl2pPr marL="3492500" indent="-1343025" algn="l" defTabSz="4298315" rtl="0" eaLnBrk="1" latinLnBrk="0" hangingPunct="1">
        <a:spcBef>
          <a:spcPct val="20000"/>
        </a:spcBef>
        <a:buFont typeface="Arial" panose="020B0604020202020204" pitchFamily="34" charset="0"/>
        <a:buChar char="–"/>
        <a:defRPr sz="13300" kern="1200">
          <a:solidFill>
            <a:schemeClr val="tx1"/>
          </a:solidFill>
          <a:latin typeface="+mn-lt"/>
          <a:ea typeface="+mn-ea"/>
          <a:cs typeface="+mn-cs"/>
        </a:defRPr>
      </a:lvl2pPr>
      <a:lvl3pPr marL="5372735" indent="-1074420" algn="l" defTabSz="4298315" rtl="0" eaLnBrk="1" latinLnBrk="0" hangingPunct="1">
        <a:spcBef>
          <a:spcPct val="20000"/>
        </a:spcBef>
        <a:buFont typeface="Arial" panose="020B0604020202020204" pitchFamily="34" charset="0"/>
        <a:buChar char="•"/>
        <a:defRPr sz="11300" kern="1200">
          <a:solidFill>
            <a:schemeClr val="tx1"/>
          </a:solidFill>
          <a:latin typeface="+mn-lt"/>
          <a:ea typeface="+mn-ea"/>
          <a:cs typeface="+mn-cs"/>
        </a:defRPr>
      </a:lvl3pPr>
      <a:lvl4pPr marL="7522210" indent="-1074420" algn="l" defTabSz="4298315" rtl="0" eaLnBrk="1" latinLnBrk="0" hangingPunct="1">
        <a:spcBef>
          <a:spcPct val="20000"/>
        </a:spcBef>
        <a:buFont typeface="Arial" panose="020B0604020202020204" pitchFamily="34" charset="0"/>
        <a:buChar char="–"/>
        <a:defRPr sz="9500" kern="1200">
          <a:solidFill>
            <a:schemeClr val="tx1"/>
          </a:solidFill>
          <a:latin typeface="+mn-lt"/>
          <a:ea typeface="+mn-ea"/>
          <a:cs typeface="+mn-cs"/>
        </a:defRPr>
      </a:lvl4pPr>
      <a:lvl5pPr marL="9671685" indent="-1074420" algn="l" defTabSz="4298315" rtl="0" eaLnBrk="1" latinLnBrk="0" hangingPunct="1">
        <a:spcBef>
          <a:spcPct val="20000"/>
        </a:spcBef>
        <a:buFont typeface="Arial" panose="020B0604020202020204" pitchFamily="34" charset="0"/>
        <a:buChar char="»"/>
        <a:defRPr sz="9500" kern="1200">
          <a:solidFill>
            <a:schemeClr val="tx1"/>
          </a:solidFill>
          <a:latin typeface="+mn-lt"/>
          <a:ea typeface="+mn-ea"/>
          <a:cs typeface="+mn-cs"/>
        </a:defRPr>
      </a:lvl5pPr>
      <a:lvl6pPr marL="11820525" indent="-1074420" algn="l" defTabSz="4298315" rtl="0" eaLnBrk="1" latinLnBrk="0" hangingPunct="1">
        <a:spcBef>
          <a:spcPct val="20000"/>
        </a:spcBef>
        <a:buFont typeface="Arial" panose="020B0604020202020204" pitchFamily="34" charset="0"/>
        <a:buChar char="•"/>
        <a:defRPr sz="9500" kern="1200">
          <a:solidFill>
            <a:schemeClr val="tx1"/>
          </a:solidFill>
          <a:latin typeface="+mn-lt"/>
          <a:ea typeface="+mn-ea"/>
          <a:cs typeface="+mn-cs"/>
        </a:defRPr>
      </a:lvl6pPr>
      <a:lvl7pPr marL="13970000" indent="-1074420" algn="l" defTabSz="4298315" rtl="0" eaLnBrk="1" latinLnBrk="0" hangingPunct="1">
        <a:spcBef>
          <a:spcPct val="20000"/>
        </a:spcBef>
        <a:buFont typeface="Arial" panose="020B0604020202020204" pitchFamily="34" charset="0"/>
        <a:buChar char="•"/>
        <a:defRPr sz="9500" kern="1200">
          <a:solidFill>
            <a:schemeClr val="tx1"/>
          </a:solidFill>
          <a:latin typeface="+mn-lt"/>
          <a:ea typeface="+mn-ea"/>
          <a:cs typeface="+mn-cs"/>
        </a:defRPr>
      </a:lvl7pPr>
      <a:lvl8pPr marL="16118840" indent="-1074420" algn="l" defTabSz="4298315" rtl="0" eaLnBrk="1" latinLnBrk="0" hangingPunct="1">
        <a:spcBef>
          <a:spcPct val="20000"/>
        </a:spcBef>
        <a:buFont typeface="Arial" panose="020B0604020202020204" pitchFamily="34" charset="0"/>
        <a:buChar char="•"/>
        <a:defRPr sz="9500" kern="1200">
          <a:solidFill>
            <a:schemeClr val="tx1"/>
          </a:solidFill>
          <a:latin typeface="+mn-lt"/>
          <a:ea typeface="+mn-ea"/>
          <a:cs typeface="+mn-cs"/>
        </a:defRPr>
      </a:lvl8pPr>
      <a:lvl9pPr marL="18268315" indent="-1074420" algn="l" defTabSz="4298315" rtl="0" eaLnBrk="1" latinLnBrk="0" hangingPunct="1">
        <a:spcBef>
          <a:spcPct val="20000"/>
        </a:spcBef>
        <a:buFont typeface="Arial" panose="020B0604020202020204" pitchFamily="34" charset="0"/>
        <a:buChar char="•"/>
        <a:defRPr sz="9500" kern="1200">
          <a:solidFill>
            <a:schemeClr val="tx1"/>
          </a:solidFill>
          <a:latin typeface="+mn-lt"/>
          <a:ea typeface="+mn-ea"/>
          <a:cs typeface="+mn-cs"/>
        </a:defRPr>
      </a:lvl9pPr>
    </p:bodyStyle>
    <p:otherStyle>
      <a:defPPr>
        <a:defRPr lang="en-US"/>
      </a:defPPr>
      <a:lvl1pPr marL="0" algn="l" defTabSz="4298315" rtl="0" eaLnBrk="1" latinLnBrk="0" hangingPunct="1">
        <a:defRPr sz="8500" kern="1200">
          <a:solidFill>
            <a:schemeClr val="tx1"/>
          </a:solidFill>
          <a:latin typeface="+mn-lt"/>
          <a:ea typeface="+mn-ea"/>
          <a:cs typeface="+mn-cs"/>
        </a:defRPr>
      </a:lvl1pPr>
      <a:lvl2pPr marL="2149475" algn="l" defTabSz="4298315" rtl="0" eaLnBrk="1" latinLnBrk="0" hangingPunct="1">
        <a:defRPr sz="8500" kern="1200">
          <a:solidFill>
            <a:schemeClr val="tx1"/>
          </a:solidFill>
          <a:latin typeface="+mn-lt"/>
          <a:ea typeface="+mn-ea"/>
          <a:cs typeface="+mn-cs"/>
        </a:defRPr>
      </a:lvl2pPr>
      <a:lvl3pPr marL="4298315" algn="l" defTabSz="4298315" rtl="0" eaLnBrk="1" latinLnBrk="0" hangingPunct="1">
        <a:defRPr sz="8500" kern="1200">
          <a:solidFill>
            <a:schemeClr val="tx1"/>
          </a:solidFill>
          <a:latin typeface="+mn-lt"/>
          <a:ea typeface="+mn-ea"/>
          <a:cs typeface="+mn-cs"/>
        </a:defRPr>
      </a:lvl3pPr>
      <a:lvl4pPr marL="6447790" algn="l" defTabSz="4298315" rtl="0" eaLnBrk="1" latinLnBrk="0" hangingPunct="1">
        <a:defRPr sz="8500" kern="1200">
          <a:solidFill>
            <a:schemeClr val="tx1"/>
          </a:solidFill>
          <a:latin typeface="+mn-lt"/>
          <a:ea typeface="+mn-ea"/>
          <a:cs typeface="+mn-cs"/>
        </a:defRPr>
      </a:lvl4pPr>
      <a:lvl5pPr marL="8596630" algn="l" defTabSz="4298315" rtl="0" eaLnBrk="1" latinLnBrk="0" hangingPunct="1">
        <a:defRPr sz="8500" kern="1200">
          <a:solidFill>
            <a:schemeClr val="tx1"/>
          </a:solidFill>
          <a:latin typeface="+mn-lt"/>
          <a:ea typeface="+mn-ea"/>
          <a:cs typeface="+mn-cs"/>
        </a:defRPr>
      </a:lvl5pPr>
      <a:lvl6pPr marL="10746105" algn="l" defTabSz="4298315" rtl="0" eaLnBrk="1" latinLnBrk="0" hangingPunct="1">
        <a:defRPr sz="8500" kern="1200">
          <a:solidFill>
            <a:schemeClr val="tx1"/>
          </a:solidFill>
          <a:latin typeface="+mn-lt"/>
          <a:ea typeface="+mn-ea"/>
          <a:cs typeface="+mn-cs"/>
        </a:defRPr>
      </a:lvl6pPr>
      <a:lvl7pPr marL="12894945" algn="l" defTabSz="4298315" rtl="0" eaLnBrk="1" latinLnBrk="0" hangingPunct="1">
        <a:defRPr sz="8500" kern="1200">
          <a:solidFill>
            <a:schemeClr val="tx1"/>
          </a:solidFill>
          <a:latin typeface="+mn-lt"/>
          <a:ea typeface="+mn-ea"/>
          <a:cs typeface="+mn-cs"/>
        </a:defRPr>
      </a:lvl7pPr>
      <a:lvl8pPr marL="15044420" algn="l" defTabSz="4298315" rtl="0" eaLnBrk="1" latinLnBrk="0" hangingPunct="1">
        <a:defRPr sz="8500" kern="1200">
          <a:solidFill>
            <a:schemeClr val="tx1"/>
          </a:solidFill>
          <a:latin typeface="+mn-lt"/>
          <a:ea typeface="+mn-ea"/>
          <a:cs typeface="+mn-cs"/>
        </a:defRPr>
      </a:lvl8pPr>
      <a:lvl9pPr marL="17193895" algn="l" defTabSz="4298315" rtl="0" eaLnBrk="1" latinLnBrk="0" hangingPunct="1">
        <a:defRPr sz="85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 name="Text Box 14"/>
          <p:cNvSpPr txBox="1">
            <a:spLocks noChangeArrowheads="1"/>
          </p:cNvSpPr>
          <p:nvPr/>
        </p:nvSpPr>
        <p:spPr bwMode="auto">
          <a:xfrm>
            <a:off x="1538296" y="41989161"/>
            <a:ext cx="2234591" cy="322029"/>
          </a:xfrm>
          <a:prstGeom prst="rect">
            <a:avLst/>
          </a:prstGeom>
          <a:noFill/>
          <a:ln w="9525">
            <a:noFill/>
            <a:miter lim="800000"/>
          </a:ln>
          <a:effectLst/>
        </p:spPr>
        <p:txBody>
          <a:bodyPr wrap="square" lIns="89381" tIns="44682" rIns="89381" bIns="44682">
            <a:spAutoFit/>
          </a:bodyPr>
          <a:lstStyle/>
          <a:p>
            <a:pPr eaLnBrk="0" hangingPunct="0">
              <a:lnSpc>
                <a:spcPct val="65000"/>
              </a:lnSpc>
              <a:spcBef>
                <a:spcPct val="50000"/>
              </a:spcBef>
              <a:defRPr/>
            </a:pPr>
            <a:r>
              <a:rPr lang="en-US" sz="500" b="1" dirty="0">
                <a:solidFill>
                  <a:schemeClr val="bg1">
                    <a:lumMod val="75000"/>
                  </a:schemeClr>
                </a:solidFill>
                <a:latin typeface="Arial" panose="020B0604020202020204" pitchFamily="34" charset="0"/>
              </a:rPr>
              <a:t>RESEARCH POSTER PRESENTATION DESIGN © 2022</a:t>
            </a:r>
            <a:endParaRPr lang="en-US" sz="500" b="1" dirty="0">
              <a:solidFill>
                <a:schemeClr val="bg1">
                  <a:lumMod val="75000"/>
                </a:schemeClr>
              </a:solidFill>
              <a:latin typeface="Arial" panose="020B0604020202020204" pitchFamily="34" charset="0"/>
            </a:endParaRPr>
          </a:p>
          <a:p>
            <a:pPr eaLnBrk="0" hangingPunct="0">
              <a:lnSpc>
                <a:spcPct val="65000"/>
              </a:lnSpc>
              <a:spcBef>
                <a:spcPct val="50000"/>
              </a:spcBef>
              <a:defRPr/>
            </a:pPr>
            <a:r>
              <a:rPr lang="en-US" sz="1000" b="1" dirty="0">
                <a:solidFill>
                  <a:schemeClr val="bg1">
                    <a:lumMod val="75000"/>
                  </a:schemeClr>
                </a:solidFill>
                <a:latin typeface="Arial" panose="020B0604020202020204" pitchFamily="34" charset="0"/>
              </a:rPr>
              <a:t>www.PosterPresentations.com</a:t>
            </a:r>
            <a:endParaRPr lang="en-US" sz="1000" b="1" dirty="0">
              <a:solidFill>
                <a:schemeClr val="bg1">
                  <a:lumMod val="75000"/>
                </a:schemeClr>
              </a:solidFill>
              <a:latin typeface="Arial" panose="020B0604020202020204" pitchFamily="34" charset="0"/>
            </a:endParaRPr>
          </a:p>
        </p:txBody>
      </p:sp>
    </p:spTree>
  </p:cSld>
  <p:clrMap bg1="lt1" tx1="dk1" bg2="lt2" tx2="dk2" accent1="accent1" accent2="accent2" accent3="accent3" accent4="accent4" accent5="accent5" accent6="accent6" hlink="hlink" folHlink="folHlink"/>
  <p:sldLayoutIdLst>
    <p:sldLayoutId id="2147483651" r:id="rId1"/>
  </p:sldLayoutIdLst>
  <p:txStyles>
    <p:titleStyle>
      <a:lvl1pPr algn="ctr" defTabSz="4298315" rtl="0" eaLnBrk="1" latinLnBrk="0" hangingPunct="1">
        <a:spcBef>
          <a:spcPct val="0"/>
        </a:spcBef>
        <a:buNone/>
        <a:defRPr sz="8500" kern="1200">
          <a:solidFill>
            <a:schemeClr val="bg1"/>
          </a:solidFill>
          <a:latin typeface="Trebuchet MS" panose="020B0603020202020204" pitchFamily="34" charset="0"/>
          <a:ea typeface="+mj-ea"/>
          <a:cs typeface="+mj-cs"/>
        </a:defRPr>
      </a:lvl1pPr>
    </p:titleStyle>
    <p:bodyStyle>
      <a:lvl1pPr marL="1611630" indent="-1611630" algn="l" defTabSz="4298315" rtl="0" eaLnBrk="1" latinLnBrk="0" hangingPunct="1">
        <a:spcBef>
          <a:spcPct val="20000"/>
        </a:spcBef>
        <a:buFont typeface="Arial" panose="020B0604020202020204" pitchFamily="34" charset="0"/>
        <a:buChar char="•"/>
        <a:defRPr sz="15100" kern="1200">
          <a:solidFill>
            <a:schemeClr val="tx1"/>
          </a:solidFill>
          <a:latin typeface="+mn-lt"/>
          <a:ea typeface="+mn-ea"/>
          <a:cs typeface="+mn-cs"/>
        </a:defRPr>
      </a:lvl1pPr>
      <a:lvl2pPr marL="3492500" indent="-1343025" algn="l" defTabSz="4298315" rtl="0" eaLnBrk="1" latinLnBrk="0" hangingPunct="1">
        <a:spcBef>
          <a:spcPct val="20000"/>
        </a:spcBef>
        <a:buFont typeface="Arial" panose="020B0604020202020204" pitchFamily="34" charset="0"/>
        <a:buChar char="–"/>
        <a:defRPr sz="13300" kern="1200">
          <a:solidFill>
            <a:schemeClr val="tx1"/>
          </a:solidFill>
          <a:latin typeface="+mn-lt"/>
          <a:ea typeface="+mn-ea"/>
          <a:cs typeface="+mn-cs"/>
        </a:defRPr>
      </a:lvl2pPr>
      <a:lvl3pPr marL="5372735" indent="-1074420" algn="l" defTabSz="4298315" rtl="0" eaLnBrk="1" latinLnBrk="0" hangingPunct="1">
        <a:spcBef>
          <a:spcPct val="20000"/>
        </a:spcBef>
        <a:buFont typeface="Arial" panose="020B0604020202020204" pitchFamily="34" charset="0"/>
        <a:buChar char="•"/>
        <a:defRPr sz="11300" kern="1200">
          <a:solidFill>
            <a:schemeClr val="tx1"/>
          </a:solidFill>
          <a:latin typeface="+mn-lt"/>
          <a:ea typeface="+mn-ea"/>
          <a:cs typeface="+mn-cs"/>
        </a:defRPr>
      </a:lvl3pPr>
      <a:lvl4pPr marL="7522210" indent="-1074420" algn="l" defTabSz="4298315" rtl="0" eaLnBrk="1" latinLnBrk="0" hangingPunct="1">
        <a:spcBef>
          <a:spcPct val="20000"/>
        </a:spcBef>
        <a:buFont typeface="Arial" panose="020B0604020202020204" pitchFamily="34" charset="0"/>
        <a:buChar char="–"/>
        <a:defRPr sz="9500" kern="1200">
          <a:solidFill>
            <a:schemeClr val="tx1"/>
          </a:solidFill>
          <a:latin typeface="+mn-lt"/>
          <a:ea typeface="+mn-ea"/>
          <a:cs typeface="+mn-cs"/>
        </a:defRPr>
      </a:lvl4pPr>
      <a:lvl5pPr marL="9671685" indent="-1074420" algn="l" defTabSz="4298315" rtl="0" eaLnBrk="1" latinLnBrk="0" hangingPunct="1">
        <a:spcBef>
          <a:spcPct val="20000"/>
        </a:spcBef>
        <a:buFont typeface="Arial" panose="020B0604020202020204" pitchFamily="34" charset="0"/>
        <a:buChar char="»"/>
        <a:defRPr sz="9500" kern="1200">
          <a:solidFill>
            <a:schemeClr val="tx1"/>
          </a:solidFill>
          <a:latin typeface="+mn-lt"/>
          <a:ea typeface="+mn-ea"/>
          <a:cs typeface="+mn-cs"/>
        </a:defRPr>
      </a:lvl5pPr>
      <a:lvl6pPr marL="11820525" indent="-1074420" algn="l" defTabSz="4298315" rtl="0" eaLnBrk="1" latinLnBrk="0" hangingPunct="1">
        <a:spcBef>
          <a:spcPct val="20000"/>
        </a:spcBef>
        <a:buFont typeface="Arial" panose="020B0604020202020204" pitchFamily="34" charset="0"/>
        <a:buChar char="•"/>
        <a:defRPr sz="9500" kern="1200">
          <a:solidFill>
            <a:schemeClr val="tx1"/>
          </a:solidFill>
          <a:latin typeface="+mn-lt"/>
          <a:ea typeface="+mn-ea"/>
          <a:cs typeface="+mn-cs"/>
        </a:defRPr>
      </a:lvl6pPr>
      <a:lvl7pPr marL="13970000" indent="-1074420" algn="l" defTabSz="4298315" rtl="0" eaLnBrk="1" latinLnBrk="0" hangingPunct="1">
        <a:spcBef>
          <a:spcPct val="20000"/>
        </a:spcBef>
        <a:buFont typeface="Arial" panose="020B0604020202020204" pitchFamily="34" charset="0"/>
        <a:buChar char="•"/>
        <a:defRPr sz="9500" kern="1200">
          <a:solidFill>
            <a:schemeClr val="tx1"/>
          </a:solidFill>
          <a:latin typeface="+mn-lt"/>
          <a:ea typeface="+mn-ea"/>
          <a:cs typeface="+mn-cs"/>
        </a:defRPr>
      </a:lvl7pPr>
      <a:lvl8pPr marL="16118840" indent="-1074420" algn="l" defTabSz="4298315" rtl="0" eaLnBrk="1" latinLnBrk="0" hangingPunct="1">
        <a:spcBef>
          <a:spcPct val="20000"/>
        </a:spcBef>
        <a:buFont typeface="Arial" panose="020B0604020202020204" pitchFamily="34" charset="0"/>
        <a:buChar char="•"/>
        <a:defRPr sz="9500" kern="1200">
          <a:solidFill>
            <a:schemeClr val="tx1"/>
          </a:solidFill>
          <a:latin typeface="+mn-lt"/>
          <a:ea typeface="+mn-ea"/>
          <a:cs typeface="+mn-cs"/>
        </a:defRPr>
      </a:lvl8pPr>
      <a:lvl9pPr marL="18268315" indent="-1074420" algn="l" defTabSz="4298315" rtl="0" eaLnBrk="1" latinLnBrk="0" hangingPunct="1">
        <a:spcBef>
          <a:spcPct val="20000"/>
        </a:spcBef>
        <a:buFont typeface="Arial" panose="020B0604020202020204" pitchFamily="34" charset="0"/>
        <a:buChar char="•"/>
        <a:defRPr sz="9500" kern="1200">
          <a:solidFill>
            <a:schemeClr val="tx1"/>
          </a:solidFill>
          <a:latin typeface="+mn-lt"/>
          <a:ea typeface="+mn-ea"/>
          <a:cs typeface="+mn-cs"/>
        </a:defRPr>
      </a:lvl9pPr>
    </p:bodyStyle>
    <p:otherStyle>
      <a:defPPr>
        <a:defRPr lang="en-US"/>
      </a:defPPr>
      <a:lvl1pPr marL="0" algn="l" defTabSz="4298315" rtl="0" eaLnBrk="1" latinLnBrk="0" hangingPunct="1">
        <a:defRPr sz="8500" kern="1200">
          <a:solidFill>
            <a:schemeClr val="tx1"/>
          </a:solidFill>
          <a:latin typeface="+mn-lt"/>
          <a:ea typeface="+mn-ea"/>
          <a:cs typeface="+mn-cs"/>
        </a:defRPr>
      </a:lvl1pPr>
      <a:lvl2pPr marL="2149475" algn="l" defTabSz="4298315" rtl="0" eaLnBrk="1" latinLnBrk="0" hangingPunct="1">
        <a:defRPr sz="8500" kern="1200">
          <a:solidFill>
            <a:schemeClr val="tx1"/>
          </a:solidFill>
          <a:latin typeface="+mn-lt"/>
          <a:ea typeface="+mn-ea"/>
          <a:cs typeface="+mn-cs"/>
        </a:defRPr>
      </a:lvl2pPr>
      <a:lvl3pPr marL="4298315" algn="l" defTabSz="4298315" rtl="0" eaLnBrk="1" latinLnBrk="0" hangingPunct="1">
        <a:defRPr sz="8500" kern="1200">
          <a:solidFill>
            <a:schemeClr val="tx1"/>
          </a:solidFill>
          <a:latin typeface="+mn-lt"/>
          <a:ea typeface="+mn-ea"/>
          <a:cs typeface="+mn-cs"/>
        </a:defRPr>
      </a:lvl3pPr>
      <a:lvl4pPr marL="6447790" algn="l" defTabSz="4298315" rtl="0" eaLnBrk="1" latinLnBrk="0" hangingPunct="1">
        <a:defRPr sz="8500" kern="1200">
          <a:solidFill>
            <a:schemeClr val="tx1"/>
          </a:solidFill>
          <a:latin typeface="+mn-lt"/>
          <a:ea typeface="+mn-ea"/>
          <a:cs typeface="+mn-cs"/>
        </a:defRPr>
      </a:lvl4pPr>
      <a:lvl5pPr marL="8596630" algn="l" defTabSz="4298315" rtl="0" eaLnBrk="1" latinLnBrk="0" hangingPunct="1">
        <a:defRPr sz="8500" kern="1200">
          <a:solidFill>
            <a:schemeClr val="tx1"/>
          </a:solidFill>
          <a:latin typeface="+mn-lt"/>
          <a:ea typeface="+mn-ea"/>
          <a:cs typeface="+mn-cs"/>
        </a:defRPr>
      </a:lvl5pPr>
      <a:lvl6pPr marL="10746105" algn="l" defTabSz="4298315" rtl="0" eaLnBrk="1" latinLnBrk="0" hangingPunct="1">
        <a:defRPr sz="8500" kern="1200">
          <a:solidFill>
            <a:schemeClr val="tx1"/>
          </a:solidFill>
          <a:latin typeface="+mn-lt"/>
          <a:ea typeface="+mn-ea"/>
          <a:cs typeface="+mn-cs"/>
        </a:defRPr>
      </a:lvl6pPr>
      <a:lvl7pPr marL="12894945" algn="l" defTabSz="4298315" rtl="0" eaLnBrk="1" latinLnBrk="0" hangingPunct="1">
        <a:defRPr sz="8500" kern="1200">
          <a:solidFill>
            <a:schemeClr val="tx1"/>
          </a:solidFill>
          <a:latin typeface="+mn-lt"/>
          <a:ea typeface="+mn-ea"/>
          <a:cs typeface="+mn-cs"/>
        </a:defRPr>
      </a:lvl7pPr>
      <a:lvl8pPr marL="15044420" algn="l" defTabSz="4298315" rtl="0" eaLnBrk="1" latinLnBrk="0" hangingPunct="1">
        <a:defRPr sz="8500" kern="1200">
          <a:solidFill>
            <a:schemeClr val="tx1"/>
          </a:solidFill>
          <a:latin typeface="+mn-lt"/>
          <a:ea typeface="+mn-ea"/>
          <a:cs typeface="+mn-cs"/>
        </a:defRPr>
      </a:lvl8pPr>
      <a:lvl9pPr marL="17193895" algn="l" defTabSz="4298315" rtl="0" eaLnBrk="1" latinLnBrk="0" hangingPunct="1">
        <a:defRPr sz="85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a:xfrm>
            <a:off x="623691" y="6351522"/>
            <a:ext cx="14299153" cy="877570"/>
          </a:xfrm>
        </p:spPr>
        <p:txBody>
          <a:bodyPr/>
          <a:lstStyle/>
          <a:p>
            <a:pPr algn="just"/>
            <a:endParaRPr>
              <a:solidFill>
                <a:schemeClr val="tx1"/>
              </a:solidFill>
            </a:endParaRPr>
          </a:p>
        </p:txBody>
      </p:sp>
      <p:sp>
        <p:nvSpPr>
          <p:cNvPr id="3" name="Text Placeholder 2"/>
          <p:cNvSpPr>
            <a:spLocks noGrp="1"/>
          </p:cNvSpPr>
          <p:nvPr>
            <p:ph type="body" sz="quarter" idx="11"/>
          </p:nvPr>
        </p:nvSpPr>
        <p:spPr>
          <a:xfrm>
            <a:off x="636213" y="5612596"/>
            <a:ext cx="14287866" cy="732790"/>
          </a:xfrm>
          <a:gradFill>
            <a:gsLst>
              <a:gs pos="0">
                <a:srgbClr val="E30000"/>
              </a:gs>
              <a:gs pos="100000">
                <a:srgbClr val="760303"/>
              </a:gs>
            </a:gsLst>
            <a:lin ang="5400000" scaled="0"/>
          </a:gradFill>
        </p:spPr>
        <p:txBody>
          <a:bodyPr/>
          <a:lstStyle/>
          <a:p>
            <a:r>
              <a:rPr lang="en-IN" altLang="en-US"/>
              <a:t>ABSTRACT</a:t>
            </a:r>
            <a:endParaRPr lang="en-IN" altLang="en-US"/>
          </a:p>
        </p:txBody>
      </p:sp>
      <p:sp>
        <p:nvSpPr>
          <p:cNvPr id="4" name="Text Placeholder 3"/>
          <p:cNvSpPr>
            <a:spLocks noGrp="1"/>
          </p:cNvSpPr>
          <p:nvPr>
            <p:ph type="body" sz="quarter" idx="20"/>
          </p:nvPr>
        </p:nvSpPr>
        <p:spPr>
          <a:xfrm>
            <a:off x="640201" y="12399758"/>
            <a:ext cx="14291358" cy="732790"/>
          </a:xfrm>
          <a:gradFill>
            <a:gsLst>
              <a:gs pos="0">
                <a:srgbClr val="E30000"/>
              </a:gs>
              <a:gs pos="100000">
                <a:srgbClr val="760303"/>
              </a:gs>
            </a:gsLst>
            <a:lin ang="5400000" scaled="0"/>
          </a:gradFill>
        </p:spPr>
        <p:txBody>
          <a:bodyPr/>
          <a:lstStyle/>
          <a:p>
            <a:r>
              <a:rPr lang="en-IN" altLang="en-US"/>
              <a:t>INTRODUCTION</a:t>
            </a:r>
            <a:endParaRPr lang="en-IN" altLang="en-US"/>
          </a:p>
        </p:txBody>
      </p:sp>
      <p:sp>
        <p:nvSpPr>
          <p:cNvPr id="5" name="Text Placeholder 4"/>
          <p:cNvSpPr>
            <a:spLocks noGrp="1"/>
          </p:cNvSpPr>
          <p:nvPr>
            <p:ph type="body" sz="quarter" idx="25"/>
          </p:nvPr>
        </p:nvSpPr>
        <p:spPr>
          <a:xfrm>
            <a:off x="15353328" y="5612596"/>
            <a:ext cx="14287682" cy="732790"/>
          </a:xfrm>
          <a:gradFill>
            <a:gsLst>
              <a:gs pos="0">
                <a:srgbClr val="E30000"/>
              </a:gs>
              <a:gs pos="100000">
                <a:srgbClr val="760303"/>
              </a:gs>
            </a:gsLst>
            <a:lin ang="5400000" scaled="0"/>
          </a:gradFill>
        </p:spPr>
        <p:txBody>
          <a:bodyPr/>
          <a:lstStyle/>
          <a:p>
            <a:r>
              <a:rPr lang="en-IN" altLang="en-US"/>
              <a:t>ALGORITHMS</a:t>
            </a:r>
            <a:endParaRPr lang="en-IN" altLang="en-US"/>
          </a:p>
        </p:txBody>
      </p:sp>
      <p:sp>
        <p:nvSpPr>
          <p:cNvPr id="6" name="Text Placeholder 5"/>
          <p:cNvSpPr>
            <a:spLocks noGrp="1"/>
          </p:cNvSpPr>
          <p:nvPr>
            <p:ph type="body" sz="quarter" idx="26"/>
          </p:nvPr>
        </p:nvSpPr>
        <p:spPr>
          <a:xfrm>
            <a:off x="15370473" y="6466457"/>
            <a:ext cx="14287682" cy="877570"/>
          </a:xfrm>
        </p:spPr>
        <p:txBody>
          <a:bodyPr/>
          <a:lstStyle/>
          <a:p>
            <a:pPr algn="just"/>
            <a:endParaRPr lang="en-US">
              <a:solidFill>
                <a:schemeClr val="tx1"/>
              </a:solidFill>
            </a:endParaRPr>
          </a:p>
        </p:txBody>
      </p:sp>
      <p:sp>
        <p:nvSpPr>
          <p:cNvPr id="7" name="Text Placeholder 6"/>
          <p:cNvSpPr>
            <a:spLocks noGrp="1"/>
          </p:cNvSpPr>
          <p:nvPr>
            <p:ph type="body" sz="quarter" idx="27"/>
          </p:nvPr>
        </p:nvSpPr>
        <p:spPr>
          <a:xfrm>
            <a:off x="15353267" y="17426467"/>
            <a:ext cx="14283756" cy="732790"/>
          </a:xfrm>
          <a:gradFill>
            <a:gsLst>
              <a:gs pos="0">
                <a:srgbClr val="E30000"/>
              </a:gs>
              <a:gs pos="100000">
                <a:srgbClr val="760303"/>
              </a:gs>
            </a:gsLst>
            <a:lin ang="5400000" scaled="0"/>
          </a:gradFill>
        </p:spPr>
        <p:txBody>
          <a:bodyPr/>
          <a:lstStyle/>
          <a:p>
            <a:r>
              <a:rPr lang="en-IN" altLang="en-US"/>
              <a:t>RESULTS</a:t>
            </a:r>
            <a:endParaRPr lang="en-IN" altLang="en-US"/>
          </a:p>
        </p:txBody>
      </p:sp>
      <p:sp>
        <p:nvSpPr>
          <p:cNvPr id="8" name="Text Placeholder 7"/>
          <p:cNvSpPr>
            <a:spLocks noGrp="1"/>
          </p:cNvSpPr>
          <p:nvPr>
            <p:ph type="body" sz="quarter" idx="28"/>
          </p:nvPr>
        </p:nvSpPr>
        <p:spPr>
          <a:xfrm>
            <a:off x="15347156" y="18089575"/>
            <a:ext cx="14289232" cy="877570"/>
          </a:xfrm>
        </p:spPr>
        <p:txBody>
          <a:bodyPr/>
          <a:lstStyle/>
          <a:p>
            <a:pPr algn="just"/>
            <a:endParaRPr lang="en-US">
              <a:solidFill>
                <a:schemeClr val="tx1"/>
              </a:solidFill>
            </a:endParaRPr>
          </a:p>
        </p:txBody>
      </p:sp>
      <p:sp>
        <p:nvSpPr>
          <p:cNvPr id="9" name="Text Placeholder 8"/>
          <p:cNvSpPr>
            <a:spLocks noGrp="1"/>
          </p:cNvSpPr>
          <p:nvPr>
            <p:ph type="body" sz="quarter" idx="29"/>
          </p:nvPr>
        </p:nvSpPr>
        <p:spPr>
          <a:xfrm>
            <a:off x="15575619" y="31357032"/>
            <a:ext cx="14276605" cy="732790"/>
          </a:xfrm>
          <a:gradFill>
            <a:gsLst>
              <a:gs pos="0">
                <a:srgbClr val="E30000"/>
              </a:gs>
              <a:gs pos="100000">
                <a:srgbClr val="760303"/>
              </a:gs>
            </a:gsLst>
            <a:lin ang="5400000" scaled="0"/>
          </a:gradFill>
        </p:spPr>
        <p:txBody>
          <a:bodyPr/>
          <a:lstStyle/>
          <a:p>
            <a:r>
              <a:rPr lang="en-IN" altLang="en-US"/>
              <a:t>CONCLUSION</a:t>
            </a:r>
            <a:endParaRPr lang="en-IN" altLang="en-US"/>
          </a:p>
        </p:txBody>
      </p:sp>
      <p:sp>
        <p:nvSpPr>
          <p:cNvPr id="10" name="Text Placeholder 9"/>
          <p:cNvSpPr>
            <a:spLocks noGrp="1"/>
          </p:cNvSpPr>
          <p:nvPr>
            <p:ph type="body" sz="quarter" idx="30"/>
          </p:nvPr>
        </p:nvSpPr>
        <p:spPr>
          <a:xfrm>
            <a:off x="15575974" y="35961900"/>
            <a:ext cx="14283756" cy="877570"/>
          </a:xfrm>
        </p:spPr>
        <p:txBody>
          <a:bodyPr/>
          <a:lstStyle/>
          <a:p>
            <a:endParaRPr lang="en-IN" altLang="en-US">
              <a:solidFill>
                <a:schemeClr val="tx1"/>
              </a:solidFill>
            </a:endParaRPr>
          </a:p>
        </p:txBody>
      </p:sp>
      <p:sp>
        <p:nvSpPr>
          <p:cNvPr id="11" name="Text Placeholder 10"/>
          <p:cNvSpPr>
            <a:spLocks noGrp="1"/>
          </p:cNvSpPr>
          <p:nvPr>
            <p:ph type="body" sz="quarter" idx="96"/>
          </p:nvPr>
        </p:nvSpPr>
        <p:spPr>
          <a:xfrm>
            <a:off x="587041" y="13272372"/>
            <a:ext cx="14300387" cy="877570"/>
          </a:xfrm>
        </p:spPr>
        <p:txBody>
          <a:bodyPr/>
          <a:lstStyle/>
          <a:p>
            <a:pPr algn="just"/>
            <a:endParaRPr lang="en-US">
              <a:solidFill>
                <a:schemeClr val="tx1"/>
              </a:solidFill>
            </a:endParaRPr>
          </a:p>
        </p:txBody>
      </p:sp>
      <p:sp>
        <p:nvSpPr>
          <p:cNvPr id="12" name="Text Placeholder 11"/>
          <p:cNvSpPr>
            <a:spLocks noGrp="1"/>
          </p:cNvSpPr>
          <p:nvPr>
            <p:ph type="body" sz="quarter" idx="150"/>
          </p:nvPr>
        </p:nvSpPr>
        <p:spPr>
          <a:xfrm>
            <a:off x="6459220" y="3053080"/>
            <a:ext cx="13435330" cy="629920"/>
          </a:xfrm>
        </p:spPr>
        <p:txBody>
          <a:bodyPr wrap="square">
            <a:scene3d>
              <a:camera prst="orthographicFront"/>
              <a:lightRig rig="threePt" dir="t"/>
            </a:scene3d>
          </a:bodyPr>
          <a:lstStyle/>
          <a:p>
            <a:pPr algn="l"/>
            <a:r>
              <a:rPr lang="en-IN" altLang="en-US">
                <a:ln w="22225">
                  <a:solidFill>
                    <a:schemeClr val="accent2"/>
                  </a:solidFill>
                  <a:prstDash val="solid"/>
                </a:ln>
                <a:solidFill>
                  <a:schemeClr val="accent2">
                    <a:lumMod val="40000"/>
                    <a:lumOff val="60000"/>
                  </a:schemeClr>
                </a:solidFill>
                <a:effectLst/>
              </a:rPr>
              <a:t>Department of Computer Science &amp; Engineering</a:t>
            </a:r>
            <a:endParaRPr lang="en-IN" altLang="en-US">
              <a:ln w="22225">
                <a:solidFill>
                  <a:schemeClr val="accent2"/>
                </a:solidFill>
                <a:prstDash val="solid"/>
              </a:ln>
              <a:solidFill>
                <a:schemeClr val="accent2">
                  <a:lumMod val="40000"/>
                  <a:lumOff val="60000"/>
                </a:schemeClr>
              </a:solidFill>
              <a:effectLst/>
            </a:endParaRPr>
          </a:p>
        </p:txBody>
      </p:sp>
      <p:sp>
        <p:nvSpPr>
          <p:cNvPr id="13" name="Text Placeholder 12"/>
          <p:cNvSpPr>
            <a:spLocks noGrp="1"/>
          </p:cNvSpPr>
          <p:nvPr>
            <p:ph type="body" sz="quarter" idx="151"/>
          </p:nvPr>
        </p:nvSpPr>
        <p:spPr>
          <a:xfrm>
            <a:off x="8086725" y="2125980"/>
            <a:ext cx="16455390" cy="691515"/>
          </a:xfrm>
        </p:spPr>
        <p:txBody>
          <a:bodyPr wrap="square"/>
          <a:lstStyle/>
          <a:p>
            <a:pPr algn="l"/>
            <a:r>
              <a:rPr lang="en-IN" altLang="en-US" sz="4000"/>
              <a:t>Guide:                       , Your names </a:t>
            </a:r>
            <a:endParaRPr lang="en-IN" altLang="en-US" sz="4000"/>
          </a:p>
        </p:txBody>
      </p:sp>
      <p:sp>
        <p:nvSpPr>
          <p:cNvPr id="14" name="Text Placeholder 13"/>
          <p:cNvSpPr>
            <a:spLocks noGrp="1"/>
          </p:cNvSpPr>
          <p:nvPr>
            <p:ph type="body" sz="quarter" idx="153"/>
          </p:nvPr>
        </p:nvSpPr>
        <p:spPr>
          <a:xfrm>
            <a:off x="2738349" y="337365"/>
            <a:ext cx="22093415" cy="814705"/>
          </a:xfrm>
        </p:spPr>
        <p:txBody>
          <a:bodyPr/>
          <a:lstStyle/>
          <a:p>
            <a:pPr algn="ctr"/>
            <a:r>
              <a:rPr lang="en-IN" altLang="en-US" sz="4800"/>
              <a:t>Your Project Title comes Here</a:t>
            </a:r>
            <a:endParaRPr lang="en-IN" altLang="en-US" sz="4800"/>
          </a:p>
        </p:txBody>
      </p:sp>
      <p:sp>
        <p:nvSpPr>
          <p:cNvPr id="15" name="Text Placeholder 14"/>
          <p:cNvSpPr>
            <a:spLocks noGrp="1"/>
          </p:cNvSpPr>
          <p:nvPr>
            <p:ph type="body" sz="quarter" idx="154"/>
          </p:nvPr>
        </p:nvSpPr>
        <p:spPr>
          <a:xfrm>
            <a:off x="644191" y="30177548"/>
            <a:ext cx="14287682" cy="732790"/>
          </a:xfrm>
          <a:gradFill>
            <a:gsLst>
              <a:gs pos="0">
                <a:srgbClr val="E30000"/>
              </a:gs>
              <a:gs pos="100000">
                <a:srgbClr val="760303"/>
              </a:gs>
            </a:gsLst>
            <a:lin ang="5400000" scaled="0"/>
          </a:gradFill>
        </p:spPr>
        <p:txBody>
          <a:bodyPr/>
          <a:lstStyle/>
          <a:p>
            <a:r>
              <a:rPr lang="en-IN" altLang="en-US"/>
              <a:t>METHODOLOGY</a:t>
            </a:r>
            <a:endParaRPr lang="en-IN" altLang="en-US"/>
          </a:p>
        </p:txBody>
      </p:sp>
      <p:sp>
        <p:nvSpPr>
          <p:cNvPr id="16" name="Text Placeholder 15"/>
          <p:cNvSpPr>
            <a:spLocks noGrp="1"/>
          </p:cNvSpPr>
          <p:nvPr>
            <p:ph type="body" sz="quarter" idx="155"/>
          </p:nvPr>
        </p:nvSpPr>
        <p:spPr>
          <a:xfrm>
            <a:off x="640381" y="33977809"/>
            <a:ext cx="14287682" cy="897605"/>
          </a:xfrm>
        </p:spPr>
        <p:txBody>
          <a:bodyPr/>
          <a:lstStyle/>
          <a:p>
            <a:endParaRPr lang="en-US"/>
          </a:p>
        </p:txBody>
      </p:sp>
      <p:sp>
        <p:nvSpPr>
          <p:cNvPr id="27" name="Text Placeholder 8"/>
          <p:cNvSpPr>
            <a:spLocks noGrp="1"/>
          </p:cNvSpPr>
          <p:nvPr/>
        </p:nvSpPr>
        <p:spPr>
          <a:xfrm>
            <a:off x="15575619" y="35287047"/>
            <a:ext cx="14276605" cy="732790"/>
          </a:xfrm>
          <a:prstGeom prst="rect">
            <a:avLst/>
          </a:prstGeom>
          <a:gradFill>
            <a:gsLst>
              <a:gs pos="0">
                <a:srgbClr val="E30000"/>
              </a:gs>
              <a:gs pos="100000">
                <a:srgbClr val="760303"/>
              </a:gs>
            </a:gsLst>
            <a:lin ang="5400000" scaled="0"/>
          </a:gradFill>
        </p:spPr>
        <p:txBody>
          <a:bodyPr wrap="square" lIns="89551" tIns="89551" rIns="89551" bIns="89551" anchor="t" anchorCtr="0">
            <a:spAutoFit/>
          </a:bodyPr>
          <a:lstStyle>
            <a:lvl1pPr marL="0" indent="0" algn="ctr" defTabSz="4298315" rtl="0" eaLnBrk="1" latinLnBrk="0" hangingPunct="1">
              <a:spcBef>
                <a:spcPct val="20000"/>
              </a:spcBef>
              <a:buFont typeface="Arial" panose="020B0604020202020204" pitchFamily="34" charset="0"/>
              <a:buNone/>
              <a:defRPr sz="3600" b="1" u="none" kern="1200" baseline="0">
                <a:solidFill>
                  <a:schemeClr val="bg1"/>
                </a:solidFill>
                <a:latin typeface="Century Gothic" panose="020B0502020202020204" pitchFamily="34" charset="0"/>
                <a:ea typeface="+mn-ea"/>
                <a:cs typeface="+mn-cs"/>
              </a:defRPr>
            </a:lvl1pPr>
            <a:lvl2pPr marL="3492500" indent="-1343025" algn="l" defTabSz="4298315" rtl="0" eaLnBrk="1" latinLnBrk="0" hangingPunct="1">
              <a:spcBef>
                <a:spcPct val="20000"/>
              </a:spcBef>
              <a:buFont typeface="Arial" panose="020B0604020202020204" pitchFamily="34" charset="0"/>
              <a:buChar char="–"/>
              <a:defRPr sz="13300" kern="1200">
                <a:solidFill>
                  <a:schemeClr val="tx1"/>
                </a:solidFill>
                <a:latin typeface="+mn-lt"/>
                <a:ea typeface="+mn-ea"/>
                <a:cs typeface="+mn-cs"/>
              </a:defRPr>
            </a:lvl2pPr>
            <a:lvl3pPr marL="5372735" indent="-1074420" algn="l" defTabSz="4298315" rtl="0" eaLnBrk="1" latinLnBrk="0" hangingPunct="1">
              <a:spcBef>
                <a:spcPct val="20000"/>
              </a:spcBef>
              <a:buFont typeface="Arial" panose="020B0604020202020204" pitchFamily="34" charset="0"/>
              <a:buChar char="•"/>
              <a:defRPr sz="11300" kern="1200">
                <a:solidFill>
                  <a:schemeClr val="tx1"/>
                </a:solidFill>
                <a:latin typeface="+mn-lt"/>
                <a:ea typeface="+mn-ea"/>
                <a:cs typeface="+mn-cs"/>
              </a:defRPr>
            </a:lvl3pPr>
            <a:lvl4pPr marL="7522210" indent="-1074420" algn="l" defTabSz="4298315" rtl="0" eaLnBrk="1" latinLnBrk="0" hangingPunct="1">
              <a:spcBef>
                <a:spcPct val="20000"/>
              </a:spcBef>
              <a:buFont typeface="Arial" panose="020B0604020202020204" pitchFamily="34" charset="0"/>
              <a:buChar char="–"/>
              <a:defRPr sz="9500" kern="1200">
                <a:solidFill>
                  <a:schemeClr val="tx1"/>
                </a:solidFill>
                <a:latin typeface="+mn-lt"/>
                <a:ea typeface="+mn-ea"/>
                <a:cs typeface="+mn-cs"/>
              </a:defRPr>
            </a:lvl4pPr>
            <a:lvl5pPr marL="9671685" indent="-1074420" algn="l" defTabSz="4298315" rtl="0" eaLnBrk="1" latinLnBrk="0" hangingPunct="1">
              <a:spcBef>
                <a:spcPct val="20000"/>
              </a:spcBef>
              <a:buFont typeface="Arial" panose="020B0604020202020204" pitchFamily="34" charset="0"/>
              <a:buChar char="»"/>
              <a:defRPr sz="9500" kern="1200">
                <a:solidFill>
                  <a:schemeClr val="tx1"/>
                </a:solidFill>
                <a:latin typeface="+mn-lt"/>
                <a:ea typeface="+mn-ea"/>
                <a:cs typeface="+mn-cs"/>
              </a:defRPr>
            </a:lvl5pPr>
            <a:lvl6pPr marL="11820525" indent="-1074420" algn="l" defTabSz="4298315" rtl="0" eaLnBrk="1" latinLnBrk="0" hangingPunct="1">
              <a:spcBef>
                <a:spcPct val="20000"/>
              </a:spcBef>
              <a:buFont typeface="Arial" panose="020B0604020202020204" pitchFamily="34" charset="0"/>
              <a:buChar char="•"/>
              <a:defRPr sz="9500" kern="1200">
                <a:solidFill>
                  <a:schemeClr val="tx1"/>
                </a:solidFill>
                <a:latin typeface="+mn-lt"/>
                <a:ea typeface="+mn-ea"/>
                <a:cs typeface="+mn-cs"/>
              </a:defRPr>
            </a:lvl6pPr>
            <a:lvl7pPr marL="13970000" indent="-1074420" algn="l" defTabSz="4298315" rtl="0" eaLnBrk="1" latinLnBrk="0" hangingPunct="1">
              <a:spcBef>
                <a:spcPct val="20000"/>
              </a:spcBef>
              <a:buFont typeface="Arial" panose="020B0604020202020204" pitchFamily="34" charset="0"/>
              <a:buChar char="•"/>
              <a:defRPr sz="9500" kern="1200">
                <a:solidFill>
                  <a:schemeClr val="tx1"/>
                </a:solidFill>
                <a:latin typeface="+mn-lt"/>
                <a:ea typeface="+mn-ea"/>
                <a:cs typeface="+mn-cs"/>
              </a:defRPr>
            </a:lvl7pPr>
            <a:lvl8pPr marL="16118840" indent="-1074420" algn="l" defTabSz="4298315" rtl="0" eaLnBrk="1" latinLnBrk="0" hangingPunct="1">
              <a:spcBef>
                <a:spcPct val="20000"/>
              </a:spcBef>
              <a:buFont typeface="Arial" panose="020B0604020202020204" pitchFamily="34" charset="0"/>
              <a:buChar char="•"/>
              <a:defRPr sz="9500" kern="1200">
                <a:solidFill>
                  <a:schemeClr val="tx1"/>
                </a:solidFill>
                <a:latin typeface="+mn-lt"/>
                <a:ea typeface="+mn-ea"/>
                <a:cs typeface="+mn-cs"/>
              </a:defRPr>
            </a:lvl8pPr>
            <a:lvl9pPr marL="18268315" indent="-1074420" algn="l" defTabSz="4298315" rtl="0" eaLnBrk="1" latinLnBrk="0" hangingPunct="1">
              <a:spcBef>
                <a:spcPct val="20000"/>
              </a:spcBef>
              <a:buFont typeface="Arial" panose="020B0604020202020204" pitchFamily="34" charset="0"/>
              <a:buChar char="•"/>
              <a:defRPr sz="9500" kern="1200">
                <a:solidFill>
                  <a:schemeClr val="tx1"/>
                </a:solidFill>
                <a:latin typeface="+mn-lt"/>
                <a:ea typeface="+mn-ea"/>
                <a:cs typeface="+mn-cs"/>
              </a:defRPr>
            </a:lvl9pPr>
          </a:lstStyle>
          <a:p>
            <a:r>
              <a:rPr lang="en-IN" altLang="en-US"/>
              <a:t>REFERENCES</a:t>
            </a:r>
            <a:endParaRPr lang="en-IN" altLang="en-US"/>
          </a:p>
        </p:txBody>
      </p:sp>
      <p:pic>
        <p:nvPicPr>
          <p:cNvPr id="28" name="Picture 27" descr="glogo"/>
          <p:cNvPicPr>
            <a:picLocks noChangeAspect="1"/>
          </p:cNvPicPr>
          <p:nvPr/>
        </p:nvPicPr>
        <p:blipFill>
          <a:blip r:embed="rId1"/>
          <a:stretch>
            <a:fillRect/>
          </a:stretch>
        </p:blipFill>
        <p:spPr>
          <a:xfrm>
            <a:off x="24831675" y="491490"/>
            <a:ext cx="3397250" cy="3896360"/>
          </a:xfrm>
          <a:prstGeom prst="rect">
            <a:avLst/>
          </a:prstGeom>
        </p:spPr>
      </p:pic>
    </p:spTree>
  </p:cSld>
  <p:clrMapOvr>
    <a:masterClrMapping/>
  </p:clrMapOvr>
</p:sld>
</file>

<file path=ppt/theme/theme1.xml><?xml version="1.0" encoding="utf-8"?>
<a:theme xmlns:a="http://schemas.openxmlformats.org/drawingml/2006/main" name="100CMx140CM templat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square" rtlCol="0">
        <a:spAutoFit/>
      </a:bodyPr>
      <a:lstStyle>
        <a:defPPr>
          <a:defRPr sz="2800" dirty="0">
            <a:latin typeface="Times New Roman" panose="02020603050405020304" pitchFamily="18" charset="0"/>
            <a:cs typeface="Times New Roman" panose="02020603050405020304" pitchFamily="18" charset="0"/>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Without guides">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square" rtlCol="0">
        <a:spAutoFit/>
      </a:bodyPr>
      <a:lstStyle>
        <a:defPPr>
          <a:defRPr sz="2800" dirty="0">
            <a:latin typeface="Times New Roman" panose="02020603050405020304" pitchFamily="18" charset="0"/>
            <a:cs typeface="Times New Roman" panose="02020603050405020304" pitchFamily="18" charset="0"/>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PosterPresentations.com-100CMx140CM</Template>
  <TotalTime>0</TotalTime>
  <Words>183</Words>
  <Application>WPS Presentation</Application>
  <PresentationFormat>Custom</PresentationFormat>
  <Paragraphs>20</Paragraphs>
  <Slides>1</Slides>
  <Notes>0</Notes>
  <HiddenSlides>0</HiddenSlides>
  <MMClips>0</MMClips>
  <ScaleCrop>false</ScaleCrop>
  <HeadingPairs>
    <vt:vector size="6" baseType="variant">
      <vt:variant>
        <vt:lpstr>已用的字体</vt:lpstr>
      </vt:variant>
      <vt:variant>
        <vt:i4>11</vt:i4>
      </vt:variant>
      <vt:variant>
        <vt:lpstr>主题</vt:lpstr>
      </vt:variant>
      <vt:variant>
        <vt:i4>2</vt:i4>
      </vt:variant>
      <vt:variant>
        <vt:lpstr>幻灯片标题</vt:lpstr>
      </vt:variant>
      <vt:variant>
        <vt:i4>1</vt:i4>
      </vt:variant>
    </vt:vector>
  </HeadingPairs>
  <TitlesOfParts>
    <vt:vector size="14" baseType="lpstr">
      <vt:lpstr>Arial</vt:lpstr>
      <vt:lpstr>SimSun</vt:lpstr>
      <vt:lpstr>Wingdings</vt:lpstr>
      <vt:lpstr>Times New Roman</vt:lpstr>
      <vt:lpstr>Arial Black</vt:lpstr>
      <vt:lpstr>Trebuchet MS</vt:lpstr>
      <vt:lpstr>Arial</vt:lpstr>
      <vt:lpstr>Century Gothic</vt:lpstr>
      <vt:lpstr>Calibri</vt:lpstr>
      <vt:lpstr>Microsoft YaHei</vt:lpstr>
      <vt:lpstr>Arial Unicode MS</vt:lpstr>
      <vt:lpstr>100CMx140CM template</vt:lpstr>
      <vt:lpstr>Without guides</vt:lpstr>
      <vt:lpstr>PowerPoint 演示文稿</vt:lpstr>
    </vt:vector>
  </TitlesOfParts>
  <Company>Canterbury Media Services, Inc. </Company>
  <LinksUpToDate>false</LinksUpToDate>
  <SharedDoc>false</SharedDoc>
  <HyperlinksChanged>false</HyperlinksChanged>
  <AppVersion>14.0000</AppVersion>
  <Manager>A. Kotoulas</Manager>
  <HyperlinkBase>https://www.posterpresentations.com/free-poster-templates.html</HyperlinkBase>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A0 PowerPoint Presentation</dc:title>
  <dc:creator>PosterPresentations.com</dc:creator>
  <cp:keywords>A0 Powerpoint poster template, scientific poster template, research poster template </cp:keywords>
  <dc:description>This template is the property of PosterPresentations.com. You are free to modify and print the template as needed, as long as the PosterPresentations.com watermark at the bottom left of the page is visible. Call us if you need help with this poster template. 1-866-649-3004 (c)PosterPresentations.com
</dc:description>
  <dc:subject>Research poster presentation template</dc:subject>
  <cp:category>Research poster templates </cp:category>
  <cp:lastModifiedBy>Pradeep Kumar</cp:lastModifiedBy>
  <cp:revision>49</cp:revision>
  <dcterms:created xsi:type="dcterms:W3CDTF">2012-02-10T00:21:00Z</dcterms:created>
  <dcterms:modified xsi:type="dcterms:W3CDTF">2025-11-13T04:15:43Z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E5BCFAE7E703490BB18C23B6C45C907B</vt:lpwstr>
  </property>
  <property fmtid="{D5CDD505-2E9C-101B-9397-08002B2CF9AE}" pid="3" name="KSOProductBuildVer">
    <vt:lpwstr>1033-12.2.0.22549</vt:lpwstr>
  </property>
</Properties>
</file>